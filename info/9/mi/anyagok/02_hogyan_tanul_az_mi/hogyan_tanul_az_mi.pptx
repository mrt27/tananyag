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82" r:id="rId5"/>
    <p:sldId id="284" r:id="rId6"/>
    <p:sldId id="285" r:id="rId7"/>
    <p:sldId id="286" r:id="rId8"/>
    <p:sldId id="287" r:id="rId9"/>
    <p:sldId id="293" r:id="rId10"/>
    <p:sldId id="294" r:id="rId11"/>
    <p:sldId id="288" r:id="rId12"/>
    <p:sldId id="289" r:id="rId13"/>
    <p:sldId id="290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6A"/>
    <a:srgbClr val="009CDE"/>
    <a:srgbClr val="C4D600"/>
    <a:srgbClr val="A50050"/>
    <a:srgbClr val="00C4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CF28A-2143-E8A7-197C-A4A64B69A793}" v="4" dt="2026-01-30T09:23:34.354"/>
    <p1510:client id="{58245BDD-0C08-47DC-A754-9992EA05194E}" v="10" dt="2026-01-30T08:25:08.7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522" autoAdjust="0"/>
  </p:normalViewPr>
  <p:slideViewPr>
    <p:cSldViewPr snapToGrid="0">
      <p:cViewPr varScale="1">
        <p:scale>
          <a:sx n="59" d="100"/>
          <a:sy n="59" d="100"/>
        </p:scale>
        <p:origin x="9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umphauser Nóra" userId="ec38cc6f-534c-42c2-b38e-4137cef6bfb3" providerId="ADAL" clId="{58245BDD-0C08-47DC-A754-9992EA05194E}"/>
    <pc:docChg chg="undo custSel addSld delSld modSld">
      <pc:chgData name="Stumphauser Nóra" userId="ec38cc6f-534c-42c2-b38e-4137cef6bfb3" providerId="ADAL" clId="{58245BDD-0C08-47DC-A754-9992EA05194E}" dt="2026-01-30T08:31:19.160" v="621" actId="20577"/>
      <pc:docMkLst>
        <pc:docMk/>
      </pc:docMkLst>
      <pc:sldChg chg="del">
        <pc:chgData name="Stumphauser Nóra" userId="ec38cc6f-534c-42c2-b38e-4137cef6bfb3" providerId="ADAL" clId="{58245BDD-0C08-47DC-A754-9992EA05194E}" dt="2026-01-30T08:25:30.026" v="458" actId="47"/>
        <pc:sldMkLst>
          <pc:docMk/>
          <pc:sldMk cId="3768571782" sldId="283"/>
        </pc:sldMkLst>
      </pc:sldChg>
      <pc:sldChg chg="addSp delSp modSp mod modNotesTx">
        <pc:chgData name="Stumphauser Nóra" userId="ec38cc6f-534c-42c2-b38e-4137cef6bfb3" providerId="ADAL" clId="{58245BDD-0C08-47DC-A754-9992EA05194E}" dt="2026-01-30T08:28:08.538" v="470"/>
        <pc:sldMkLst>
          <pc:docMk/>
          <pc:sldMk cId="2327863820" sldId="284"/>
        </pc:sldMkLst>
        <pc:spChg chg="add mod">
          <ac:chgData name="Stumphauser Nóra" userId="ec38cc6f-534c-42c2-b38e-4137cef6bfb3" providerId="ADAL" clId="{58245BDD-0C08-47DC-A754-9992EA05194E}" dt="2026-01-30T08:26:34.070" v="467" actId="207"/>
          <ac:spMkLst>
            <pc:docMk/>
            <pc:sldMk cId="2327863820" sldId="284"/>
            <ac:spMk id="3" creationId="{C01B8BF0-C03F-F13F-F13A-54C82F9794F6}"/>
          </ac:spMkLst>
        </pc:spChg>
        <pc:spChg chg="add mod">
          <ac:chgData name="Stumphauser Nóra" userId="ec38cc6f-534c-42c2-b38e-4137cef6bfb3" providerId="ADAL" clId="{58245BDD-0C08-47DC-A754-9992EA05194E}" dt="2026-01-30T08:26:34.070" v="467" actId="207"/>
          <ac:spMkLst>
            <pc:docMk/>
            <pc:sldMk cId="2327863820" sldId="284"/>
            <ac:spMk id="4" creationId="{76D2FB9A-1DE2-05B6-AD83-BD0E83BF96E0}"/>
          </ac:spMkLst>
        </pc:spChg>
        <pc:spChg chg="del">
          <ac:chgData name="Stumphauser Nóra" userId="ec38cc6f-534c-42c2-b38e-4137cef6bfb3" providerId="ADAL" clId="{58245BDD-0C08-47DC-A754-9992EA05194E}" dt="2026-01-30T08:26:17.926" v="459" actId="478"/>
          <ac:spMkLst>
            <pc:docMk/>
            <pc:sldMk cId="2327863820" sldId="284"/>
            <ac:spMk id="6" creationId="{093428D5-8EE2-5D4D-6C53-49BDE33595C9}"/>
          </ac:spMkLst>
        </pc:spChg>
        <pc:spChg chg="del">
          <ac:chgData name="Stumphauser Nóra" userId="ec38cc6f-534c-42c2-b38e-4137cef6bfb3" providerId="ADAL" clId="{58245BDD-0C08-47DC-A754-9992EA05194E}" dt="2026-01-30T08:26:20.931" v="461" actId="478"/>
          <ac:spMkLst>
            <pc:docMk/>
            <pc:sldMk cId="2327863820" sldId="284"/>
            <ac:spMk id="7" creationId="{0803D3F2-4C2F-5947-A27C-227146A7E29F}"/>
          </ac:spMkLst>
        </pc:spChg>
        <pc:spChg chg="del">
          <ac:chgData name="Stumphauser Nóra" userId="ec38cc6f-534c-42c2-b38e-4137cef6bfb3" providerId="ADAL" clId="{58245BDD-0C08-47DC-A754-9992EA05194E}" dt="2026-01-30T08:26:22.508" v="463" actId="478"/>
          <ac:spMkLst>
            <pc:docMk/>
            <pc:sldMk cId="2327863820" sldId="284"/>
            <ac:spMk id="8" creationId="{FA9132E3-E1AD-7228-3DC0-360F5ED61C24}"/>
          </ac:spMkLst>
        </pc:spChg>
        <pc:spChg chg="del">
          <ac:chgData name="Stumphauser Nóra" userId="ec38cc6f-534c-42c2-b38e-4137cef6bfb3" providerId="ADAL" clId="{58245BDD-0C08-47DC-A754-9992EA05194E}" dt="2026-01-30T08:26:19.912" v="460" actId="478"/>
          <ac:spMkLst>
            <pc:docMk/>
            <pc:sldMk cId="2327863820" sldId="284"/>
            <ac:spMk id="9" creationId="{F5953065-0D8B-FF32-6178-BC5BA99387B6}"/>
          </ac:spMkLst>
        </pc:spChg>
        <pc:spChg chg="add mod">
          <ac:chgData name="Stumphauser Nóra" userId="ec38cc6f-534c-42c2-b38e-4137cef6bfb3" providerId="ADAL" clId="{58245BDD-0C08-47DC-A754-9992EA05194E}" dt="2026-01-30T08:26:34.070" v="467" actId="207"/>
          <ac:spMkLst>
            <pc:docMk/>
            <pc:sldMk cId="2327863820" sldId="284"/>
            <ac:spMk id="10" creationId="{78BD27B4-B0CD-FE72-3FF2-AF8FBC1A170D}"/>
          </ac:spMkLst>
        </pc:spChg>
        <pc:spChg chg="add mod">
          <ac:chgData name="Stumphauser Nóra" userId="ec38cc6f-534c-42c2-b38e-4137cef6bfb3" providerId="ADAL" clId="{58245BDD-0C08-47DC-A754-9992EA05194E}" dt="2026-01-30T08:26:41.483" v="469" actId="207"/>
          <ac:spMkLst>
            <pc:docMk/>
            <pc:sldMk cId="2327863820" sldId="284"/>
            <ac:spMk id="11" creationId="{99DEF510-BB3E-7AFA-C332-6A0450239EE3}"/>
          </ac:spMkLst>
        </pc:spChg>
        <pc:spChg chg="del">
          <ac:chgData name="Stumphauser Nóra" userId="ec38cc6f-534c-42c2-b38e-4137cef6bfb3" providerId="ADAL" clId="{58245BDD-0C08-47DC-A754-9992EA05194E}" dt="2026-01-30T08:26:24.235" v="465" actId="478"/>
          <ac:spMkLst>
            <pc:docMk/>
            <pc:sldMk cId="2327863820" sldId="284"/>
            <ac:spMk id="12" creationId="{B6B1AA37-9278-BB74-7416-34A1584423D5}"/>
          </ac:spMkLst>
        </pc:spChg>
        <pc:spChg chg="del">
          <ac:chgData name="Stumphauser Nóra" userId="ec38cc6f-534c-42c2-b38e-4137cef6bfb3" providerId="ADAL" clId="{58245BDD-0C08-47DC-A754-9992EA05194E}" dt="2026-01-30T08:26:21.492" v="462" actId="478"/>
          <ac:spMkLst>
            <pc:docMk/>
            <pc:sldMk cId="2327863820" sldId="284"/>
            <ac:spMk id="13" creationId="{FF523C92-53D3-34D6-2EBC-952B1F9F8AE4}"/>
          </ac:spMkLst>
        </pc:spChg>
        <pc:spChg chg="add mod">
          <ac:chgData name="Stumphauser Nóra" userId="ec38cc6f-534c-42c2-b38e-4137cef6bfb3" providerId="ADAL" clId="{58245BDD-0C08-47DC-A754-9992EA05194E}" dt="2026-01-30T08:26:39.273" v="468" actId="207"/>
          <ac:spMkLst>
            <pc:docMk/>
            <pc:sldMk cId="2327863820" sldId="284"/>
            <ac:spMk id="14" creationId="{94650EDD-C04A-4D70-B8F2-052FE46F60B3}"/>
          </ac:spMkLst>
        </pc:spChg>
        <pc:spChg chg="del">
          <ac:chgData name="Stumphauser Nóra" userId="ec38cc6f-534c-42c2-b38e-4137cef6bfb3" providerId="ADAL" clId="{58245BDD-0C08-47DC-A754-9992EA05194E}" dt="2026-01-30T08:26:23.313" v="464" actId="478"/>
          <ac:spMkLst>
            <pc:docMk/>
            <pc:sldMk cId="2327863820" sldId="284"/>
            <ac:spMk id="33" creationId="{87FACC02-2B45-FED6-DF27-E254954AA514}"/>
          </ac:spMkLst>
        </pc:spChg>
      </pc:sldChg>
      <pc:sldChg chg="modNotesTx">
        <pc:chgData name="Stumphauser Nóra" userId="ec38cc6f-534c-42c2-b38e-4137cef6bfb3" providerId="ADAL" clId="{58245BDD-0C08-47DC-A754-9992EA05194E}" dt="2026-01-30T08:28:14.600" v="471"/>
        <pc:sldMkLst>
          <pc:docMk/>
          <pc:sldMk cId="3040919363" sldId="285"/>
        </pc:sldMkLst>
      </pc:sldChg>
      <pc:sldChg chg="modSp mod modNotesTx">
        <pc:chgData name="Stumphauser Nóra" userId="ec38cc6f-534c-42c2-b38e-4137cef6bfb3" providerId="ADAL" clId="{58245BDD-0C08-47DC-A754-9992EA05194E}" dt="2026-01-30T08:28:20.642" v="472"/>
        <pc:sldMkLst>
          <pc:docMk/>
          <pc:sldMk cId="3366824753" sldId="286"/>
        </pc:sldMkLst>
        <pc:spChg chg="mod">
          <ac:chgData name="Stumphauser Nóra" userId="ec38cc6f-534c-42c2-b38e-4137cef6bfb3" providerId="ADAL" clId="{58245BDD-0C08-47DC-A754-9992EA05194E}" dt="2026-01-30T07:55:11.803" v="367" actId="122"/>
          <ac:spMkLst>
            <pc:docMk/>
            <pc:sldMk cId="3366824753" sldId="286"/>
            <ac:spMk id="5" creationId="{685E54C3-B4A5-B5C3-BE93-D2597BCDE023}"/>
          </ac:spMkLst>
        </pc:spChg>
      </pc:sldChg>
      <pc:sldChg chg="modSp mod modNotesTx">
        <pc:chgData name="Stumphauser Nóra" userId="ec38cc6f-534c-42c2-b38e-4137cef6bfb3" providerId="ADAL" clId="{58245BDD-0C08-47DC-A754-9992EA05194E}" dt="2026-01-30T08:28:27.231" v="473"/>
        <pc:sldMkLst>
          <pc:docMk/>
          <pc:sldMk cId="459102860" sldId="287"/>
        </pc:sldMkLst>
        <pc:spChg chg="mod">
          <ac:chgData name="Stumphauser Nóra" userId="ec38cc6f-534c-42c2-b38e-4137cef6bfb3" providerId="ADAL" clId="{58245BDD-0C08-47DC-A754-9992EA05194E}" dt="2026-01-30T07:55:47.442" v="376" actId="1076"/>
          <ac:spMkLst>
            <pc:docMk/>
            <pc:sldMk cId="459102860" sldId="287"/>
            <ac:spMk id="9" creationId="{EEB1EAB7-174A-3C6B-67C8-46AAE2DBB3E9}"/>
          </ac:spMkLst>
        </pc:spChg>
        <pc:spChg chg="mod">
          <ac:chgData name="Stumphauser Nóra" userId="ec38cc6f-534c-42c2-b38e-4137cef6bfb3" providerId="ADAL" clId="{58245BDD-0C08-47DC-A754-9992EA05194E}" dt="2026-01-30T07:56:05.200" v="381" actId="1076"/>
          <ac:spMkLst>
            <pc:docMk/>
            <pc:sldMk cId="459102860" sldId="287"/>
            <ac:spMk id="10" creationId="{80D65934-A3D0-AC03-FDD4-AD1914A1C850}"/>
          </ac:spMkLst>
        </pc:spChg>
        <pc:spChg chg="mod">
          <ac:chgData name="Stumphauser Nóra" userId="ec38cc6f-534c-42c2-b38e-4137cef6bfb3" providerId="ADAL" clId="{58245BDD-0C08-47DC-A754-9992EA05194E}" dt="2026-01-30T07:55:50.046" v="377" actId="1076"/>
          <ac:spMkLst>
            <pc:docMk/>
            <pc:sldMk cId="459102860" sldId="287"/>
            <ac:spMk id="12" creationId="{EEC5D188-9E0D-6310-7686-C9E131B4864F}"/>
          </ac:spMkLst>
        </pc:spChg>
        <pc:spChg chg="mod">
          <ac:chgData name="Stumphauser Nóra" userId="ec38cc6f-534c-42c2-b38e-4137cef6bfb3" providerId="ADAL" clId="{58245BDD-0C08-47DC-A754-9992EA05194E}" dt="2026-01-30T07:55:29.669" v="370" actId="1076"/>
          <ac:spMkLst>
            <pc:docMk/>
            <pc:sldMk cId="459102860" sldId="287"/>
            <ac:spMk id="13" creationId="{F19AEC49-CE9B-9BBC-F9B5-8A33407A2ACE}"/>
          </ac:spMkLst>
        </pc:spChg>
        <pc:spChg chg="mod">
          <ac:chgData name="Stumphauser Nóra" userId="ec38cc6f-534c-42c2-b38e-4137cef6bfb3" providerId="ADAL" clId="{58245BDD-0C08-47DC-A754-9992EA05194E}" dt="2026-01-30T07:56:17.101" v="383" actId="1076"/>
          <ac:spMkLst>
            <pc:docMk/>
            <pc:sldMk cId="459102860" sldId="287"/>
            <ac:spMk id="15" creationId="{0A2DAD47-8DF6-0996-3610-92A44E381138}"/>
          </ac:spMkLst>
        </pc:spChg>
        <pc:spChg chg="mod">
          <ac:chgData name="Stumphauser Nóra" userId="ec38cc6f-534c-42c2-b38e-4137cef6bfb3" providerId="ADAL" clId="{58245BDD-0C08-47DC-A754-9992EA05194E}" dt="2026-01-30T07:56:08.036" v="382" actId="1076"/>
          <ac:spMkLst>
            <pc:docMk/>
            <pc:sldMk cId="459102860" sldId="287"/>
            <ac:spMk id="19" creationId="{2E80F429-E593-D79D-7FEA-DAC0AFE7AF4E}"/>
          </ac:spMkLst>
        </pc:spChg>
        <pc:picChg chg="mod">
          <ac:chgData name="Stumphauser Nóra" userId="ec38cc6f-534c-42c2-b38e-4137cef6bfb3" providerId="ADAL" clId="{58245BDD-0C08-47DC-A754-9992EA05194E}" dt="2026-01-30T07:55:43.676" v="375" actId="1076"/>
          <ac:picMkLst>
            <pc:docMk/>
            <pc:sldMk cId="459102860" sldId="287"/>
            <ac:picMk id="22" creationId="{C9256F59-AB2D-DA1A-83E2-45B4C308C3E3}"/>
          </ac:picMkLst>
        </pc:picChg>
        <pc:picChg chg="mod">
          <ac:chgData name="Stumphauser Nóra" userId="ec38cc6f-534c-42c2-b38e-4137cef6bfb3" providerId="ADAL" clId="{58245BDD-0C08-47DC-A754-9992EA05194E}" dt="2026-01-30T07:55:38.435" v="372" actId="1076"/>
          <ac:picMkLst>
            <pc:docMk/>
            <pc:sldMk cId="459102860" sldId="287"/>
            <ac:picMk id="23" creationId="{11EB7641-9617-9CEE-B3DE-8ECE5E7E3C27}"/>
          </ac:picMkLst>
        </pc:picChg>
        <pc:picChg chg="mod">
          <ac:chgData name="Stumphauser Nóra" userId="ec38cc6f-534c-42c2-b38e-4137cef6bfb3" providerId="ADAL" clId="{58245BDD-0C08-47DC-A754-9992EA05194E}" dt="2026-01-30T07:55:40.261" v="374" actId="1076"/>
          <ac:picMkLst>
            <pc:docMk/>
            <pc:sldMk cId="459102860" sldId="287"/>
            <ac:picMk id="91" creationId="{A01BB42A-A191-649E-882A-948A661BEF73}"/>
          </ac:picMkLst>
        </pc:picChg>
      </pc:sldChg>
      <pc:sldChg chg="modNotesTx">
        <pc:chgData name="Stumphauser Nóra" userId="ec38cc6f-534c-42c2-b38e-4137cef6bfb3" providerId="ADAL" clId="{58245BDD-0C08-47DC-A754-9992EA05194E}" dt="2026-01-30T08:30:14.404" v="585" actId="20577"/>
        <pc:sldMkLst>
          <pc:docMk/>
          <pc:sldMk cId="692624875" sldId="288"/>
        </pc:sldMkLst>
      </pc:sldChg>
      <pc:sldChg chg="modNotesTx">
        <pc:chgData name="Stumphauser Nóra" userId="ec38cc6f-534c-42c2-b38e-4137cef6bfb3" providerId="ADAL" clId="{58245BDD-0C08-47DC-A754-9992EA05194E}" dt="2026-01-30T08:30:58.645" v="620" actId="20577"/>
        <pc:sldMkLst>
          <pc:docMk/>
          <pc:sldMk cId="4016531435" sldId="289"/>
        </pc:sldMkLst>
      </pc:sldChg>
      <pc:sldChg chg="modNotesTx">
        <pc:chgData name="Stumphauser Nóra" userId="ec38cc6f-534c-42c2-b38e-4137cef6bfb3" providerId="ADAL" clId="{58245BDD-0C08-47DC-A754-9992EA05194E}" dt="2026-01-30T08:31:19.160" v="621" actId="20577"/>
        <pc:sldMkLst>
          <pc:docMk/>
          <pc:sldMk cId="3700526409" sldId="290"/>
        </pc:sldMkLst>
      </pc:sldChg>
      <pc:sldChg chg="addSp delSp modSp add mod modNotesTx">
        <pc:chgData name="Stumphauser Nóra" userId="ec38cc6f-534c-42c2-b38e-4137cef6bfb3" providerId="ADAL" clId="{58245BDD-0C08-47DC-A754-9992EA05194E}" dt="2026-01-30T08:28:39.742" v="474"/>
        <pc:sldMkLst>
          <pc:docMk/>
          <pc:sldMk cId="159609803" sldId="293"/>
        </pc:sldMkLst>
        <pc:spChg chg="mod">
          <ac:chgData name="Stumphauser Nóra" userId="ec38cc6f-534c-42c2-b38e-4137cef6bfb3" providerId="ADAL" clId="{58245BDD-0C08-47DC-A754-9992EA05194E}" dt="2026-01-30T07:49:31.510" v="36" actId="20577"/>
          <ac:spMkLst>
            <pc:docMk/>
            <pc:sldMk cId="159609803" sldId="293"/>
            <ac:spMk id="2" creationId="{5B0CF973-896C-DAB5-3B90-3089281CBF62}"/>
          </ac:spMkLst>
        </pc:spChg>
        <pc:spChg chg="mod">
          <ac:chgData name="Stumphauser Nóra" userId="ec38cc6f-534c-42c2-b38e-4137cef6bfb3" providerId="ADAL" clId="{58245BDD-0C08-47DC-A754-9992EA05194E}" dt="2026-01-30T07:54:40.033" v="364" actId="20577"/>
          <ac:spMkLst>
            <pc:docMk/>
            <pc:sldMk cId="159609803" sldId="293"/>
            <ac:spMk id="4" creationId="{7AA73559-4692-F991-232C-27FECA782214}"/>
          </ac:spMkLst>
        </pc:spChg>
        <pc:spChg chg="mod">
          <ac:chgData name="Stumphauser Nóra" userId="ec38cc6f-534c-42c2-b38e-4137cef6bfb3" providerId="ADAL" clId="{58245BDD-0C08-47DC-A754-9992EA05194E}" dt="2026-01-30T07:53:12.561" v="309" actId="14100"/>
          <ac:spMkLst>
            <pc:docMk/>
            <pc:sldMk cId="159609803" sldId="293"/>
            <ac:spMk id="8" creationId="{ED655C9A-61E2-54AE-497A-A0CDB4717972}"/>
          </ac:spMkLst>
        </pc:spChg>
        <pc:spChg chg="mod">
          <ac:chgData name="Stumphauser Nóra" userId="ec38cc6f-534c-42c2-b38e-4137cef6bfb3" providerId="ADAL" clId="{58245BDD-0C08-47DC-A754-9992EA05194E}" dt="2026-01-30T07:50:47.029" v="171" actId="1076"/>
          <ac:spMkLst>
            <pc:docMk/>
            <pc:sldMk cId="159609803" sldId="293"/>
            <ac:spMk id="9" creationId="{07902ABF-8062-68E5-443C-0A3A2C82A674}"/>
          </ac:spMkLst>
        </pc:spChg>
        <pc:spChg chg="mod">
          <ac:chgData name="Stumphauser Nóra" userId="ec38cc6f-534c-42c2-b38e-4137cef6bfb3" providerId="ADAL" clId="{58245BDD-0C08-47DC-A754-9992EA05194E}" dt="2026-01-30T07:51:40.020" v="198" actId="1076"/>
          <ac:spMkLst>
            <pc:docMk/>
            <pc:sldMk cId="159609803" sldId="293"/>
            <ac:spMk id="10" creationId="{59713344-AFAF-D6C2-42FB-699D6133CF3F}"/>
          </ac:spMkLst>
        </pc:spChg>
        <pc:spChg chg="del">
          <ac:chgData name="Stumphauser Nóra" userId="ec38cc6f-534c-42c2-b38e-4137cef6bfb3" providerId="ADAL" clId="{58245BDD-0C08-47DC-A754-9992EA05194E}" dt="2026-01-30T07:49:58.059" v="82" actId="478"/>
          <ac:spMkLst>
            <pc:docMk/>
            <pc:sldMk cId="159609803" sldId="293"/>
            <ac:spMk id="12" creationId="{DFAD7596-BE08-610F-9477-0D067E1C86E5}"/>
          </ac:spMkLst>
        </pc:spChg>
        <pc:spChg chg="mod">
          <ac:chgData name="Stumphauser Nóra" userId="ec38cc6f-534c-42c2-b38e-4137cef6bfb3" providerId="ADAL" clId="{58245BDD-0C08-47DC-A754-9992EA05194E}" dt="2026-01-30T07:51:01.006" v="178" actId="255"/>
          <ac:spMkLst>
            <pc:docMk/>
            <pc:sldMk cId="159609803" sldId="293"/>
            <ac:spMk id="13" creationId="{AE373E47-ACE0-267C-E67C-DC252018326B}"/>
          </ac:spMkLst>
        </pc:spChg>
        <pc:spChg chg="del mod">
          <ac:chgData name="Stumphauser Nóra" userId="ec38cc6f-534c-42c2-b38e-4137cef6bfb3" providerId="ADAL" clId="{58245BDD-0C08-47DC-A754-9992EA05194E}" dt="2026-01-30T07:52:42.183" v="303" actId="478"/>
          <ac:spMkLst>
            <pc:docMk/>
            <pc:sldMk cId="159609803" sldId="293"/>
            <ac:spMk id="15" creationId="{FA95D2EA-2B0E-1FB6-FE16-6831E653D346}"/>
          </ac:spMkLst>
        </pc:spChg>
        <pc:spChg chg="add del mod">
          <ac:chgData name="Stumphauser Nóra" userId="ec38cc6f-534c-42c2-b38e-4137cef6bfb3" providerId="ADAL" clId="{58245BDD-0C08-47DC-A754-9992EA05194E}" dt="2026-01-30T07:53:03.598" v="308" actId="478"/>
          <ac:spMkLst>
            <pc:docMk/>
            <pc:sldMk cId="159609803" sldId="293"/>
            <ac:spMk id="16" creationId="{4471C589-476D-5E3B-FEBE-F92E3004E503}"/>
          </ac:spMkLst>
        </pc:spChg>
        <pc:spChg chg="add del mod">
          <ac:chgData name="Stumphauser Nóra" userId="ec38cc6f-534c-42c2-b38e-4137cef6bfb3" providerId="ADAL" clId="{58245BDD-0C08-47DC-A754-9992EA05194E}" dt="2026-01-30T07:52:55.598" v="306" actId="478"/>
          <ac:spMkLst>
            <pc:docMk/>
            <pc:sldMk cId="159609803" sldId="293"/>
            <ac:spMk id="17" creationId="{57F3A431-ED35-A8CC-8766-C21B1ADE63A8}"/>
          </ac:spMkLst>
        </pc:spChg>
        <pc:spChg chg="add mod">
          <ac:chgData name="Stumphauser Nóra" userId="ec38cc6f-534c-42c2-b38e-4137cef6bfb3" providerId="ADAL" clId="{58245BDD-0C08-47DC-A754-9992EA05194E}" dt="2026-01-30T07:52:46.265" v="304" actId="1076"/>
          <ac:spMkLst>
            <pc:docMk/>
            <pc:sldMk cId="159609803" sldId="293"/>
            <ac:spMk id="18" creationId="{60EA1C2C-5FA3-7B74-AD88-F002243B6E7B}"/>
          </ac:spMkLst>
        </pc:spChg>
        <pc:spChg chg="del">
          <ac:chgData name="Stumphauser Nóra" userId="ec38cc6f-534c-42c2-b38e-4137cef6bfb3" providerId="ADAL" clId="{58245BDD-0C08-47DC-A754-9992EA05194E}" dt="2026-01-30T07:51:41.828" v="199" actId="478"/>
          <ac:spMkLst>
            <pc:docMk/>
            <pc:sldMk cId="159609803" sldId="293"/>
            <ac:spMk id="19" creationId="{BD8EB9F8-DF8C-6738-2529-34AF8921460F}"/>
          </ac:spMkLst>
        </pc:spChg>
        <pc:spChg chg="add mod">
          <ac:chgData name="Stumphauser Nóra" userId="ec38cc6f-534c-42c2-b38e-4137cef6bfb3" providerId="ADAL" clId="{58245BDD-0C08-47DC-A754-9992EA05194E}" dt="2026-01-30T07:54:26.376" v="344" actId="14100"/>
          <ac:spMkLst>
            <pc:docMk/>
            <pc:sldMk cId="159609803" sldId="293"/>
            <ac:spMk id="21" creationId="{54824945-BCA2-6501-7F46-533894420CA9}"/>
          </ac:spMkLst>
        </pc:spChg>
        <pc:picChg chg="add del">
          <ac:chgData name="Stumphauser Nóra" userId="ec38cc6f-534c-42c2-b38e-4137cef6bfb3" providerId="ADAL" clId="{58245BDD-0C08-47DC-A754-9992EA05194E}" dt="2026-01-30T07:50:01.553" v="84" actId="478"/>
          <ac:picMkLst>
            <pc:docMk/>
            <pc:sldMk cId="159609803" sldId="293"/>
            <ac:picMk id="14" creationId="{C01296BE-EB28-196D-EFBC-9241CE32F43C}"/>
          </ac:picMkLst>
        </pc:picChg>
        <pc:picChg chg="mod">
          <ac:chgData name="Stumphauser Nóra" userId="ec38cc6f-534c-42c2-b38e-4137cef6bfb3" providerId="ADAL" clId="{58245BDD-0C08-47DC-A754-9992EA05194E}" dt="2026-01-30T07:51:14.443" v="181" actId="14100"/>
          <ac:picMkLst>
            <pc:docMk/>
            <pc:sldMk cId="159609803" sldId="293"/>
            <ac:picMk id="22" creationId="{9BE19A9C-D548-844C-9C00-0242EABC7135}"/>
          </ac:picMkLst>
        </pc:picChg>
        <pc:picChg chg="mod">
          <ac:chgData name="Stumphauser Nóra" userId="ec38cc6f-534c-42c2-b38e-4137cef6bfb3" providerId="ADAL" clId="{58245BDD-0C08-47DC-A754-9992EA05194E}" dt="2026-01-30T07:50:52.765" v="174" actId="1076"/>
          <ac:picMkLst>
            <pc:docMk/>
            <pc:sldMk cId="159609803" sldId="293"/>
            <ac:picMk id="23" creationId="{93406F21-E61E-7798-2EB1-F41EF543057A}"/>
          </ac:picMkLst>
        </pc:picChg>
        <pc:picChg chg="del">
          <ac:chgData name="Stumphauser Nóra" userId="ec38cc6f-534c-42c2-b38e-4137cef6bfb3" providerId="ADAL" clId="{58245BDD-0C08-47DC-A754-9992EA05194E}" dt="2026-01-30T07:49:56.468" v="81" actId="478"/>
          <ac:picMkLst>
            <pc:docMk/>
            <pc:sldMk cId="159609803" sldId="293"/>
            <ac:picMk id="91" creationId="{B6451B33-2BC1-DD56-6196-EDD2DE03F4B9}"/>
          </ac:picMkLst>
        </pc:picChg>
      </pc:sldChg>
      <pc:sldChg chg="delSp modSp add mod modNotesTx">
        <pc:chgData name="Stumphauser Nóra" userId="ec38cc6f-534c-42c2-b38e-4137cef6bfb3" providerId="ADAL" clId="{58245BDD-0C08-47DC-A754-9992EA05194E}" dt="2026-01-30T08:28:53.003" v="475"/>
        <pc:sldMkLst>
          <pc:docMk/>
          <pc:sldMk cId="1171918815" sldId="294"/>
        </pc:sldMkLst>
        <pc:spChg chg="mod">
          <ac:chgData name="Stumphauser Nóra" userId="ec38cc6f-534c-42c2-b38e-4137cef6bfb3" providerId="ADAL" clId="{58245BDD-0C08-47DC-A754-9992EA05194E}" dt="2026-01-30T08:02:09.477" v="413" actId="20577"/>
          <ac:spMkLst>
            <pc:docMk/>
            <pc:sldMk cId="1171918815" sldId="294"/>
            <ac:spMk id="2" creationId="{AC98431C-1FE7-0BDF-AD50-8D46C4E4569E}"/>
          </ac:spMkLst>
        </pc:spChg>
        <pc:spChg chg="del">
          <ac:chgData name="Stumphauser Nóra" userId="ec38cc6f-534c-42c2-b38e-4137cef6bfb3" providerId="ADAL" clId="{58245BDD-0C08-47DC-A754-9992EA05194E}" dt="2026-01-30T08:02:11.783" v="414" actId="478"/>
          <ac:spMkLst>
            <pc:docMk/>
            <pc:sldMk cId="1171918815" sldId="294"/>
            <ac:spMk id="4" creationId="{C7D52B26-94EE-0308-E332-A19FE800E688}"/>
          </ac:spMkLst>
        </pc:spChg>
        <pc:spChg chg="del">
          <ac:chgData name="Stumphauser Nóra" userId="ec38cc6f-534c-42c2-b38e-4137cef6bfb3" providerId="ADAL" clId="{58245BDD-0C08-47DC-A754-9992EA05194E}" dt="2026-01-30T08:02:15.828" v="417" actId="478"/>
          <ac:spMkLst>
            <pc:docMk/>
            <pc:sldMk cId="1171918815" sldId="294"/>
            <ac:spMk id="8" creationId="{4AE4229D-CB35-E340-DFE1-BB28AF29EAC3}"/>
          </ac:spMkLst>
        </pc:spChg>
        <pc:spChg chg="del">
          <ac:chgData name="Stumphauser Nóra" userId="ec38cc6f-534c-42c2-b38e-4137cef6bfb3" providerId="ADAL" clId="{58245BDD-0C08-47DC-A754-9992EA05194E}" dt="2026-01-30T08:02:14.648" v="415" actId="478"/>
          <ac:spMkLst>
            <pc:docMk/>
            <pc:sldMk cId="1171918815" sldId="294"/>
            <ac:spMk id="9" creationId="{70470276-CB40-6888-1820-20435668E6A0}"/>
          </ac:spMkLst>
        </pc:spChg>
        <pc:spChg chg="del">
          <ac:chgData name="Stumphauser Nóra" userId="ec38cc6f-534c-42c2-b38e-4137cef6bfb3" providerId="ADAL" clId="{58245BDD-0C08-47DC-A754-9992EA05194E}" dt="2026-01-30T08:02:17.791" v="419" actId="478"/>
          <ac:spMkLst>
            <pc:docMk/>
            <pc:sldMk cId="1171918815" sldId="294"/>
            <ac:spMk id="10" creationId="{239F0C06-8BF0-5D6F-B985-BF58E5A03752}"/>
          </ac:spMkLst>
        </pc:spChg>
        <pc:spChg chg="mod">
          <ac:chgData name="Stumphauser Nóra" userId="ec38cc6f-534c-42c2-b38e-4137cef6bfb3" providerId="ADAL" clId="{58245BDD-0C08-47DC-A754-9992EA05194E}" dt="2026-01-30T08:03:39.628" v="452" actId="255"/>
          <ac:spMkLst>
            <pc:docMk/>
            <pc:sldMk cId="1171918815" sldId="294"/>
            <ac:spMk id="13" creationId="{672D7EC9-6F02-08E2-3E63-F274A33D2891}"/>
          </ac:spMkLst>
        </pc:spChg>
        <pc:spChg chg="del mod">
          <ac:chgData name="Stumphauser Nóra" userId="ec38cc6f-534c-42c2-b38e-4137cef6bfb3" providerId="ADAL" clId="{58245BDD-0C08-47DC-A754-9992EA05194E}" dt="2026-01-30T08:02:18.846" v="421" actId="478"/>
          <ac:spMkLst>
            <pc:docMk/>
            <pc:sldMk cId="1171918815" sldId="294"/>
            <ac:spMk id="18" creationId="{F4F5B567-B315-BE21-ADE9-C5B03ACFB902}"/>
          </ac:spMkLst>
        </pc:spChg>
        <pc:spChg chg="del">
          <ac:chgData name="Stumphauser Nóra" userId="ec38cc6f-534c-42c2-b38e-4137cef6bfb3" providerId="ADAL" clId="{58245BDD-0C08-47DC-A754-9992EA05194E}" dt="2026-01-30T08:02:36.018" v="425" actId="478"/>
          <ac:spMkLst>
            <pc:docMk/>
            <pc:sldMk cId="1171918815" sldId="294"/>
            <ac:spMk id="21" creationId="{8EBD7F84-47E7-2303-414B-7ED0C583A131}"/>
          </ac:spMkLst>
        </pc:spChg>
        <pc:picChg chg="del">
          <ac:chgData name="Stumphauser Nóra" userId="ec38cc6f-534c-42c2-b38e-4137cef6bfb3" providerId="ADAL" clId="{58245BDD-0C08-47DC-A754-9992EA05194E}" dt="2026-01-30T08:02:16.176" v="418" actId="478"/>
          <ac:picMkLst>
            <pc:docMk/>
            <pc:sldMk cId="1171918815" sldId="294"/>
            <ac:picMk id="22" creationId="{874E1AD8-20CF-A9AE-0765-78FA77EFE062}"/>
          </ac:picMkLst>
        </pc:picChg>
        <pc:picChg chg="del">
          <ac:chgData name="Stumphauser Nóra" userId="ec38cc6f-534c-42c2-b38e-4137cef6bfb3" providerId="ADAL" clId="{58245BDD-0C08-47DC-A754-9992EA05194E}" dt="2026-01-30T08:02:15.047" v="416" actId="478"/>
          <ac:picMkLst>
            <pc:docMk/>
            <pc:sldMk cId="1171918815" sldId="294"/>
            <ac:picMk id="23" creationId="{0EB35AC0-9A05-27D7-0353-DC7D65592859}"/>
          </ac:picMkLst>
        </pc:picChg>
      </pc:sldChg>
    </pc:docChg>
  </pc:docChgLst>
  <pc:docChgLst>
    <pc:chgData name="Stumphauser Nóra" userId="S::stumphauser.nora@logiscool.com::ec38cc6f-534c-42c2-b38e-4137cef6bfb3" providerId="AD" clId="Web-{162CF28A-2143-E8A7-197C-A4A64B69A793}"/>
    <pc:docChg chg="modSld">
      <pc:chgData name="Stumphauser Nóra" userId="S::stumphauser.nora@logiscool.com::ec38cc6f-534c-42c2-b38e-4137cef6bfb3" providerId="AD" clId="Web-{162CF28A-2143-E8A7-197C-A4A64B69A793}" dt="2026-01-30T09:23:32.963" v="2" actId="1076"/>
      <pc:docMkLst>
        <pc:docMk/>
      </pc:docMkLst>
      <pc:sldChg chg="addSp modSp">
        <pc:chgData name="Stumphauser Nóra" userId="S::stumphauser.nora@logiscool.com::ec38cc6f-534c-42c2-b38e-4137cef6bfb3" providerId="AD" clId="Web-{162CF28A-2143-E8A7-197C-A4A64B69A793}" dt="2026-01-30T09:23:32.963" v="2" actId="1076"/>
        <pc:sldMkLst>
          <pc:docMk/>
          <pc:sldMk cId="1171918815" sldId="294"/>
        </pc:sldMkLst>
        <pc:picChg chg="add mod">
          <ac:chgData name="Stumphauser Nóra" userId="S::stumphauser.nora@logiscool.com::ec38cc6f-534c-42c2-b38e-4137cef6bfb3" providerId="AD" clId="Web-{162CF28A-2143-E8A7-197C-A4A64B69A793}" dt="2026-01-30T09:23:32.963" v="2" actId="1076"/>
          <ac:picMkLst>
            <pc:docMk/>
            <pc:sldMk cId="1171918815" sldId="294"/>
            <ac:picMk id="4" creationId="{9AEF57D7-4798-865B-DD97-D5E071FC7B63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028011-A564-4901-9546-CB61B6D9301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C307E284-18AE-44E9-94C4-46748A0C30C0}">
      <dgm:prSet phldrT="[Text]" phldr="0"/>
      <dgm:spPr>
        <a:solidFill>
          <a:srgbClr val="C4D600"/>
        </a:solidFill>
      </dgm:spPr>
      <dgm:t>
        <a:bodyPr/>
        <a:lstStyle/>
        <a:p>
          <a:r>
            <a:rPr lang="en-GB" b="1" err="1">
              <a:solidFill>
                <a:schemeClr val="bg1"/>
              </a:solidFill>
            </a:rPr>
            <a:t>Adatok</a:t>
          </a:r>
          <a:endParaRPr lang="en-GB" b="1">
            <a:solidFill>
              <a:schemeClr val="bg1"/>
            </a:solidFill>
          </a:endParaRPr>
        </a:p>
      </dgm:t>
    </dgm:pt>
    <dgm:pt modelId="{52C70E08-4D11-4193-93D8-D64204C9A07A}" type="parTrans" cxnId="{25E05829-E511-4CC2-B973-8F63B4F257B8}">
      <dgm:prSet/>
      <dgm:spPr/>
      <dgm:t>
        <a:bodyPr/>
        <a:lstStyle/>
        <a:p>
          <a:endParaRPr lang="en-GB"/>
        </a:p>
      </dgm:t>
    </dgm:pt>
    <dgm:pt modelId="{0E0EF9D6-FC68-4AE9-8292-00F43ABCF96B}" type="sibTrans" cxnId="{25E05829-E511-4CC2-B973-8F63B4F257B8}">
      <dgm:prSet/>
      <dgm:spPr/>
      <dgm:t>
        <a:bodyPr/>
        <a:lstStyle/>
        <a:p>
          <a:endParaRPr lang="en-GB"/>
        </a:p>
      </dgm:t>
    </dgm:pt>
    <dgm:pt modelId="{6B17D6B1-D07B-4A59-82A8-50581D91AA79}">
      <dgm:prSet phldrT="[Text]" phldr="0"/>
      <dgm:spPr>
        <a:solidFill>
          <a:srgbClr val="009CDE"/>
        </a:solidFill>
      </dgm:spPr>
      <dgm:t>
        <a:bodyPr/>
        <a:lstStyle/>
        <a:p>
          <a:r>
            <a:rPr lang="en-GB" b="1" err="1"/>
            <a:t>Tanuló</a:t>
          </a:r>
          <a:r>
            <a:rPr lang="en-GB" b="1"/>
            <a:t> </a:t>
          </a:r>
          <a:r>
            <a:rPr lang="en-GB" b="1" err="1"/>
            <a:t>algoritmus</a:t>
          </a:r>
          <a:endParaRPr lang="en-GB" b="1"/>
        </a:p>
      </dgm:t>
    </dgm:pt>
    <dgm:pt modelId="{5F0E2002-5A73-4074-9F7A-C6B9EDD64396}" type="parTrans" cxnId="{9076F2D3-696C-4EF9-B649-9CEB783E4B99}">
      <dgm:prSet/>
      <dgm:spPr/>
      <dgm:t>
        <a:bodyPr/>
        <a:lstStyle/>
        <a:p>
          <a:endParaRPr lang="en-GB"/>
        </a:p>
      </dgm:t>
    </dgm:pt>
    <dgm:pt modelId="{306730C0-C5B1-423A-A1DF-4C8331B10657}" type="sibTrans" cxnId="{9076F2D3-696C-4EF9-B649-9CEB783E4B99}">
      <dgm:prSet/>
      <dgm:spPr/>
      <dgm:t>
        <a:bodyPr/>
        <a:lstStyle/>
        <a:p>
          <a:endParaRPr lang="en-GB"/>
        </a:p>
      </dgm:t>
    </dgm:pt>
    <dgm:pt modelId="{532B024B-46B6-4541-8FA3-FF4C1D68AE96}">
      <dgm:prSet phldrT="[Text]" phldr="0"/>
      <dgm:spPr>
        <a:solidFill>
          <a:srgbClr val="A50050"/>
        </a:solidFill>
      </dgm:spPr>
      <dgm:t>
        <a:bodyPr/>
        <a:lstStyle/>
        <a:p>
          <a:r>
            <a:rPr lang="en-GB" b="1"/>
            <a:t>Modell</a:t>
          </a:r>
        </a:p>
      </dgm:t>
    </dgm:pt>
    <dgm:pt modelId="{B1030144-4A16-482A-888C-1B2AF6702D95}" type="parTrans" cxnId="{85C6712E-42A2-4DBA-95C4-701F735DFC63}">
      <dgm:prSet/>
      <dgm:spPr/>
      <dgm:t>
        <a:bodyPr/>
        <a:lstStyle/>
        <a:p>
          <a:endParaRPr lang="en-GB"/>
        </a:p>
      </dgm:t>
    </dgm:pt>
    <dgm:pt modelId="{7DE3FC89-0C44-4370-B0C0-9FB744DC898F}" type="sibTrans" cxnId="{85C6712E-42A2-4DBA-95C4-701F735DFC63}">
      <dgm:prSet/>
      <dgm:spPr/>
      <dgm:t>
        <a:bodyPr/>
        <a:lstStyle/>
        <a:p>
          <a:endParaRPr lang="en-GB"/>
        </a:p>
      </dgm:t>
    </dgm:pt>
    <dgm:pt modelId="{88253A79-4540-4987-BD6A-400F5281A6C7}">
      <dgm:prSet phldrT="[Text]" phldr="0"/>
      <dgm:spPr>
        <a:solidFill>
          <a:srgbClr val="00426A"/>
        </a:solidFill>
      </dgm:spPr>
      <dgm:t>
        <a:bodyPr/>
        <a:lstStyle/>
        <a:p>
          <a:r>
            <a:rPr lang="en-GB" b="1" err="1"/>
            <a:t>Predikció</a:t>
          </a:r>
          <a:endParaRPr lang="en-GB" b="1"/>
        </a:p>
      </dgm:t>
    </dgm:pt>
    <dgm:pt modelId="{0D09E4CD-1B36-44CA-A823-43F544F8E6C3}" type="parTrans" cxnId="{45669467-489A-4C04-9CC5-35442B012254}">
      <dgm:prSet/>
      <dgm:spPr/>
      <dgm:t>
        <a:bodyPr/>
        <a:lstStyle/>
        <a:p>
          <a:endParaRPr lang="en-GB"/>
        </a:p>
      </dgm:t>
    </dgm:pt>
    <dgm:pt modelId="{F3FC7172-C4CD-4E82-8E03-1D24E1ACA3E6}" type="sibTrans" cxnId="{45669467-489A-4C04-9CC5-35442B012254}">
      <dgm:prSet/>
      <dgm:spPr/>
      <dgm:t>
        <a:bodyPr/>
        <a:lstStyle/>
        <a:p>
          <a:endParaRPr lang="en-GB"/>
        </a:p>
      </dgm:t>
    </dgm:pt>
    <dgm:pt modelId="{D04E438C-E34B-4132-A747-D81C9A14CE5D}" type="pres">
      <dgm:prSet presAssocID="{F8028011-A564-4901-9546-CB61B6D93013}" presName="Name0" presStyleCnt="0">
        <dgm:presLayoutVars>
          <dgm:dir/>
          <dgm:resizeHandles val="exact"/>
        </dgm:presLayoutVars>
      </dgm:prSet>
      <dgm:spPr/>
    </dgm:pt>
    <dgm:pt modelId="{30DCE5C6-DDFA-4952-A87E-8BAB9A72DCBA}" type="pres">
      <dgm:prSet presAssocID="{C307E284-18AE-44E9-94C4-46748A0C30C0}" presName="node" presStyleLbl="node1" presStyleIdx="0" presStyleCnt="4" custLinFactX="292849" custLinFactY="-100000" custLinFactNeighborX="300000" custLinFactNeighborY="-108202">
        <dgm:presLayoutVars>
          <dgm:bulletEnabled val="1"/>
        </dgm:presLayoutVars>
      </dgm:prSet>
      <dgm:spPr/>
    </dgm:pt>
    <dgm:pt modelId="{0F4C1F37-8A62-41B8-A346-7ABA3C754C46}" type="pres">
      <dgm:prSet presAssocID="{0E0EF9D6-FC68-4AE9-8292-00F43ABCF96B}" presName="sibTrans" presStyleLbl="sibTrans2D1" presStyleIdx="0" presStyleCnt="3"/>
      <dgm:spPr/>
    </dgm:pt>
    <dgm:pt modelId="{A39DD440-8F2C-4861-90B0-A59346336EB1}" type="pres">
      <dgm:prSet presAssocID="{0E0EF9D6-FC68-4AE9-8292-00F43ABCF96B}" presName="connectorText" presStyleLbl="sibTrans2D1" presStyleIdx="0" presStyleCnt="3"/>
      <dgm:spPr/>
    </dgm:pt>
    <dgm:pt modelId="{ED4EF1A0-920C-4579-9822-364C58C23B5D}" type="pres">
      <dgm:prSet presAssocID="{6B17D6B1-D07B-4A59-82A8-50581D91AA79}" presName="node" presStyleLbl="node1" presStyleIdx="1" presStyleCnt="4" custLinFactX="48596" custLinFactNeighborX="100000" custLinFactNeighborY="-84446">
        <dgm:presLayoutVars>
          <dgm:bulletEnabled val="1"/>
        </dgm:presLayoutVars>
      </dgm:prSet>
      <dgm:spPr/>
    </dgm:pt>
    <dgm:pt modelId="{A4B110CB-B717-4D26-8E47-D3AC82444D7C}" type="pres">
      <dgm:prSet presAssocID="{306730C0-C5B1-423A-A1DF-4C8331B10657}" presName="sibTrans" presStyleLbl="sibTrans2D1" presStyleIdx="1" presStyleCnt="3"/>
      <dgm:spPr/>
    </dgm:pt>
    <dgm:pt modelId="{C145FE84-C82A-488B-96A9-4FF2EC10EA51}" type="pres">
      <dgm:prSet presAssocID="{306730C0-C5B1-423A-A1DF-4C8331B10657}" presName="connectorText" presStyleLbl="sibTrans2D1" presStyleIdx="1" presStyleCnt="3"/>
      <dgm:spPr/>
    </dgm:pt>
    <dgm:pt modelId="{859E7E7C-9983-467E-BED3-26317D328CC8}" type="pres">
      <dgm:prSet presAssocID="{532B024B-46B6-4541-8FA3-FF4C1D68AE96}" presName="node" presStyleLbl="node1" presStyleIdx="2" presStyleCnt="4" custLinFactX="96595" custLinFactNeighborX="100000" custLinFactNeighborY="54476">
        <dgm:presLayoutVars>
          <dgm:bulletEnabled val="1"/>
        </dgm:presLayoutVars>
      </dgm:prSet>
      <dgm:spPr/>
    </dgm:pt>
    <dgm:pt modelId="{DFB632ED-8BD9-4CB1-AD78-0EE049AED467}" type="pres">
      <dgm:prSet presAssocID="{7DE3FC89-0C44-4370-B0C0-9FB744DC898F}" presName="sibTrans" presStyleLbl="sibTrans2D1" presStyleIdx="2" presStyleCnt="3"/>
      <dgm:spPr/>
    </dgm:pt>
    <dgm:pt modelId="{70C32551-FD71-4CA0-AA28-B444985F3EB5}" type="pres">
      <dgm:prSet presAssocID="{7DE3FC89-0C44-4370-B0C0-9FB744DC898F}" presName="connectorText" presStyleLbl="sibTrans2D1" presStyleIdx="2" presStyleCnt="3"/>
      <dgm:spPr/>
    </dgm:pt>
    <dgm:pt modelId="{E71B192B-A060-4169-AE74-62AF15701CAA}" type="pres">
      <dgm:prSet presAssocID="{88253A79-4540-4987-BD6A-400F5281A6C7}" presName="node" presStyleLbl="node1" presStyleIdx="3" presStyleCnt="4" custLinFactX="-114028" custLinFactY="100000" custLinFactNeighborX="-200000" custLinFactNeighborY="111288">
        <dgm:presLayoutVars>
          <dgm:bulletEnabled val="1"/>
        </dgm:presLayoutVars>
      </dgm:prSet>
      <dgm:spPr/>
    </dgm:pt>
  </dgm:ptLst>
  <dgm:cxnLst>
    <dgm:cxn modelId="{38D3C812-0E3B-4955-A4B2-2A49E4A4A7F0}" type="presOf" srcId="{7DE3FC89-0C44-4370-B0C0-9FB744DC898F}" destId="{70C32551-FD71-4CA0-AA28-B444985F3EB5}" srcOrd="1" destOrd="0" presId="urn:microsoft.com/office/officeart/2005/8/layout/process1"/>
    <dgm:cxn modelId="{BE723016-B232-48B0-82A4-E78405706B0B}" type="presOf" srcId="{0E0EF9D6-FC68-4AE9-8292-00F43ABCF96B}" destId="{A39DD440-8F2C-4861-90B0-A59346336EB1}" srcOrd="1" destOrd="0" presId="urn:microsoft.com/office/officeart/2005/8/layout/process1"/>
    <dgm:cxn modelId="{25E05829-E511-4CC2-B973-8F63B4F257B8}" srcId="{F8028011-A564-4901-9546-CB61B6D93013}" destId="{C307E284-18AE-44E9-94C4-46748A0C30C0}" srcOrd="0" destOrd="0" parTransId="{52C70E08-4D11-4193-93D8-D64204C9A07A}" sibTransId="{0E0EF9D6-FC68-4AE9-8292-00F43ABCF96B}"/>
    <dgm:cxn modelId="{85C6712E-42A2-4DBA-95C4-701F735DFC63}" srcId="{F8028011-A564-4901-9546-CB61B6D93013}" destId="{532B024B-46B6-4541-8FA3-FF4C1D68AE96}" srcOrd="2" destOrd="0" parTransId="{B1030144-4A16-482A-888C-1B2AF6702D95}" sibTransId="{7DE3FC89-0C44-4370-B0C0-9FB744DC898F}"/>
    <dgm:cxn modelId="{BD178363-1FA7-44E1-936F-66FEF21BF9B0}" type="presOf" srcId="{6B17D6B1-D07B-4A59-82A8-50581D91AA79}" destId="{ED4EF1A0-920C-4579-9822-364C58C23B5D}" srcOrd="0" destOrd="0" presId="urn:microsoft.com/office/officeart/2005/8/layout/process1"/>
    <dgm:cxn modelId="{45669467-489A-4C04-9CC5-35442B012254}" srcId="{F8028011-A564-4901-9546-CB61B6D93013}" destId="{88253A79-4540-4987-BD6A-400F5281A6C7}" srcOrd="3" destOrd="0" parTransId="{0D09E4CD-1B36-44CA-A823-43F544F8E6C3}" sibTransId="{F3FC7172-C4CD-4E82-8E03-1D24E1ACA3E6}"/>
    <dgm:cxn modelId="{885ECD73-2BF4-4095-B629-9AED874305A6}" type="presOf" srcId="{F8028011-A564-4901-9546-CB61B6D93013}" destId="{D04E438C-E34B-4132-A747-D81C9A14CE5D}" srcOrd="0" destOrd="0" presId="urn:microsoft.com/office/officeart/2005/8/layout/process1"/>
    <dgm:cxn modelId="{DD317554-AA1C-4CA0-BA86-CBF8CDC1782C}" type="presOf" srcId="{532B024B-46B6-4541-8FA3-FF4C1D68AE96}" destId="{859E7E7C-9983-467E-BED3-26317D328CC8}" srcOrd="0" destOrd="0" presId="urn:microsoft.com/office/officeart/2005/8/layout/process1"/>
    <dgm:cxn modelId="{4F8BD0A3-595B-4DC6-9CC8-071E2B8EA986}" type="presOf" srcId="{306730C0-C5B1-423A-A1DF-4C8331B10657}" destId="{A4B110CB-B717-4D26-8E47-D3AC82444D7C}" srcOrd="0" destOrd="0" presId="urn:microsoft.com/office/officeart/2005/8/layout/process1"/>
    <dgm:cxn modelId="{EF1885B8-C71C-45ED-A363-B1409378259E}" type="presOf" srcId="{C307E284-18AE-44E9-94C4-46748A0C30C0}" destId="{30DCE5C6-DDFA-4952-A87E-8BAB9A72DCBA}" srcOrd="0" destOrd="0" presId="urn:microsoft.com/office/officeart/2005/8/layout/process1"/>
    <dgm:cxn modelId="{7629F8C1-0E15-43B6-A2C8-5B1F7F949E91}" type="presOf" srcId="{88253A79-4540-4987-BD6A-400F5281A6C7}" destId="{E71B192B-A060-4169-AE74-62AF15701CAA}" srcOrd="0" destOrd="0" presId="urn:microsoft.com/office/officeart/2005/8/layout/process1"/>
    <dgm:cxn modelId="{54367CCB-9114-436A-944E-1520ACEDA301}" type="presOf" srcId="{0E0EF9D6-FC68-4AE9-8292-00F43ABCF96B}" destId="{0F4C1F37-8A62-41B8-A346-7ABA3C754C46}" srcOrd="0" destOrd="0" presId="urn:microsoft.com/office/officeart/2005/8/layout/process1"/>
    <dgm:cxn modelId="{9076F2D3-696C-4EF9-B649-9CEB783E4B99}" srcId="{F8028011-A564-4901-9546-CB61B6D93013}" destId="{6B17D6B1-D07B-4A59-82A8-50581D91AA79}" srcOrd="1" destOrd="0" parTransId="{5F0E2002-5A73-4074-9F7A-C6B9EDD64396}" sibTransId="{306730C0-C5B1-423A-A1DF-4C8331B10657}"/>
    <dgm:cxn modelId="{3F7B46D5-C665-408B-83BA-B64844ACBE50}" type="presOf" srcId="{306730C0-C5B1-423A-A1DF-4C8331B10657}" destId="{C145FE84-C82A-488B-96A9-4FF2EC10EA51}" srcOrd="1" destOrd="0" presId="urn:microsoft.com/office/officeart/2005/8/layout/process1"/>
    <dgm:cxn modelId="{35CCF5D8-987A-446F-B0F2-538784543D63}" type="presOf" srcId="{7DE3FC89-0C44-4370-B0C0-9FB744DC898F}" destId="{DFB632ED-8BD9-4CB1-AD78-0EE049AED467}" srcOrd="0" destOrd="0" presId="urn:microsoft.com/office/officeart/2005/8/layout/process1"/>
    <dgm:cxn modelId="{3C551D3F-3C1C-4FB4-8A3D-24AE5E667A30}" type="presParOf" srcId="{D04E438C-E34B-4132-A747-D81C9A14CE5D}" destId="{30DCE5C6-DDFA-4952-A87E-8BAB9A72DCBA}" srcOrd="0" destOrd="0" presId="urn:microsoft.com/office/officeart/2005/8/layout/process1"/>
    <dgm:cxn modelId="{8274F3EC-FA45-446E-902F-C56F0A210610}" type="presParOf" srcId="{D04E438C-E34B-4132-A747-D81C9A14CE5D}" destId="{0F4C1F37-8A62-41B8-A346-7ABA3C754C46}" srcOrd="1" destOrd="0" presId="urn:microsoft.com/office/officeart/2005/8/layout/process1"/>
    <dgm:cxn modelId="{07B10109-A640-4A00-AE16-DB129B80D1B2}" type="presParOf" srcId="{0F4C1F37-8A62-41B8-A346-7ABA3C754C46}" destId="{A39DD440-8F2C-4861-90B0-A59346336EB1}" srcOrd="0" destOrd="0" presId="urn:microsoft.com/office/officeart/2005/8/layout/process1"/>
    <dgm:cxn modelId="{43E57739-0519-4017-B286-40B3955D0A9F}" type="presParOf" srcId="{D04E438C-E34B-4132-A747-D81C9A14CE5D}" destId="{ED4EF1A0-920C-4579-9822-364C58C23B5D}" srcOrd="2" destOrd="0" presId="urn:microsoft.com/office/officeart/2005/8/layout/process1"/>
    <dgm:cxn modelId="{6DB56594-0533-427F-9616-3DBA1A2EB340}" type="presParOf" srcId="{D04E438C-E34B-4132-A747-D81C9A14CE5D}" destId="{A4B110CB-B717-4D26-8E47-D3AC82444D7C}" srcOrd="3" destOrd="0" presId="urn:microsoft.com/office/officeart/2005/8/layout/process1"/>
    <dgm:cxn modelId="{BABC2FA7-9BD0-4553-A599-821DFBC97E02}" type="presParOf" srcId="{A4B110CB-B717-4D26-8E47-D3AC82444D7C}" destId="{C145FE84-C82A-488B-96A9-4FF2EC10EA51}" srcOrd="0" destOrd="0" presId="urn:microsoft.com/office/officeart/2005/8/layout/process1"/>
    <dgm:cxn modelId="{C6EE50D7-FD2D-46BE-896C-55B18D575C23}" type="presParOf" srcId="{D04E438C-E34B-4132-A747-D81C9A14CE5D}" destId="{859E7E7C-9983-467E-BED3-26317D328CC8}" srcOrd="4" destOrd="0" presId="urn:microsoft.com/office/officeart/2005/8/layout/process1"/>
    <dgm:cxn modelId="{0C31B170-91E2-43AB-974F-C48485665E33}" type="presParOf" srcId="{D04E438C-E34B-4132-A747-D81C9A14CE5D}" destId="{DFB632ED-8BD9-4CB1-AD78-0EE049AED467}" srcOrd="5" destOrd="0" presId="urn:microsoft.com/office/officeart/2005/8/layout/process1"/>
    <dgm:cxn modelId="{A51097FF-41A8-47BB-97F1-F3F87767C4B1}" type="presParOf" srcId="{DFB632ED-8BD9-4CB1-AD78-0EE049AED467}" destId="{70C32551-FD71-4CA0-AA28-B444985F3EB5}" srcOrd="0" destOrd="0" presId="urn:microsoft.com/office/officeart/2005/8/layout/process1"/>
    <dgm:cxn modelId="{8C8330AC-13BA-4BAD-B38C-2F21CB11EDC9}" type="presParOf" srcId="{D04E438C-E34B-4132-A747-D81C9A14CE5D}" destId="{E71B192B-A060-4169-AE74-62AF15701CA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7C60F3-CEF0-414E-B4AD-094EC758E9F1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2B0B5A4-45C9-4E7B-A655-F091E62DE2FA}">
      <dgm:prSet phldrT="[Text]" phldr="0"/>
      <dgm:spPr/>
      <dgm:t>
        <a:bodyPr/>
        <a:lstStyle/>
        <a:p>
          <a:pPr rtl="0"/>
          <a:r>
            <a:rPr lang="en-GB" err="1">
              <a:latin typeface="Aptos Display" panose="02110004020202020204"/>
            </a:rPr>
            <a:t>Predikció</a:t>
          </a:r>
          <a:r>
            <a:rPr lang="en-GB">
              <a:latin typeface="Aptos Display" panose="02110004020202020204"/>
            </a:rPr>
            <a:t> 1</a:t>
          </a:r>
          <a:endParaRPr lang="en-GB"/>
        </a:p>
      </dgm:t>
    </dgm:pt>
    <dgm:pt modelId="{6D4F5390-9F9C-4AF9-B5B8-D77064535137}" type="parTrans" cxnId="{65F8CE3B-AA6E-43AC-A219-1F8FCA368161}">
      <dgm:prSet/>
      <dgm:spPr/>
      <dgm:t>
        <a:bodyPr/>
        <a:lstStyle/>
        <a:p>
          <a:endParaRPr lang="en-GB"/>
        </a:p>
      </dgm:t>
    </dgm:pt>
    <dgm:pt modelId="{03156CF1-E455-454C-9899-8C794282D35A}" type="sibTrans" cxnId="{65F8CE3B-AA6E-43AC-A219-1F8FCA368161}">
      <dgm:prSet/>
      <dgm:spPr/>
      <dgm:t>
        <a:bodyPr/>
        <a:lstStyle/>
        <a:p>
          <a:endParaRPr lang="en-GB"/>
        </a:p>
      </dgm:t>
    </dgm:pt>
    <dgm:pt modelId="{72C794AB-F614-422F-BE94-8E022CAF9BE5}">
      <dgm:prSet phldrT="[Text]" phldr="0"/>
      <dgm:spPr/>
      <dgm:t>
        <a:bodyPr/>
        <a:lstStyle/>
        <a:p>
          <a:r>
            <a:rPr lang="en-GB" err="1">
              <a:latin typeface="Aptos Display" panose="02110004020202020204"/>
            </a:rPr>
            <a:t>Visszacsatolás</a:t>
          </a:r>
          <a:endParaRPr lang="en-GB" err="1"/>
        </a:p>
      </dgm:t>
    </dgm:pt>
    <dgm:pt modelId="{7F635406-030A-4771-9A39-74754060DB31}" type="parTrans" cxnId="{E72A90C9-DB68-4BB3-AE97-95324EBB6633}">
      <dgm:prSet/>
      <dgm:spPr/>
      <dgm:t>
        <a:bodyPr/>
        <a:lstStyle/>
        <a:p>
          <a:endParaRPr lang="en-GB"/>
        </a:p>
      </dgm:t>
    </dgm:pt>
    <dgm:pt modelId="{9DB3BDE9-92ED-4BA7-9BB2-6681959B8134}" type="sibTrans" cxnId="{E72A90C9-DB68-4BB3-AE97-95324EBB6633}">
      <dgm:prSet/>
      <dgm:spPr/>
      <dgm:t>
        <a:bodyPr/>
        <a:lstStyle/>
        <a:p>
          <a:endParaRPr lang="en-GB"/>
        </a:p>
      </dgm:t>
    </dgm:pt>
    <dgm:pt modelId="{24DB7907-D26D-495E-87A0-038A1005281E}">
      <dgm:prSet phldrT="[Text]" phldr="0"/>
      <dgm:spPr/>
      <dgm:t>
        <a:bodyPr/>
        <a:lstStyle/>
        <a:p>
          <a:pPr rtl="0"/>
          <a:r>
            <a:rPr lang="hu-HU" dirty="0">
              <a:latin typeface="Aptos Display" panose="02110004020202020204"/>
            </a:rPr>
            <a:t>Hiba felmérése</a:t>
          </a:r>
          <a:endParaRPr lang="en-GB" dirty="0"/>
        </a:p>
      </dgm:t>
    </dgm:pt>
    <dgm:pt modelId="{9ADD3ACC-2B7D-49A6-A818-06C0542ABDE0}" type="parTrans" cxnId="{87E73DD0-C616-4510-8FD7-32A29AE9DE80}">
      <dgm:prSet/>
      <dgm:spPr/>
      <dgm:t>
        <a:bodyPr/>
        <a:lstStyle/>
        <a:p>
          <a:endParaRPr lang="en-GB"/>
        </a:p>
      </dgm:t>
    </dgm:pt>
    <dgm:pt modelId="{B20962B1-6295-482F-A23F-B152C06B9E0E}" type="sibTrans" cxnId="{87E73DD0-C616-4510-8FD7-32A29AE9DE80}">
      <dgm:prSet/>
      <dgm:spPr/>
      <dgm:t>
        <a:bodyPr/>
        <a:lstStyle/>
        <a:p>
          <a:endParaRPr lang="en-GB"/>
        </a:p>
      </dgm:t>
    </dgm:pt>
    <dgm:pt modelId="{36BBFC66-71E2-42C2-9101-F77833D5BCE5}">
      <dgm:prSet phldrT="[Text]" phldr="0"/>
      <dgm:spPr/>
      <dgm:t>
        <a:bodyPr/>
        <a:lstStyle/>
        <a:p>
          <a:r>
            <a:rPr lang="en-GB" err="1">
              <a:latin typeface="Aptos Display" panose="02110004020202020204"/>
            </a:rPr>
            <a:t>Paraméterfrissítés</a:t>
          </a:r>
          <a:endParaRPr lang="en-GB" err="1"/>
        </a:p>
      </dgm:t>
    </dgm:pt>
    <dgm:pt modelId="{73D6D0C9-848D-4AD5-BE6E-D49928FF87DB}" type="parTrans" cxnId="{89708BAB-C38F-4138-81AA-40E1DAB56CDD}">
      <dgm:prSet/>
      <dgm:spPr/>
      <dgm:t>
        <a:bodyPr/>
        <a:lstStyle/>
        <a:p>
          <a:endParaRPr lang="en-GB"/>
        </a:p>
      </dgm:t>
    </dgm:pt>
    <dgm:pt modelId="{78241E37-355E-47C9-B1B5-6FC375A56E43}" type="sibTrans" cxnId="{89708BAB-C38F-4138-81AA-40E1DAB56CDD}">
      <dgm:prSet/>
      <dgm:spPr/>
      <dgm:t>
        <a:bodyPr/>
        <a:lstStyle/>
        <a:p>
          <a:endParaRPr lang="en-GB"/>
        </a:p>
      </dgm:t>
    </dgm:pt>
    <dgm:pt modelId="{C32F3DB2-BB49-487B-9C8F-31B4C394D97F}">
      <dgm:prSet phldr="0"/>
      <dgm:spPr/>
      <dgm:t>
        <a:bodyPr/>
        <a:lstStyle/>
        <a:p>
          <a:pPr rtl="0"/>
          <a:r>
            <a:rPr lang="en-GB" err="1">
              <a:latin typeface="Aptos Display" panose="02110004020202020204"/>
            </a:rPr>
            <a:t>Predikció</a:t>
          </a:r>
          <a:r>
            <a:rPr lang="en-GB">
              <a:latin typeface="Aptos Display" panose="02110004020202020204"/>
            </a:rPr>
            <a:t> 2</a:t>
          </a:r>
        </a:p>
      </dgm:t>
    </dgm:pt>
    <dgm:pt modelId="{F642783C-943F-4449-8EFA-8ADAD9201554}" type="parTrans" cxnId="{86CAB739-31FA-4C44-AF46-A89A7B76B2FA}">
      <dgm:prSet/>
      <dgm:spPr/>
      <dgm:t>
        <a:bodyPr/>
        <a:lstStyle/>
        <a:p>
          <a:endParaRPr lang="en-GB"/>
        </a:p>
      </dgm:t>
    </dgm:pt>
    <dgm:pt modelId="{6195083D-1733-44FF-A92B-4670D24C5EC5}" type="sibTrans" cxnId="{86CAB739-31FA-4C44-AF46-A89A7B76B2FA}">
      <dgm:prSet/>
      <dgm:spPr/>
      <dgm:t>
        <a:bodyPr/>
        <a:lstStyle/>
        <a:p>
          <a:endParaRPr lang="en-GB"/>
        </a:p>
      </dgm:t>
    </dgm:pt>
    <dgm:pt modelId="{ABD293F9-FF61-4266-B6BF-F50356957B6F}" type="pres">
      <dgm:prSet presAssocID="{4F7C60F3-CEF0-414E-B4AD-094EC758E9F1}" presName="Name0" presStyleCnt="0">
        <dgm:presLayoutVars>
          <dgm:dir/>
          <dgm:resizeHandles val="exact"/>
        </dgm:presLayoutVars>
      </dgm:prSet>
      <dgm:spPr/>
    </dgm:pt>
    <dgm:pt modelId="{D99DD22E-FA68-4200-8B58-979689628DF1}" type="pres">
      <dgm:prSet presAssocID="{4F7C60F3-CEF0-414E-B4AD-094EC758E9F1}" presName="cycle" presStyleCnt="0"/>
      <dgm:spPr/>
    </dgm:pt>
    <dgm:pt modelId="{B193AF78-668B-461F-9A5D-BD17BA69B8F1}" type="pres">
      <dgm:prSet presAssocID="{02B0B5A4-45C9-4E7B-A655-F091E62DE2FA}" presName="nodeFirstNode" presStyleLbl="node1" presStyleIdx="0" presStyleCnt="5" custScaleY="57430" custRadScaleRad="110509" custRadScaleInc="63556">
        <dgm:presLayoutVars>
          <dgm:bulletEnabled val="1"/>
        </dgm:presLayoutVars>
      </dgm:prSet>
      <dgm:spPr/>
    </dgm:pt>
    <dgm:pt modelId="{CC3BC34E-F9A2-4D8A-9548-2E2211F2505B}" type="pres">
      <dgm:prSet presAssocID="{03156CF1-E455-454C-9899-8C794282D35A}" presName="sibTransFirstNode" presStyleLbl="bgShp" presStyleIdx="0" presStyleCnt="1" custLinFactNeighborX="-27801" custLinFactNeighborY="2207"/>
      <dgm:spPr/>
    </dgm:pt>
    <dgm:pt modelId="{C9639CB2-FCF5-45A1-B3C0-BBC9A03C0CDC}" type="pres">
      <dgm:prSet presAssocID="{72C794AB-F614-422F-BE94-8E022CAF9BE5}" presName="nodeFollowingNodes" presStyleLbl="node1" presStyleIdx="1" presStyleCnt="5" custScaleY="57567" custRadScaleRad="97614" custRadScaleInc="41644">
        <dgm:presLayoutVars>
          <dgm:bulletEnabled val="1"/>
        </dgm:presLayoutVars>
      </dgm:prSet>
      <dgm:spPr/>
    </dgm:pt>
    <dgm:pt modelId="{AE1553A5-053F-44F1-BC85-D92BC5C413AE}" type="pres">
      <dgm:prSet presAssocID="{24DB7907-D26D-495E-87A0-038A1005281E}" presName="nodeFollowingNodes" presStyleLbl="node1" presStyleIdx="2" presStyleCnt="5" custScaleY="58757" custRadScaleRad="99798" custRadScaleInc="51145">
        <dgm:presLayoutVars>
          <dgm:bulletEnabled val="1"/>
        </dgm:presLayoutVars>
      </dgm:prSet>
      <dgm:spPr/>
    </dgm:pt>
    <dgm:pt modelId="{25CF62B4-C3BC-40B8-AA56-24EFA05155CF}" type="pres">
      <dgm:prSet presAssocID="{36BBFC66-71E2-42C2-9101-F77833D5BCE5}" presName="nodeFollowingNodes" presStyleLbl="node1" presStyleIdx="3" presStyleCnt="5" custScaleY="60214" custRadScaleRad="84567" custRadScaleInc="77137">
        <dgm:presLayoutVars>
          <dgm:bulletEnabled val="1"/>
        </dgm:presLayoutVars>
      </dgm:prSet>
      <dgm:spPr/>
    </dgm:pt>
    <dgm:pt modelId="{B04091A7-F8C9-4545-9036-0A5FDC288E1E}" type="pres">
      <dgm:prSet presAssocID="{C32F3DB2-BB49-487B-9C8F-31B4C394D97F}" presName="nodeFollowingNodes" presStyleLbl="node1" presStyleIdx="4" presStyleCnt="5" custScaleY="56557" custRadScaleRad="102662" custRadScaleInc="66618">
        <dgm:presLayoutVars>
          <dgm:bulletEnabled val="1"/>
        </dgm:presLayoutVars>
      </dgm:prSet>
      <dgm:spPr/>
    </dgm:pt>
  </dgm:ptLst>
  <dgm:cxnLst>
    <dgm:cxn modelId="{88AF142F-251C-4CB5-B9C9-E096EDAD8E81}" type="presOf" srcId="{72C794AB-F614-422F-BE94-8E022CAF9BE5}" destId="{C9639CB2-FCF5-45A1-B3C0-BBC9A03C0CDC}" srcOrd="0" destOrd="0" presId="urn:microsoft.com/office/officeart/2005/8/layout/cycle3"/>
    <dgm:cxn modelId="{085A7638-DCE8-4CDE-85A5-CE0E00B75CAB}" type="presOf" srcId="{02B0B5A4-45C9-4E7B-A655-F091E62DE2FA}" destId="{B193AF78-668B-461F-9A5D-BD17BA69B8F1}" srcOrd="0" destOrd="0" presId="urn:microsoft.com/office/officeart/2005/8/layout/cycle3"/>
    <dgm:cxn modelId="{86CAB739-31FA-4C44-AF46-A89A7B76B2FA}" srcId="{4F7C60F3-CEF0-414E-B4AD-094EC758E9F1}" destId="{C32F3DB2-BB49-487B-9C8F-31B4C394D97F}" srcOrd="4" destOrd="0" parTransId="{F642783C-943F-4449-8EFA-8ADAD9201554}" sibTransId="{6195083D-1733-44FF-A92B-4670D24C5EC5}"/>
    <dgm:cxn modelId="{65F8CE3B-AA6E-43AC-A219-1F8FCA368161}" srcId="{4F7C60F3-CEF0-414E-B4AD-094EC758E9F1}" destId="{02B0B5A4-45C9-4E7B-A655-F091E62DE2FA}" srcOrd="0" destOrd="0" parTransId="{6D4F5390-9F9C-4AF9-B5B8-D77064535137}" sibTransId="{03156CF1-E455-454C-9899-8C794282D35A}"/>
    <dgm:cxn modelId="{C6FD2858-D3C4-4997-843D-29B30B4FAA7E}" type="presOf" srcId="{4F7C60F3-CEF0-414E-B4AD-094EC758E9F1}" destId="{ABD293F9-FF61-4266-B6BF-F50356957B6F}" srcOrd="0" destOrd="0" presId="urn:microsoft.com/office/officeart/2005/8/layout/cycle3"/>
    <dgm:cxn modelId="{80434D80-FD4A-499A-B3FE-42B949450FC6}" type="presOf" srcId="{C32F3DB2-BB49-487B-9C8F-31B4C394D97F}" destId="{B04091A7-F8C9-4545-9036-0A5FDC288E1E}" srcOrd="0" destOrd="0" presId="urn:microsoft.com/office/officeart/2005/8/layout/cycle3"/>
    <dgm:cxn modelId="{E101A6A2-FFE3-4378-B0EF-9EACCEA1ACCA}" type="presOf" srcId="{24DB7907-D26D-495E-87A0-038A1005281E}" destId="{AE1553A5-053F-44F1-BC85-D92BC5C413AE}" srcOrd="0" destOrd="0" presId="urn:microsoft.com/office/officeart/2005/8/layout/cycle3"/>
    <dgm:cxn modelId="{A167B8A4-72FD-43E7-98C3-D440586E46FA}" type="presOf" srcId="{03156CF1-E455-454C-9899-8C794282D35A}" destId="{CC3BC34E-F9A2-4D8A-9548-2E2211F2505B}" srcOrd="0" destOrd="0" presId="urn:microsoft.com/office/officeart/2005/8/layout/cycle3"/>
    <dgm:cxn modelId="{89708BAB-C38F-4138-81AA-40E1DAB56CDD}" srcId="{4F7C60F3-CEF0-414E-B4AD-094EC758E9F1}" destId="{36BBFC66-71E2-42C2-9101-F77833D5BCE5}" srcOrd="3" destOrd="0" parTransId="{73D6D0C9-848D-4AD5-BE6E-D49928FF87DB}" sibTransId="{78241E37-355E-47C9-B1B5-6FC375A56E43}"/>
    <dgm:cxn modelId="{1F84B1BE-CEE9-423D-BEA1-FC940DA85BA2}" type="presOf" srcId="{36BBFC66-71E2-42C2-9101-F77833D5BCE5}" destId="{25CF62B4-C3BC-40B8-AA56-24EFA05155CF}" srcOrd="0" destOrd="0" presId="urn:microsoft.com/office/officeart/2005/8/layout/cycle3"/>
    <dgm:cxn modelId="{E72A90C9-DB68-4BB3-AE97-95324EBB6633}" srcId="{4F7C60F3-CEF0-414E-B4AD-094EC758E9F1}" destId="{72C794AB-F614-422F-BE94-8E022CAF9BE5}" srcOrd="1" destOrd="0" parTransId="{7F635406-030A-4771-9A39-74754060DB31}" sibTransId="{9DB3BDE9-92ED-4BA7-9BB2-6681959B8134}"/>
    <dgm:cxn modelId="{87E73DD0-C616-4510-8FD7-32A29AE9DE80}" srcId="{4F7C60F3-CEF0-414E-B4AD-094EC758E9F1}" destId="{24DB7907-D26D-495E-87A0-038A1005281E}" srcOrd="2" destOrd="0" parTransId="{9ADD3ACC-2B7D-49A6-A818-06C0542ABDE0}" sibTransId="{B20962B1-6295-482F-A23F-B152C06B9E0E}"/>
    <dgm:cxn modelId="{621BED5B-068F-41D9-8377-D16E2F24E1A7}" type="presParOf" srcId="{ABD293F9-FF61-4266-B6BF-F50356957B6F}" destId="{D99DD22E-FA68-4200-8B58-979689628DF1}" srcOrd="0" destOrd="0" presId="urn:microsoft.com/office/officeart/2005/8/layout/cycle3"/>
    <dgm:cxn modelId="{236866F4-79D8-4305-BE74-130FD125B5F1}" type="presParOf" srcId="{D99DD22E-FA68-4200-8B58-979689628DF1}" destId="{B193AF78-668B-461F-9A5D-BD17BA69B8F1}" srcOrd="0" destOrd="0" presId="urn:microsoft.com/office/officeart/2005/8/layout/cycle3"/>
    <dgm:cxn modelId="{346EEBAF-725C-433E-87F5-8025F916F5AD}" type="presParOf" srcId="{D99DD22E-FA68-4200-8B58-979689628DF1}" destId="{CC3BC34E-F9A2-4D8A-9548-2E2211F2505B}" srcOrd="1" destOrd="0" presId="urn:microsoft.com/office/officeart/2005/8/layout/cycle3"/>
    <dgm:cxn modelId="{27C01790-4748-43EE-9580-9711DCB16929}" type="presParOf" srcId="{D99DD22E-FA68-4200-8B58-979689628DF1}" destId="{C9639CB2-FCF5-45A1-B3C0-BBC9A03C0CDC}" srcOrd="2" destOrd="0" presId="urn:microsoft.com/office/officeart/2005/8/layout/cycle3"/>
    <dgm:cxn modelId="{5815DFCA-1A5C-4713-9D01-139D313A79CF}" type="presParOf" srcId="{D99DD22E-FA68-4200-8B58-979689628DF1}" destId="{AE1553A5-053F-44F1-BC85-D92BC5C413AE}" srcOrd="3" destOrd="0" presId="urn:microsoft.com/office/officeart/2005/8/layout/cycle3"/>
    <dgm:cxn modelId="{F4061E2F-0A29-47F1-B82C-6CE353CA28F9}" type="presParOf" srcId="{D99DD22E-FA68-4200-8B58-979689628DF1}" destId="{25CF62B4-C3BC-40B8-AA56-24EFA05155CF}" srcOrd="4" destOrd="0" presId="urn:microsoft.com/office/officeart/2005/8/layout/cycle3"/>
    <dgm:cxn modelId="{6651E89D-6FD5-4E39-B313-9F3B79FF3E2D}" type="presParOf" srcId="{D99DD22E-FA68-4200-8B58-979689628DF1}" destId="{B04091A7-F8C9-4545-9036-0A5FDC288E1E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DCE5C6-DDFA-4952-A87E-8BAB9A72DCBA}">
      <dsp:nvSpPr>
        <dsp:cNvPr id="0" name=""/>
        <dsp:cNvSpPr/>
      </dsp:nvSpPr>
      <dsp:spPr>
        <a:xfrm>
          <a:off x="6747212" y="883276"/>
          <a:ext cx="1633400" cy="980040"/>
        </a:xfrm>
        <a:prstGeom prst="roundRect">
          <a:avLst>
            <a:gd name="adj" fmla="val 10000"/>
          </a:avLst>
        </a:prstGeom>
        <a:solidFill>
          <a:srgbClr val="C4D6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err="1">
              <a:solidFill>
                <a:schemeClr val="bg1"/>
              </a:solidFill>
            </a:rPr>
            <a:t>Adatok</a:t>
          </a:r>
          <a:endParaRPr lang="en-GB" sz="2200" b="1" kern="1200">
            <a:solidFill>
              <a:schemeClr val="bg1"/>
            </a:solidFill>
          </a:endParaRPr>
        </a:p>
      </dsp:txBody>
      <dsp:txXfrm>
        <a:off x="6775916" y="911980"/>
        <a:ext cx="1575992" cy="922632"/>
      </dsp:txXfrm>
    </dsp:sp>
    <dsp:sp modelId="{0F4C1F37-8A62-41B8-A346-7ABA3C754C46}">
      <dsp:nvSpPr>
        <dsp:cNvPr id="0" name=""/>
        <dsp:cNvSpPr/>
      </dsp:nvSpPr>
      <dsp:spPr>
        <a:xfrm rot="9483040">
          <a:off x="5645284" y="1785503"/>
          <a:ext cx="786381" cy="405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 rot="10800000">
        <a:off x="5762405" y="1843808"/>
        <a:ext cx="664856" cy="243049"/>
      </dsp:txXfrm>
    </dsp:sp>
    <dsp:sp modelId="{ED4EF1A0-920C-4579-9822-364C58C23B5D}">
      <dsp:nvSpPr>
        <dsp:cNvPr id="0" name=""/>
        <dsp:cNvSpPr/>
      </dsp:nvSpPr>
      <dsp:spPr>
        <a:xfrm>
          <a:off x="3737623" y="2096135"/>
          <a:ext cx="1633400" cy="980040"/>
        </a:xfrm>
        <a:prstGeom prst="roundRect">
          <a:avLst>
            <a:gd name="adj" fmla="val 10000"/>
          </a:avLst>
        </a:prstGeom>
        <a:solidFill>
          <a:srgbClr val="009CDE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err="1"/>
            <a:t>Tanuló</a:t>
          </a:r>
          <a:r>
            <a:rPr lang="en-GB" sz="2200" b="1" kern="1200"/>
            <a:t> </a:t>
          </a:r>
          <a:r>
            <a:rPr lang="en-GB" sz="2200" b="1" kern="1200" err="1"/>
            <a:t>algoritmus</a:t>
          </a:r>
          <a:endParaRPr lang="en-GB" sz="2200" b="1" kern="1200"/>
        </a:p>
      </dsp:txBody>
      <dsp:txXfrm>
        <a:off x="3766327" y="2124839"/>
        <a:ext cx="1575992" cy="922632"/>
      </dsp:txXfrm>
    </dsp:sp>
    <dsp:sp modelId="{A4B110CB-B717-4D26-8E47-D3AC82444D7C}">
      <dsp:nvSpPr>
        <dsp:cNvPr id="0" name=""/>
        <dsp:cNvSpPr/>
      </dsp:nvSpPr>
      <dsp:spPr>
        <a:xfrm rot="1434665">
          <a:off x="5694607" y="3073918"/>
          <a:ext cx="833329" cy="405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5699822" y="3130307"/>
        <a:ext cx="711804" cy="243049"/>
      </dsp:txXfrm>
    </dsp:sp>
    <dsp:sp modelId="{859E7E7C-9983-467E-BED3-26317D328CC8}">
      <dsp:nvSpPr>
        <dsp:cNvPr id="0" name=""/>
        <dsp:cNvSpPr/>
      </dsp:nvSpPr>
      <dsp:spPr>
        <a:xfrm>
          <a:off x="6808399" y="3457626"/>
          <a:ext cx="1633400" cy="980040"/>
        </a:xfrm>
        <a:prstGeom prst="roundRect">
          <a:avLst>
            <a:gd name="adj" fmla="val 10000"/>
          </a:avLst>
        </a:prstGeom>
        <a:solidFill>
          <a:srgbClr val="A50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Modell</a:t>
          </a:r>
        </a:p>
      </dsp:txBody>
      <dsp:txXfrm>
        <a:off x="6837103" y="3486330"/>
        <a:ext cx="1575992" cy="922632"/>
      </dsp:txXfrm>
    </dsp:sp>
    <dsp:sp modelId="{DFB632ED-8BD9-4CB1-AD78-0EE049AED467}">
      <dsp:nvSpPr>
        <dsp:cNvPr id="0" name=""/>
        <dsp:cNvSpPr/>
      </dsp:nvSpPr>
      <dsp:spPr>
        <a:xfrm rot="9223806">
          <a:off x="5608635" y="4524474"/>
          <a:ext cx="874884" cy="4050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 rot="10800000">
        <a:off x="5723884" y="4578598"/>
        <a:ext cx="753359" cy="243049"/>
      </dsp:txXfrm>
    </dsp:sp>
    <dsp:sp modelId="{E71B192B-A060-4169-AE74-62AF15701CAA}">
      <dsp:nvSpPr>
        <dsp:cNvPr id="0" name=""/>
        <dsp:cNvSpPr/>
      </dsp:nvSpPr>
      <dsp:spPr>
        <a:xfrm>
          <a:off x="3694763" y="4994447"/>
          <a:ext cx="1633400" cy="980040"/>
        </a:xfrm>
        <a:prstGeom prst="roundRect">
          <a:avLst>
            <a:gd name="adj" fmla="val 10000"/>
          </a:avLst>
        </a:prstGeom>
        <a:solidFill>
          <a:srgbClr val="00426A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err="1"/>
            <a:t>Predikció</a:t>
          </a:r>
          <a:endParaRPr lang="en-GB" sz="2200" b="1" kern="1200"/>
        </a:p>
      </dsp:txBody>
      <dsp:txXfrm>
        <a:off x="3723467" y="5023151"/>
        <a:ext cx="1575992" cy="9226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BC34E-F9A2-4D8A-9548-2E2211F2505B}">
      <dsp:nvSpPr>
        <dsp:cNvPr id="0" name=""/>
        <dsp:cNvSpPr/>
      </dsp:nvSpPr>
      <dsp:spPr>
        <a:xfrm>
          <a:off x="662913" y="451861"/>
          <a:ext cx="4492419" cy="4492419"/>
        </a:xfrm>
        <a:prstGeom prst="circularArrow">
          <a:avLst>
            <a:gd name="adj1" fmla="val 5544"/>
            <a:gd name="adj2" fmla="val 330680"/>
            <a:gd name="adj3" fmla="val 13829785"/>
            <a:gd name="adj4" fmla="val 17353272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93AF78-668B-461F-9A5D-BD17BA69B8F1}">
      <dsp:nvSpPr>
        <dsp:cNvPr id="0" name=""/>
        <dsp:cNvSpPr/>
      </dsp:nvSpPr>
      <dsp:spPr>
        <a:xfrm>
          <a:off x="3130779" y="596823"/>
          <a:ext cx="2054563" cy="5899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err="1">
              <a:latin typeface="Aptos Display" panose="02110004020202020204"/>
            </a:rPr>
            <a:t>Predikció</a:t>
          </a:r>
          <a:r>
            <a:rPr lang="en-GB" sz="1900" kern="1200">
              <a:latin typeface="Aptos Display" panose="02110004020202020204"/>
            </a:rPr>
            <a:t> 1</a:t>
          </a:r>
          <a:endParaRPr lang="en-GB" sz="1900" kern="1200"/>
        </a:p>
      </dsp:txBody>
      <dsp:txXfrm>
        <a:off x="3159579" y="625623"/>
        <a:ext cx="1996963" cy="532367"/>
      </dsp:txXfrm>
    </dsp:sp>
    <dsp:sp modelId="{C9639CB2-FCF5-45A1-B3C0-BBC9A03C0CDC}">
      <dsp:nvSpPr>
        <dsp:cNvPr id="0" name=""/>
        <dsp:cNvSpPr/>
      </dsp:nvSpPr>
      <dsp:spPr>
        <a:xfrm>
          <a:off x="3646989" y="2488808"/>
          <a:ext cx="2054563" cy="5913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err="1">
              <a:latin typeface="Aptos Display" panose="02110004020202020204"/>
            </a:rPr>
            <a:t>Visszacsatolás</a:t>
          </a:r>
          <a:endParaRPr lang="en-GB" sz="1900" kern="1200" err="1"/>
        </a:p>
      </dsp:txBody>
      <dsp:txXfrm>
        <a:off x="3675858" y="2517677"/>
        <a:ext cx="1996825" cy="533637"/>
      </dsp:txXfrm>
    </dsp:sp>
    <dsp:sp modelId="{AE1553A5-053F-44F1-BC85-D92BC5C413AE}">
      <dsp:nvSpPr>
        <dsp:cNvPr id="0" name=""/>
        <dsp:cNvSpPr/>
      </dsp:nvSpPr>
      <dsp:spPr>
        <a:xfrm>
          <a:off x="2000527" y="4158897"/>
          <a:ext cx="2054563" cy="603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900" kern="1200" dirty="0">
              <a:latin typeface="Aptos Display" panose="02110004020202020204"/>
            </a:rPr>
            <a:t>Hiba felmérése</a:t>
          </a:r>
          <a:endParaRPr lang="en-GB" sz="1900" kern="1200" dirty="0"/>
        </a:p>
      </dsp:txBody>
      <dsp:txXfrm>
        <a:off x="2029992" y="4188362"/>
        <a:ext cx="1995633" cy="544669"/>
      </dsp:txXfrm>
    </dsp:sp>
    <dsp:sp modelId="{25CF62B4-C3BC-40B8-AA56-24EFA05155CF}">
      <dsp:nvSpPr>
        <dsp:cNvPr id="0" name=""/>
        <dsp:cNvSpPr/>
      </dsp:nvSpPr>
      <dsp:spPr>
        <a:xfrm>
          <a:off x="218083" y="2465321"/>
          <a:ext cx="2054563" cy="61856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err="1">
              <a:latin typeface="Aptos Display" panose="02110004020202020204"/>
            </a:rPr>
            <a:t>Paraméterfrissítés</a:t>
          </a:r>
          <a:endParaRPr lang="en-GB" sz="1900" kern="1200" err="1"/>
        </a:p>
      </dsp:txBody>
      <dsp:txXfrm>
        <a:off x="248279" y="2495517"/>
        <a:ext cx="1994171" cy="558175"/>
      </dsp:txXfrm>
    </dsp:sp>
    <dsp:sp modelId="{B04091A7-F8C9-4545-9036-0A5FDC288E1E}">
      <dsp:nvSpPr>
        <dsp:cNvPr id="0" name=""/>
        <dsp:cNvSpPr/>
      </dsp:nvSpPr>
      <dsp:spPr>
        <a:xfrm>
          <a:off x="780430" y="599177"/>
          <a:ext cx="2054563" cy="580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err="1">
              <a:latin typeface="Aptos Display" panose="02110004020202020204"/>
            </a:rPr>
            <a:t>Predikció</a:t>
          </a:r>
          <a:r>
            <a:rPr lang="en-GB" sz="1900" kern="1200">
              <a:latin typeface="Aptos Display" panose="02110004020202020204"/>
            </a:rPr>
            <a:t> 2</a:t>
          </a:r>
        </a:p>
      </dsp:txBody>
      <dsp:txXfrm>
        <a:off x="808792" y="627539"/>
        <a:ext cx="1997839" cy="524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A95FB-0E7F-4639-9D86-AB87F581AE6F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B1DAE1-856A-4075-989B-2C988F895D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8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360F6-88F5-CE44-9CE0-0ED766F2D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F000E-4B33-F050-4846-3C7442DB8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465D4-714D-1B97-02E4-B3473BD34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3186A-3376-2114-EED3-C24901A30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39543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/>
              <a:t>Mit jelent a gépi tanulás (angolul </a:t>
            </a:r>
            <a:r>
              <a:rPr lang="hu-HU" b="1" dirty="0" err="1"/>
              <a:t>machine</a:t>
            </a:r>
            <a:r>
              <a:rPr lang="hu-HU" b="1" dirty="0"/>
              <a:t> </a:t>
            </a:r>
            <a:r>
              <a:rPr lang="hu-HU" b="1" dirty="0" err="1"/>
              <a:t>learning</a:t>
            </a:r>
            <a:r>
              <a:rPr lang="hu-HU" b="1" dirty="0"/>
              <a:t>)?</a:t>
            </a:r>
            <a:endParaRPr lang="hu-HU" dirty="0"/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A gépi tanulás (angolul </a:t>
            </a:r>
            <a:r>
              <a:rPr lang="hu-HU" i="1" dirty="0" err="1"/>
              <a:t>machine</a:t>
            </a:r>
            <a:r>
              <a:rPr lang="hu-HU" i="1" dirty="0"/>
              <a:t> </a:t>
            </a:r>
            <a:r>
              <a:rPr lang="hu-HU" i="1" dirty="0" err="1"/>
              <a:t>learning</a:t>
            </a:r>
            <a:r>
              <a:rPr lang="hu-HU" dirty="0"/>
              <a:t>) egy olyan technika, amelynek során a számítógép nem előre megírt szabályokat követ, hanem adatokat kap, és ezekből maga tanulja meg a megfelelő viselkedést vagy döntést. Ez úgy történik, hogy az algoritmus elemzi az adatokat, és </a:t>
            </a:r>
            <a:r>
              <a:rPr lang="hu-HU" dirty="0" err="1"/>
              <a:t>mintázatokat</a:t>
            </a:r>
            <a:r>
              <a:rPr lang="hu-HU" dirty="0"/>
              <a:t> keres bennük. A cél egy modell létrehozása, amely képes új, korábban nem látott adatokra is megfelelő választ adni.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Hagyományos programozásban mi megadjuk a bemenetet és a szabályt, amiből a gép a kimenetet generálja. A gépi tanulás esetén a bementet és a kimenetet adjuk meg, amelyből a gép felismeri a szabályokat, </a:t>
            </a:r>
            <a:r>
              <a:rPr lang="hu-HU" dirty="0" err="1"/>
              <a:t>mintázatokat</a:t>
            </a:r>
            <a:r>
              <a:rPr lang="hu-H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6502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BB2CE-C8EF-CA20-781F-394ED0142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B831D-24CA-131B-2CB7-97435E823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365053-F047-15D9-7A22-AD6E73E70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/>
              <a:t>A gépi tanulás lépései</a:t>
            </a:r>
            <a:endParaRPr lang="hu-HU" dirty="0"/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Tanulási adathalmaz: sok, jó minőségű adat kell.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Az algoritmus elemzi az adatokat és megtanulja a </a:t>
            </a:r>
            <a:r>
              <a:rPr lang="hu-HU" dirty="0" err="1"/>
              <a:t>mintázatokat</a:t>
            </a:r>
            <a:r>
              <a:rPr lang="hu-H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A modell ("fekete doboz") a megtanult szabályokat alkalmazza, hogy </a:t>
            </a:r>
            <a:r>
              <a:rPr lang="hu-HU" dirty="0" err="1"/>
              <a:t>predikciókat</a:t>
            </a:r>
            <a:r>
              <a:rPr lang="hu-HU" dirty="0"/>
              <a:t> (jóslatokat) adjon új, ismeretlen adatra.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C2763-0FCD-C2ED-634E-EB6B87032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56316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1436-991E-1EA6-2358-EE5377E90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C9D608-57C8-D459-52E4-C5CD58B91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5753C-A9F9-60DD-5F17-7C4953301C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/>
              <a:t>Hogyan tanulunk mi, emberek?</a:t>
            </a:r>
            <a:endParaRPr lang="hu-HU" dirty="0"/>
          </a:p>
          <a:p>
            <a:r>
              <a:rPr lang="hu-HU" dirty="0"/>
              <a:t>Mielőtt elmélyednénk a mesterséges tanulás technikáiban, nézzük meg: hogyan tanul az ember? Három fő módon sajátítunk el új ismereteket.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Először is, </a:t>
            </a:r>
            <a:r>
              <a:rPr lang="hu-HU" b="1" dirty="0"/>
              <a:t>tapasztalatból</a:t>
            </a:r>
            <a:r>
              <a:rPr lang="hu-HU" dirty="0"/>
              <a:t> – ha biciklizés közben elestél, legközelebb jobban figyelsz. Ez klasszikus tanulás a hibákból.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Másodszor, </a:t>
            </a:r>
            <a:r>
              <a:rPr lang="hu-HU" b="1" dirty="0"/>
              <a:t>ismétléssel</a:t>
            </a:r>
            <a:r>
              <a:rPr lang="hu-HU" dirty="0"/>
              <a:t> – például, amikor sokszor gyakoroljátok a szorzótáblát, egy idő után automatikusan megy. Ez a gyakorlás szerepe.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Harmadszor, </a:t>
            </a:r>
            <a:r>
              <a:rPr lang="hu-HU" b="1" dirty="0"/>
              <a:t>példákból</a:t>
            </a:r>
            <a:r>
              <a:rPr lang="hu-HU" dirty="0"/>
              <a:t> – ha elég sokféle kutyát láttál, képes vagy felismerni egy új, eddig sosem látott fajt is, mert már általánosítasz.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Ezek az elvek nagyon hasonlók ahhoz, ahogy a gépi tanulás is működik – csak a számítógép más módon valósítja meg ugyanazt: adatokból, ismétléssel, és hibajavítással tanul.”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EA999-F328-14F1-C546-5F38D1F81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1808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/>
              <a:t>Az MI is tanul, de nem úgy, mint mi</a:t>
            </a:r>
            <a:endParaRPr lang="hu-HU" dirty="0"/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A mesterséges intelligencia – azon belül a gépi tanulás – adatokat elemez, és </a:t>
            </a:r>
            <a:r>
              <a:rPr lang="hu-HU" b="1" dirty="0"/>
              <a:t>mintákat keres bennük</a:t>
            </a:r>
            <a:r>
              <a:rPr lang="hu-HU" dirty="0"/>
              <a:t>. Nem kérdez, nem gondolkodik, nem érti a dolgokat – egyszerűen csak észreveszi, hogy bizonyos jellemzők gyakran együtt fordulnak elő bizonyos válaszokkal.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Míg mi emberek </a:t>
            </a:r>
            <a:r>
              <a:rPr lang="hu-HU" b="1" dirty="0"/>
              <a:t>tartalommal és jelentéssel</a:t>
            </a:r>
            <a:r>
              <a:rPr lang="hu-HU" dirty="0"/>
              <a:t> tanulunk – például tudjuk, hogy egy kutya ugat, van gazdája, stb. –, a gép </a:t>
            </a:r>
            <a:r>
              <a:rPr lang="hu-HU" b="1" dirty="0"/>
              <a:t>csak azt látja</a:t>
            </a:r>
            <a:r>
              <a:rPr lang="hu-HU" dirty="0"/>
              <a:t>, hogy a kutyás képeken a fül egy bizonyos formájú, vagy a szőrszerkezet hasonló.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dirty="0"/>
              <a:t>A gépi tanulási modell egyfajta </a:t>
            </a:r>
            <a:r>
              <a:rPr lang="hu-HU" b="1" dirty="0"/>
              <a:t>statisztikai rendszer</a:t>
            </a:r>
            <a:r>
              <a:rPr lang="hu-HU" dirty="0"/>
              <a:t>, ami a meglévő példákból próbál </a:t>
            </a:r>
            <a:r>
              <a:rPr lang="hu-HU" b="1" dirty="0"/>
              <a:t>jósolni</a:t>
            </a:r>
            <a:r>
              <a:rPr lang="hu-HU" dirty="0"/>
              <a:t>. Ezért is mondják, hogy a modell egy </a:t>
            </a:r>
            <a:r>
              <a:rPr lang="hu-HU" i="1" dirty="0"/>
              <a:t>fekete doboz</a:t>
            </a:r>
            <a:r>
              <a:rPr lang="hu-HU" dirty="0"/>
              <a:t>: sokszor még mi sem látjuk, pontosan hogyan hoz döntést – csak azt, hogy a döntés gyakran működik.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4973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600A7-CF30-1B4C-34B7-F5F1E675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565BA-4A3C-BE61-179E-9DAB440584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EB17C-1BF0-37B3-52E2-328F646CC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/>
              <a:t>Emberi tanulás </a:t>
            </a:r>
            <a:r>
              <a:rPr lang="hu-HU" b="1" dirty="0" err="1"/>
              <a:t>vs</a:t>
            </a:r>
            <a:r>
              <a:rPr lang="hu-HU" b="1" dirty="0"/>
              <a:t>. gépi tanulás - az adatmennyiség különbsége</a:t>
            </a:r>
            <a:endParaRPr lang="hu-HU" dirty="0"/>
          </a:p>
          <a:p>
            <a:r>
              <a:rPr lang="hu-HU" dirty="0"/>
              <a:t>Ez az egyik legfontosabb különbség ember és mesterséges intelligencia között.</a:t>
            </a:r>
            <a:br>
              <a:rPr lang="hu-HU" dirty="0"/>
            </a:br>
            <a:r>
              <a:rPr lang="hu-HU" dirty="0"/>
              <a:t>Nem az a lényeg, hogy az MI okosabb lenne nálunk, hanem az, hogy elképzelhetetlenül sok adatot lát.</a:t>
            </a:r>
          </a:p>
          <a:p>
            <a:r>
              <a:rPr lang="hu-HU" dirty="0"/>
              <a:t>Gondoljatok bele: ti évente hány könyvet, cikket, szöveget olvastok?</a:t>
            </a:r>
            <a:br>
              <a:rPr lang="hu-HU" dirty="0"/>
            </a:br>
            <a:r>
              <a:rPr lang="hu-HU" dirty="0"/>
              <a:t>Egy MI viszont néhány hét vagy hónap alatt több szöveget </a:t>
            </a:r>
            <a:r>
              <a:rPr lang="hu-HU" dirty="0" err="1"/>
              <a:t>dolgoz</a:t>
            </a:r>
            <a:r>
              <a:rPr lang="hu-HU" dirty="0"/>
              <a:t> fel, mint amennyit egy ember egész életében sem tudna. Egy embernek több ezer évig kellene folyamatosan olvasnia ehhez az adatmennyiséghez.</a:t>
            </a:r>
          </a:p>
          <a:p>
            <a:r>
              <a:rPr lang="hu-HU" dirty="0"/>
              <a:t>Ez adja az MI erejét – gyors, nem fárad el, mindent megjegyez. De ez a korlátja is: nem érti, amit olvas, csak mintákat lát.</a:t>
            </a:r>
          </a:p>
          <a:p>
            <a:r>
              <a:rPr lang="hu-HU" dirty="0"/>
              <a:t>Ezért lehet egyszerre nagyon okosnak tűnő, és közben néha teljesen értelmetlen dolgokat mondani.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479C9-BDDA-B813-3B1B-D4284857F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94315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17EF6-8ACE-B9FB-E0F9-A5E2B9DC8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DF48E-D3F8-5B81-BD46-0C117A2D2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5D757-B2B0-C3F4-CA2C-A1A7A9341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b="1" dirty="0"/>
              <a:t>Hogyan tanul a mesterséges intelligencia valójában?</a:t>
            </a:r>
            <a:endParaRPr lang="hu-HU" dirty="0"/>
          </a:p>
          <a:p>
            <a:r>
              <a:rPr lang="hu-HU" dirty="0"/>
              <a:t>Sokan azt gondolják, hogy amikor egy MI-t felengedünk az internetre, akkor folyamatosan tanul és okosodik.</a:t>
            </a:r>
            <a:br>
              <a:rPr lang="hu-HU" dirty="0"/>
            </a:br>
            <a:r>
              <a:rPr lang="hu-HU" dirty="0"/>
              <a:t>Ez nem így van. A mesterséges intelligenciát előre tanítják meg, még azelőtt, hogy ti találkoznátok vele.</a:t>
            </a:r>
            <a:br>
              <a:rPr lang="hu-HU" dirty="0"/>
            </a:br>
            <a:r>
              <a:rPr lang="hu-HU" dirty="0"/>
              <a:t>Rengeteg szöveget kap, de nem mindent, ami az interneten van – csak olyan adatokat, amiket emberek előzetesen kiválasztottak és ellenőriztek.</a:t>
            </a:r>
          </a:p>
          <a:p>
            <a:r>
              <a:rPr lang="hu-HU" dirty="0"/>
              <a:t>Ennek nagyon fontos oka van: az interneten rengeteg tévedés, hazugság és félrevezető tartalom van.</a:t>
            </a:r>
            <a:br>
              <a:rPr lang="hu-HU" dirty="0"/>
            </a:br>
            <a:r>
              <a:rPr lang="hu-HU" dirty="0"/>
              <a:t>Ha az MI mindent automatikusan elhinne, akkor nagyon gyorsan rosszul tanulna, könnyen manipulálható lenne.</a:t>
            </a:r>
          </a:p>
          <a:p>
            <a:r>
              <a:rPr lang="hu-HU" dirty="0"/>
              <a:t>Amikor kérdeztek tőle, akkor már nem tanul, csak használja azt, amit korábban megtanítottak neki. Bele tud nézni weboldalakba, onnan beolvassa amit éppen lát, de azt már nem veszi be a tanulási adathalmazába.</a:t>
            </a:r>
            <a:br>
              <a:rPr lang="hu-HU" dirty="0"/>
            </a:br>
            <a:r>
              <a:rPr lang="hu-HU" dirty="0"/>
              <a:t>Olyan ez, mint egy diák, aki megírja a dolgozatot: a dolgozat közben nem tanul új tananyagot, csak alkalmazza, amit már tud.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DFDB0-BAE2-6E73-7656-EDE1CDE718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1332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914C5-62D5-BCD0-08DE-29EB7E14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CCEAD-EE4F-08EC-901A-1CDEF8EBC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9BD96-A9F8-A829-BC67-86DF7F624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hu-HU" b="1" i="0" dirty="0">
                <a:effectLst/>
                <a:latin typeface="Poppins" panose="00000500000000000000" pitchFamily="2" charset="-18"/>
              </a:rPr>
              <a:t>Felügyelt tanulás</a:t>
            </a:r>
            <a:endParaRPr lang="hu-HU" b="0" i="0" dirty="0">
              <a:effectLst/>
              <a:latin typeface="Poppins" panose="00000500000000000000" pitchFamily="2" charset="-18"/>
            </a:endParaRPr>
          </a:p>
          <a:p>
            <a:pPr algn="l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b="0" i="0" dirty="0">
                <a:effectLst/>
                <a:latin typeface="Poppins" panose="00000500000000000000" pitchFamily="2" charset="-18"/>
              </a:rPr>
              <a:t>Ez az a módszer, amikor példát és helyes választ is kap a gép.</a:t>
            </a:r>
          </a:p>
          <a:p>
            <a:pPr algn="l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b="0" i="0" dirty="0">
                <a:effectLst/>
                <a:latin typeface="Poppins" panose="00000500000000000000" pitchFamily="2" charset="-18"/>
              </a:rPr>
              <a:t>Ez olyan, mintha minden feladat mellé odaírnánk a jó választ. Ha sok ilyet lát a gép, megtanulja a szabályt.</a:t>
            </a:r>
          </a:p>
          <a:p>
            <a:pPr algn="l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b="0" i="0" dirty="0">
                <a:effectLst/>
                <a:latin typeface="Poppins" panose="00000500000000000000" pitchFamily="2" charset="-18"/>
              </a:rPr>
              <a:t>Jó példa: képek állatokról, címkével: kutya / macska. Megtanulja a hasonlóságokat, különbségeket és ezek alapján egy új képet is tud osztályozni.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482EC-A9B6-4C52-BBB6-2EFE61679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60097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hu-HU" b="1" i="0" dirty="0">
                <a:effectLst/>
                <a:latin typeface="Poppins" panose="00000500000000000000" pitchFamily="2" charset="-18"/>
              </a:rPr>
              <a:t>Felügyelet nélküli tanulás</a:t>
            </a:r>
            <a:endParaRPr lang="hu-HU" b="0" i="0" dirty="0">
              <a:effectLst/>
              <a:latin typeface="Poppins" panose="00000500000000000000" pitchFamily="2" charset="-18"/>
            </a:endParaRPr>
          </a:p>
          <a:p>
            <a:pPr algn="l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b="0" i="0" dirty="0">
                <a:effectLst/>
                <a:latin typeface="Poppins" panose="00000500000000000000" pitchFamily="2" charset="-18"/>
              </a:rPr>
              <a:t>Itt a gép példákat kap, de nem mondjuk meg neki, mi a helyes válasz. Ő maga keresi a mintákat.</a:t>
            </a:r>
          </a:p>
          <a:p>
            <a:pPr algn="l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b="0" i="0" dirty="0">
                <a:effectLst/>
                <a:latin typeface="Poppins" panose="00000500000000000000" pitchFamily="2" charset="-18"/>
              </a:rPr>
              <a:t>Jó példa: gyümölcsök címke nélkül → a gép magától csoportosít például színek szerint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687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18361-906F-76F2-EA35-368CF1F3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EAF0A0-A6E8-AE29-2BFF-FDB04E032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EA66F-0AF9-C817-5681-2CFEB93C8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r>
              <a:rPr lang="hu-HU" b="1" i="0" dirty="0">
                <a:effectLst/>
                <a:latin typeface="Poppins" panose="00000500000000000000" pitchFamily="2" charset="-18"/>
              </a:rPr>
              <a:t>Hibák és javítás</a:t>
            </a:r>
            <a:endParaRPr lang="hu-HU" b="0" i="0" dirty="0">
              <a:effectLst/>
              <a:latin typeface="Poppins" panose="00000500000000000000" pitchFamily="2" charset="-18"/>
            </a:endParaRPr>
          </a:p>
          <a:p>
            <a:pPr algn="l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hu-HU" b="0" i="0" dirty="0">
                <a:effectLst/>
                <a:latin typeface="Poppins" panose="00000500000000000000" pitchFamily="2" charset="-18"/>
              </a:rPr>
              <a:t>Az MI nem tökéletes, hibázik. Ha például macskát néha kutyának nevez, akkor több adatot adunk neki, kijavítjuk, és egyre jobb lesz. A modell felismeri ha hibázik, javítja a paramétereit és új </a:t>
            </a:r>
            <a:r>
              <a:rPr lang="hu-HU" b="0" i="0" dirty="0" err="1">
                <a:effectLst/>
                <a:latin typeface="Poppins" panose="00000500000000000000" pitchFamily="2" charset="-18"/>
              </a:rPr>
              <a:t>predikciókkal</a:t>
            </a:r>
            <a:r>
              <a:rPr lang="hu-HU" b="0" i="0" dirty="0">
                <a:effectLst/>
                <a:latin typeface="Poppins" panose="00000500000000000000" pitchFamily="2" charset="-18"/>
              </a:rPr>
              <a:t> próbálkozik.</a:t>
            </a:r>
          </a:p>
          <a:p>
            <a:pPr algn="l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hu-HU" b="0" i="0" dirty="0">
              <a:effectLst/>
              <a:latin typeface="Poppins" panose="00000500000000000000" pitchFamily="2" charset="-18"/>
            </a:endParaRPr>
          </a:p>
          <a:p>
            <a:pPr algn="l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hu-HU" b="0" i="0" dirty="0">
              <a:effectLst/>
              <a:latin typeface="Poppins" panose="00000500000000000000" pitchFamily="2" charset="-1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D57FF-764F-F4A9-22A4-AA9DE65D5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1992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1DAE1-856A-4075-989B-2C988F895DE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8988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430653-BF72-882E-F761-8954BB0C36C4}"/>
              </a:ext>
            </a:extLst>
          </p:cNvPr>
          <p:cNvSpPr/>
          <p:nvPr userDrawn="1"/>
        </p:nvSpPr>
        <p:spPr>
          <a:xfrm>
            <a:off x="0" y="5334000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0 w 1524000"/>
              <a:gd name="connsiteY1" fmla="*/ 1524000 h 1524000"/>
              <a:gd name="connsiteX2" fmla="*/ 1524000 w 1524000"/>
              <a:gd name="connsiteY2" fmla="*/ 1524000 h 1524000"/>
              <a:gd name="connsiteX3" fmla="*/ 0 w 1524000"/>
              <a:gd name="connsiteY3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0" y="1524000"/>
                </a:lnTo>
                <a:lnTo>
                  <a:pt x="152400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439F844-A289-8562-A96E-1A3596065218}"/>
              </a:ext>
            </a:extLst>
          </p:cNvPr>
          <p:cNvSpPr/>
          <p:nvPr userDrawn="1"/>
        </p:nvSpPr>
        <p:spPr>
          <a:xfrm>
            <a:off x="0" y="781050"/>
            <a:ext cx="2276475" cy="4552950"/>
          </a:xfrm>
          <a:custGeom>
            <a:avLst/>
            <a:gdLst>
              <a:gd name="connsiteX0" fmla="*/ 0 w 2276475"/>
              <a:gd name="connsiteY0" fmla="*/ 4552950 h 4552950"/>
              <a:gd name="connsiteX1" fmla="*/ 2276475 w 2276475"/>
              <a:gd name="connsiteY1" fmla="*/ 2276475 h 4552950"/>
              <a:gd name="connsiteX2" fmla="*/ 0 w 2276475"/>
              <a:gd name="connsiteY2" fmla="*/ 0 h 4552950"/>
              <a:gd name="connsiteX3" fmla="*/ 0 w 2276475"/>
              <a:gd name="connsiteY3" fmla="*/ 4552950 h 455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475" h="4552950">
                <a:moveTo>
                  <a:pt x="0" y="4552950"/>
                </a:moveTo>
                <a:lnTo>
                  <a:pt x="2276475" y="2276475"/>
                </a:lnTo>
                <a:lnTo>
                  <a:pt x="0" y="0"/>
                </a:lnTo>
                <a:lnTo>
                  <a:pt x="0" y="455295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80986F0-48D2-B70E-8B40-E6EFC4D4FC5F}"/>
              </a:ext>
            </a:extLst>
          </p:cNvPr>
          <p:cNvSpPr/>
          <p:nvPr userDrawn="1"/>
        </p:nvSpPr>
        <p:spPr>
          <a:xfrm>
            <a:off x="2276475" y="4135183"/>
            <a:ext cx="3800475" cy="2722816"/>
          </a:xfrm>
          <a:custGeom>
            <a:avLst/>
            <a:gdLst>
              <a:gd name="connsiteX0" fmla="*/ 3800475 w 3800475"/>
              <a:gd name="connsiteY0" fmla="*/ 2722816 h 2722816"/>
              <a:gd name="connsiteX1" fmla="*/ 1645222 w 3800475"/>
              <a:gd name="connsiteY1" fmla="*/ 2722816 h 2722816"/>
              <a:gd name="connsiteX2" fmla="*/ 0 w 3800475"/>
              <a:gd name="connsiteY2" fmla="*/ 1077595 h 2722816"/>
              <a:gd name="connsiteX3" fmla="*/ 1077595 w 3800475"/>
              <a:gd name="connsiteY3" fmla="*/ 0 h 2722816"/>
              <a:gd name="connsiteX4" fmla="*/ 3800475 w 3800475"/>
              <a:gd name="connsiteY4" fmla="*/ 2722816 h 272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0475" h="2722816">
                <a:moveTo>
                  <a:pt x="3800475" y="2722816"/>
                </a:moveTo>
                <a:lnTo>
                  <a:pt x="1645222" y="2722816"/>
                </a:lnTo>
                <a:lnTo>
                  <a:pt x="0" y="1077595"/>
                </a:lnTo>
                <a:lnTo>
                  <a:pt x="1077595" y="0"/>
                </a:lnTo>
                <a:lnTo>
                  <a:pt x="3800475" y="2722816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80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2AB63-1735-3C48-904C-0E5AB4776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2178E4-606E-4970-FBCC-60ED09E441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7059E-7CE4-89DB-C087-521EA831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6133-D0F0-C2C4-B188-D0F2348F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BF7A2-65CC-5F4C-3F91-038833D90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1F880CC-17E7-9FC1-DB5C-261D215B1425}"/>
              </a:ext>
            </a:extLst>
          </p:cNvPr>
          <p:cNvGrpSpPr/>
          <p:nvPr userDrawn="1"/>
        </p:nvGrpSpPr>
        <p:grpSpPr>
          <a:xfrm>
            <a:off x="0" y="3822192"/>
            <a:ext cx="3035808" cy="3035808"/>
            <a:chOff x="0" y="2295525"/>
            <a:chExt cx="4557712" cy="455771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0CA6A70-A72B-73D9-7D97-C0FB847BF072}"/>
                </a:ext>
              </a:extLst>
            </p:cNvPr>
            <p:cNvSpPr/>
            <p:nvPr/>
          </p:nvSpPr>
          <p:spPr>
            <a:xfrm>
              <a:off x="0" y="5710237"/>
              <a:ext cx="1143000" cy="1143000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7E8AB96-CB95-685B-F6F3-1584C66F2E25}"/>
                </a:ext>
              </a:extLst>
            </p:cNvPr>
            <p:cNvSpPr/>
            <p:nvPr/>
          </p:nvSpPr>
          <p:spPr>
            <a:xfrm>
              <a:off x="1143000" y="5145881"/>
              <a:ext cx="3414712" cy="1707356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016013E-FFD6-D7DE-1F56-923FA08336CC}"/>
                </a:ext>
              </a:extLst>
            </p:cNvPr>
            <p:cNvSpPr/>
            <p:nvPr/>
          </p:nvSpPr>
          <p:spPr>
            <a:xfrm>
              <a:off x="0" y="2295525"/>
              <a:ext cx="2042159" cy="2850356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904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473FF36-7FFB-AE65-F439-18698AF125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136880" y="1540209"/>
            <a:ext cx="5296639" cy="4305901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EAA213FD-346D-C460-9F6B-F923A3FEF2AF}"/>
              </a:ext>
            </a:extLst>
          </p:cNvPr>
          <p:cNvGrpSpPr/>
          <p:nvPr userDrawn="1"/>
        </p:nvGrpSpPr>
        <p:grpSpPr>
          <a:xfrm>
            <a:off x="0" y="3819525"/>
            <a:ext cx="3038474" cy="3038475"/>
            <a:chOff x="0" y="3819525"/>
            <a:chExt cx="3038474" cy="303847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D6009E0-4435-17EF-5830-FC0DF5AE619A}"/>
                </a:ext>
              </a:extLst>
            </p:cNvPr>
            <p:cNvSpPr/>
            <p:nvPr/>
          </p:nvSpPr>
          <p:spPr>
            <a:xfrm>
              <a:off x="0" y="6096000"/>
              <a:ext cx="762000" cy="762000"/>
            </a:xfrm>
            <a:custGeom>
              <a:avLst/>
              <a:gdLst>
                <a:gd name="connsiteX0" fmla="*/ 0 w 762000"/>
                <a:gd name="connsiteY0" fmla="*/ 0 h 762000"/>
                <a:gd name="connsiteX1" fmla="*/ 0 w 762000"/>
                <a:gd name="connsiteY1" fmla="*/ 762000 h 762000"/>
                <a:gd name="connsiteX2" fmla="*/ 762000 w 762000"/>
                <a:gd name="connsiteY2" fmla="*/ 762000 h 762000"/>
                <a:gd name="connsiteX3" fmla="*/ 0 w 762000"/>
                <a:gd name="connsiteY3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762000">
                  <a:moveTo>
                    <a:pt x="0" y="0"/>
                  </a:moveTo>
                  <a:lnTo>
                    <a:pt x="0" y="762000"/>
                  </a:lnTo>
                  <a:lnTo>
                    <a:pt x="76200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60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D5CB91-6B04-7728-F9B6-B11AAEF828A2}"/>
                </a:ext>
              </a:extLst>
            </p:cNvPr>
            <p:cNvSpPr/>
            <p:nvPr/>
          </p:nvSpPr>
          <p:spPr>
            <a:xfrm>
              <a:off x="0" y="3819525"/>
              <a:ext cx="1138237" cy="2276475"/>
            </a:xfrm>
            <a:custGeom>
              <a:avLst/>
              <a:gdLst>
                <a:gd name="connsiteX0" fmla="*/ 0 w 1138237"/>
                <a:gd name="connsiteY0" fmla="*/ 2276475 h 2276475"/>
                <a:gd name="connsiteX1" fmla="*/ 1138238 w 1138237"/>
                <a:gd name="connsiteY1" fmla="*/ 1138238 h 2276475"/>
                <a:gd name="connsiteX2" fmla="*/ 0 w 1138237"/>
                <a:gd name="connsiteY2" fmla="*/ 0 h 2276475"/>
                <a:gd name="connsiteX3" fmla="*/ 0 w 1138237"/>
                <a:gd name="connsiteY3" fmla="*/ 2276475 h 22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8237" h="2276475">
                  <a:moveTo>
                    <a:pt x="0" y="2276475"/>
                  </a:moveTo>
                  <a:lnTo>
                    <a:pt x="1138238" y="1138238"/>
                  </a:lnTo>
                  <a:lnTo>
                    <a:pt x="0" y="0"/>
                  </a:lnTo>
                  <a:lnTo>
                    <a:pt x="0" y="2276475"/>
                  </a:lnTo>
                  <a:close/>
                </a:path>
              </a:pathLst>
            </a:custGeom>
            <a:solidFill>
              <a:srgbClr val="009CDE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5BD0205-6451-A68D-CC27-6B39F2D85327}"/>
                </a:ext>
              </a:extLst>
            </p:cNvPr>
            <p:cNvSpPr/>
            <p:nvPr/>
          </p:nvSpPr>
          <p:spPr>
            <a:xfrm>
              <a:off x="1138237" y="5496559"/>
              <a:ext cx="1900237" cy="1361440"/>
            </a:xfrm>
            <a:custGeom>
              <a:avLst/>
              <a:gdLst>
                <a:gd name="connsiteX0" fmla="*/ 1900238 w 1900237"/>
                <a:gd name="connsiteY0" fmla="*/ 1361440 h 1361440"/>
                <a:gd name="connsiteX1" fmla="*/ 822579 w 1900237"/>
                <a:gd name="connsiteY1" fmla="*/ 1361440 h 1361440"/>
                <a:gd name="connsiteX2" fmla="*/ 0 w 1900237"/>
                <a:gd name="connsiteY2" fmla="*/ 538861 h 1361440"/>
                <a:gd name="connsiteX3" fmla="*/ 538798 w 1900237"/>
                <a:gd name="connsiteY3" fmla="*/ 0 h 1361440"/>
                <a:gd name="connsiteX4" fmla="*/ 1900238 w 1900237"/>
                <a:gd name="connsiteY4" fmla="*/ 1361440 h 136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0237" h="1361440">
                  <a:moveTo>
                    <a:pt x="1900238" y="1361440"/>
                  </a:moveTo>
                  <a:lnTo>
                    <a:pt x="822579" y="1361440"/>
                  </a:lnTo>
                  <a:lnTo>
                    <a:pt x="0" y="538861"/>
                  </a:lnTo>
                  <a:lnTo>
                    <a:pt x="538798" y="0"/>
                  </a:lnTo>
                  <a:lnTo>
                    <a:pt x="1900238" y="1361440"/>
                  </a:lnTo>
                  <a:close/>
                </a:path>
              </a:pathLst>
            </a:custGeom>
            <a:solidFill>
              <a:srgbClr val="A5005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617948BE-4F42-4F32-B2E2-FAF693159A22}"/>
              </a:ext>
            </a:extLst>
          </p:cNvPr>
          <p:cNvSpPr/>
          <p:nvPr userDrawn="1"/>
        </p:nvSpPr>
        <p:spPr>
          <a:xfrm>
            <a:off x="8990457" y="0"/>
            <a:ext cx="1524000" cy="762000"/>
          </a:xfrm>
          <a:custGeom>
            <a:avLst/>
            <a:gdLst>
              <a:gd name="connsiteX0" fmla="*/ 762000 w 1524000"/>
              <a:gd name="connsiteY0" fmla="*/ 0 h 762000"/>
              <a:gd name="connsiteX1" fmla="*/ 0 w 1524000"/>
              <a:gd name="connsiteY1" fmla="*/ 0 h 762000"/>
              <a:gd name="connsiteX2" fmla="*/ 762000 w 1524000"/>
              <a:gd name="connsiteY2" fmla="*/ 762000 h 762000"/>
              <a:gd name="connsiteX3" fmla="*/ 1524000 w 1524000"/>
              <a:gd name="connsiteY3" fmla="*/ 0 h 762000"/>
              <a:gd name="connsiteX4" fmla="*/ 762000 w 1524000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24000" h="762000">
                <a:moveTo>
                  <a:pt x="762000" y="0"/>
                </a:moveTo>
                <a:lnTo>
                  <a:pt x="0" y="0"/>
                </a:lnTo>
                <a:lnTo>
                  <a:pt x="762000" y="762000"/>
                </a:lnTo>
                <a:lnTo>
                  <a:pt x="1524000" y="0"/>
                </a:lnTo>
                <a:lnTo>
                  <a:pt x="762000" y="0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B8751D3-CC0B-C5E3-FBF7-D3962C4A0783}"/>
              </a:ext>
            </a:extLst>
          </p:cNvPr>
          <p:cNvSpPr/>
          <p:nvPr userDrawn="1"/>
        </p:nvSpPr>
        <p:spPr>
          <a:xfrm rot="18900000">
            <a:off x="9115394" y="2372643"/>
            <a:ext cx="762000" cy="762000"/>
          </a:xfrm>
          <a:custGeom>
            <a:avLst/>
            <a:gdLst>
              <a:gd name="connsiteX0" fmla="*/ 0 w 762000"/>
              <a:gd name="connsiteY0" fmla="*/ 0 h 762000"/>
              <a:gd name="connsiteX1" fmla="*/ 762000 w 762000"/>
              <a:gd name="connsiteY1" fmla="*/ 0 h 762000"/>
              <a:gd name="connsiteX2" fmla="*/ 762000 w 762000"/>
              <a:gd name="connsiteY2" fmla="*/ 762000 h 762000"/>
              <a:gd name="connsiteX3" fmla="*/ 0 w 762000"/>
              <a:gd name="connsiteY3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26C23BB-22FC-0937-B86D-AB54D727B8A7}"/>
              </a:ext>
            </a:extLst>
          </p:cNvPr>
          <p:cNvSpPr/>
          <p:nvPr userDrawn="1"/>
        </p:nvSpPr>
        <p:spPr>
          <a:xfrm>
            <a:off x="7341108" y="598360"/>
            <a:ext cx="2155253" cy="2155253"/>
          </a:xfrm>
          <a:custGeom>
            <a:avLst/>
            <a:gdLst>
              <a:gd name="connsiteX0" fmla="*/ 1616456 w 2155253"/>
              <a:gd name="connsiteY0" fmla="*/ 1077595 h 2155253"/>
              <a:gd name="connsiteX1" fmla="*/ 1077596 w 2155253"/>
              <a:gd name="connsiteY1" fmla="*/ 538798 h 2155253"/>
              <a:gd name="connsiteX2" fmla="*/ 538797 w 2155253"/>
              <a:gd name="connsiteY2" fmla="*/ 0 h 2155253"/>
              <a:gd name="connsiteX3" fmla="*/ 0 w 2155253"/>
              <a:gd name="connsiteY3" fmla="*/ 538798 h 2155253"/>
              <a:gd name="connsiteX4" fmla="*/ 538797 w 2155253"/>
              <a:gd name="connsiteY4" fmla="*/ 1077595 h 2155253"/>
              <a:gd name="connsiteX5" fmla="*/ 1077596 w 2155253"/>
              <a:gd name="connsiteY5" fmla="*/ 1616456 h 2155253"/>
              <a:gd name="connsiteX6" fmla="*/ 1616456 w 2155253"/>
              <a:gd name="connsiteY6" fmla="*/ 2155254 h 2155253"/>
              <a:gd name="connsiteX7" fmla="*/ 2155254 w 2155253"/>
              <a:gd name="connsiteY7" fmla="*/ 1616456 h 2155253"/>
              <a:gd name="connsiteX8" fmla="*/ 1616456 w 2155253"/>
              <a:gd name="connsiteY8" fmla="*/ 1077595 h 215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5253" h="2155253">
                <a:moveTo>
                  <a:pt x="1616456" y="1077595"/>
                </a:moveTo>
                <a:lnTo>
                  <a:pt x="1077596" y="538798"/>
                </a:lnTo>
                <a:lnTo>
                  <a:pt x="538797" y="0"/>
                </a:lnTo>
                <a:lnTo>
                  <a:pt x="0" y="538798"/>
                </a:lnTo>
                <a:lnTo>
                  <a:pt x="538797" y="1077595"/>
                </a:lnTo>
                <a:lnTo>
                  <a:pt x="1077596" y="1616456"/>
                </a:lnTo>
                <a:lnTo>
                  <a:pt x="1616456" y="2155254"/>
                </a:lnTo>
                <a:lnTo>
                  <a:pt x="2155254" y="1616456"/>
                </a:lnTo>
                <a:lnTo>
                  <a:pt x="1616456" y="1077595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EB9B6B7-B3F2-0812-742C-7A5E580493A8}"/>
              </a:ext>
            </a:extLst>
          </p:cNvPr>
          <p:cNvSpPr/>
          <p:nvPr userDrawn="1"/>
        </p:nvSpPr>
        <p:spPr>
          <a:xfrm>
            <a:off x="6812026" y="1137158"/>
            <a:ext cx="2155253" cy="2155253"/>
          </a:xfrm>
          <a:custGeom>
            <a:avLst/>
            <a:gdLst>
              <a:gd name="connsiteX0" fmla="*/ 1616456 w 2155253"/>
              <a:gd name="connsiteY0" fmla="*/ 1077659 h 2155253"/>
              <a:gd name="connsiteX1" fmla="*/ 1077595 w 2155253"/>
              <a:gd name="connsiteY1" fmla="*/ 538797 h 2155253"/>
              <a:gd name="connsiteX2" fmla="*/ 538798 w 2155253"/>
              <a:gd name="connsiteY2" fmla="*/ 0 h 2155253"/>
              <a:gd name="connsiteX3" fmla="*/ 0 w 2155253"/>
              <a:gd name="connsiteY3" fmla="*/ 538797 h 2155253"/>
              <a:gd name="connsiteX4" fmla="*/ 538798 w 2155253"/>
              <a:gd name="connsiteY4" fmla="*/ 1077659 h 2155253"/>
              <a:gd name="connsiteX5" fmla="*/ 1077595 w 2155253"/>
              <a:gd name="connsiteY5" fmla="*/ 1616456 h 2155253"/>
              <a:gd name="connsiteX6" fmla="*/ 1616456 w 2155253"/>
              <a:gd name="connsiteY6" fmla="*/ 2155254 h 2155253"/>
              <a:gd name="connsiteX7" fmla="*/ 2155253 w 2155253"/>
              <a:gd name="connsiteY7" fmla="*/ 1616456 h 2155253"/>
              <a:gd name="connsiteX8" fmla="*/ 1616456 w 2155253"/>
              <a:gd name="connsiteY8" fmla="*/ 1077659 h 2155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5253" h="2155253">
                <a:moveTo>
                  <a:pt x="1616456" y="1077659"/>
                </a:moveTo>
                <a:lnTo>
                  <a:pt x="1077595" y="538797"/>
                </a:lnTo>
                <a:lnTo>
                  <a:pt x="538798" y="0"/>
                </a:lnTo>
                <a:lnTo>
                  <a:pt x="0" y="538797"/>
                </a:lnTo>
                <a:lnTo>
                  <a:pt x="538798" y="1077659"/>
                </a:lnTo>
                <a:lnTo>
                  <a:pt x="1077595" y="1616456"/>
                </a:lnTo>
                <a:lnTo>
                  <a:pt x="1616456" y="2155254"/>
                </a:lnTo>
                <a:lnTo>
                  <a:pt x="2155253" y="1616456"/>
                </a:lnTo>
                <a:lnTo>
                  <a:pt x="1616456" y="1077659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5CE788A-FE42-AC4B-DACD-E63848781A6F}"/>
              </a:ext>
            </a:extLst>
          </p:cNvPr>
          <p:cNvSpPr/>
          <p:nvPr userDrawn="1"/>
        </p:nvSpPr>
        <p:spPr>
          <a:xfrm rot="18900000">
            <a:off x="10350774" y="913957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1524000 w 1524000"/>
              <a:gd name="connsiteY1" fmla="*/ 0 h 1524000"/>
              <a:gd name="connsiteX2" fmla="*/ 1524000 w 1524000"/>
              <a:gd name="connsiteY2" fmla="*/ 1524000 h 1524000"/>
              <a:gd name="connsiteX3" fmla="*/ 0 w 1524000"/>
              <a:gd name="connsiteY3" fmla="*/ 152400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1524000" y="0"/>
                </a:lnTo>
                <a:lnTo>
                  <a:pt x="1524000" y="152400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80B018A-5F69-889F-F2A7-CC818E1470EB}"/>
              </a:ext>
            </a:extLst>
          </p:cNvPr>
          <p:cNvSpPr/>
          <p:nvPr userDrawn="1"/>
        </p:nvSpPr>
        <p:spPr>
          <a:xfrm>
            <a:off x="6203950" y="0"/>
            <a:ext cx="1675955" cy="1137158"/>
          </a:xfrm>
          <a:custGeom>
            <a:avLst/>
            <a:gdLst>
              <a:gd name="connsiteX0" fmla="*/ 1077595 w 1675955"/>
              <a:gd name="connsiteY0" fmla="*/ 0 h 1137158"/>
              <a:gd name="connsiteX1" fmla="*/ 0 w 1675955"/>
              <a:gd name="connsiteY1" fmla="*/ 0 h 1137158"/>
              <a:gd name="connsiteX2" fmla="*/ 59499 w 1675955"/>
              <a:gd name="connsiteY2" fmla="*/ 59563 h 1137158"/>
              <a:gd name="connsiteX3" fmla="*/ 598297 w 1675955"/>
              <a:gd name="connsiteY3" fmla="*/ 598361 h 1137158"/>
              <a:gd name="connsiteX4" fmla="*/ 1137158 w 1675955"/>
              <a:gd name="connsiteY4" fmla="*/ 1137158 h 1137158"/>
              <a:gd name="connsiteX5" fmla="*/ 1675955 w 1675955"/>
              <a:gd name="connsiteY5" fmla="*/ 598361 h 1137158"/>
              <a:gd name="connsiteX6" fmla="*/ 1137158 w 1675955"/>
              <a:gd name="connsiteY6" fmla="*/ 59563 h 1137158"/>
              <a:gd name="connsiteX7" fmla="*/ 1077595 w 1675955"/>
              <a:gd name="connsiteY7" fmla="*/ 0 h 1137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75955" h="1137158">
                <a:moveTo>
                  <a:pt x="1077595" y="0"/>
                </a:moveTo>
                <a:lnTo>
                  <a:pt x="0" y="0"/>
                </a:lnTo>
                <a:lnTo>
                  <a:pt x="59499" y="59563"/>
                </a:lnTo>
                <a:lnTo>
                  <a:pt x="598297" y="598361"/>
                </a:lnTo>
                <a:lnTo>
                  <a:pt x="1137158" y="1137158"/>
                </a:lnTo>
                <a:lnTo>
                  <a:pt x="1675955" y="598361"/>
                </a:lnTo>
                <a:lnTo>
                  <a:pt x="1137158" y="59563"/>
                </a:lnTo>
                <a:lnTo>
                  <a:pt x="1077595" y="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56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C2C73-BAED-6AFB-6A04-9FBD970C6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B8CD9-66B3-A961-43CD-8A2073453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6B2F-94DC-188E-EF81-A6C45B83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376FF-0545-E929-C5D4-82593764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2ECA4-0FF1-35FE-950A-B6ED70AFC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606F16-C354-4239-07D1-1AD127CFE71E}"/>
              </a:ext>
            </a:extLst>
          </p:cNvPr>
          <p:cNvGrpSpPr/>
          <p:nvPr userDrawn="1"/>
        </p:nvGrpSpPr>
        <p:grpSpPr>
          <a:xfrm>
            <a:off x="9156192" y="0"/>
            <a:ext cx="3035808" cy="3035808"/>
            <a:chOff x="9156192" y="0"/>
            <a:chExt cx="3035808" cy="303580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9377F14-2AED-2668-A77C-FA5D50B68530}"/>
                </a:ext>
              </a:extLst>
            </p:cNvPr>
            <p:cNvSpPr/>
            <p:nvPr/>
          </p:nvSpPr>
          <p:spPr>
            <a:xfrm rot="10800000">
              <a:off x="11430669" y="0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8C1DF86-694E-6446-4A8B-2285FFA08362}"/>
                </a:ext>
              </a:extLst>
            </p:cNvPr>
            <p:cNvSpPr/>
            <p:nvPr/>
          </p:nvSpPr>
          <p:spPr>
            <a:xfrm rot="10800000">
              <a:off x="9156192" y="0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4AE9892-1EFB-5D4B-E113-7C3EBA07230A}"/>
                </a:ext>
              </a:extLst>
            </p:cNvPr>
            <p:cNvSpPr/>
            <p:nvPr/>
          </p:nvSpPr>
          <p:spPr>
            <a:xfrm rot="10800000">
              <a:off x="10831756" y="113723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213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1D5D1-3C54-A316-923A-2859A81C4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736A5-0ED5-5E44-9239-96E922B9A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3A467-9ADB-CF45-D09C-64D030FEB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5BD05-F6C1-3A79-B799-942B4D9E5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C2118-B7EB-B198-E489-5F96137BB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46AE64-E8E8-6820-45B2-2D741F3C1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AA263-D0C8-1347-DB90-EE281E4A0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45C56F-BFFE-9EC3-6107-B47D3B95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0038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8551-62CA-CE02-C683-9742A581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FC813-F0F6-CD4E-D654-2B4D603D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4D0641-CA0E-6F67-6915-95168639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03D26-FD27-6F78-7F97-2962F2762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665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0E0A80-7F7F-8A00-5448-FD1FBBC1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3C99A7-8AF1-1DE1-CECE-CC74BCD75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7E2A9-8D3B-782F-7C2F-084EBB39B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238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F512-882F-8A93-A8CD-BDAB07E3F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2A230-9D33-1D59-B7DF-203FE63B4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83D56F-C25A-3520-BB1E-66C6B97B8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1745A-620E-6BB6-FAB0-739A65E0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F5762-0389-FC11-6862-09D27244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DA2A9-78EC-1775-5034-FF798CD9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516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C7673-C6C4-9BB6-1715-1960ECBA8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F7278C-247F-A019-AE3F-6D1BD8232B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76122-3C81-C6FB-8B49-251E66C43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9288A-CA9C-76A6-D320-6B4183B1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9E8FB-D0A1-C9D1-146F-B84318FAC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B9E3B-A57F-0ED7-BD24-476E4717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05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897D-1A43-9EB6-FA9F-49D7960A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A8CDA-D832-8246-1ABC-07AB5D9A1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115F4-597F-5A0B-CDA4-33AAA0A3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80AA6-26B0-A5EA-8897-8417C62DF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9868C-7CB0-447D-47A7-ED1B858C9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393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257FD-240F-C75E-F430-89A0F5CA3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D4680-3948-CD9A-7A86-C1AF022C3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6E645-9F4F-CF68-F881-DB6F25A89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46F70-1BC2-4B41-800B-BD545B096BFD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4C068-877A-A38A-F099-CC029F535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8722F-3523-A6E9-FCBC-7B882EF9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844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5FA59-D418-65B0-3E7D-5717DFA1B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CA3B-3898-A227-E455-1E39C9C85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B088D-6D20-1B3B-A885-6A6DD8367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346F70-1BC2-4B41-800B-BD545B096BFD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CDBF3-8359-A440-C53B-AAC08461AD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BE200-6DC4-A99E-F6B0-F96523549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F0ED7-B3D2-4C3A-8C73-8D9AA36C07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0A47D-4D53-9AE8-5C54-6E6FF681A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3A7F0019-90A9-03DA-24A5-689E05C6AC0D}"/>
              </a:ext>
            </a:extLst>
          </p:cNvPr>
          <p:cNvSpPr/>
          <p:nvPr/>
        </p:nvSpPr>
        <p:spPr>
          <a:xfrm>
            <a:off x="0" y="5334000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0 w 1524000"/>
              <a:gd name="connsiteY1" fmla="*/ 1524000 h 1524000"/>
              <a:gd name="connsiteX2" fmla="*/ 1524000 w 1524000"/>
              <a:gd name="connsiteY2" fmla="*/ 1524000 h 1524000"/>
              <a:gd name="connsiteX3" fmla="*/ 0 w 1524000"/>
              <a:gd name="connsiteY3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0" y="1524000"/>
                </a:lnTo>
                <a:lnTo>
                  <a:pt x="152400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F0CCA180-B07D-3912-69C1-D204467F3C7F}"/>
              </a:ext>
            </a:extLst>
          </p:cNvPr>
          <p:cNvSpPr/>
          <p:nvPr/>
        </p:nvSpPr>
        <p:spPr>
          <a:xfrm>
            <a:off x="0" y="781050"/>
            <a:ext cx="2276475" cy="4552950"/>
          </a:xfrm>
          <a:custGeom>
            <a:avLst/>
            <a:gdLst>
              <a:gd name="connsiteX0" fmla="*/ 0 w 2276475"/>
              <a:gd name="connsiteY0" fmla="*/ 4552950 h 4552950"/>
              <a:gd name="connsiteX1" fmla="*/ 2276475 w 2276475"/>
              <a:gd name="connsiteY1" fmla="*/ 2276475 h 4552950"/>
              <a:gd name="connsiteX2" fmla="*/ 0 w 2276475"/>
              <a:gd name="connsiteY2" fmla="*/ 0 h 4552950"/>
              <a:gd name="connsiteX3" fmla="*/ 0 w 2276475"/>
              <a:gd name="connsiteY3" fmla="*/ 4552950 h 455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475" h="4552950">
                <a:moveTo>
                  <a:pt x="0" y="4552950"/>
                </a:moveTo>
                <a:lnTo>
                  <a:pt x="2276475" y="2276475"/>
                </a:lnTo>
                <a:lnTo>
                  <a:pt x="0" y="0"/>
                </a:lnTo>
                <a:lnTo>
                  <a:pt x="0" y="455295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D9E4EFF1-1E77-EAB5-A32D-42EB929E03F8}"/>
              </a:ext>
            </a:extLst>
          </p:cNvPr>
          <p:cNvSpPr/>
          <p:nvPr/>
        </p:nvSpPr>
        <p:spPr>
          <a:xfrm>
            <a:off x="2276475" y="4135183"/>
            <a:ext cx="3800475" cy="2722816"/>
          </a:xfrm>
          <a:custGeom>
            <a:avLst/>
            <a:gdLst>
              <a:gd name="connsiteX0" fmla="*/ 3800475 w 3800475"/>
              <a:gd name="connsiteY0" fmla="*/ 2722816 h 2722816"/>
              <a:gd name="connsiteX1" fmla="*/ 1645222 w 3800475"/>
              <a:gd name="connsiteY1" fmla="*/ 2722816 h 2722816"/>
              <a:gd name="connsiteX2" fmla="*/ 0 w 3800475"/>
              <a:gd name="connsiteY2" fmla="*/ 1077595 h 2722816"/>
              <a:gd name="connsiteX3" fmla="*/ 1077595 w 3800475"/>
              <a:gd name="connsiteY3" fmla="*/ 0 h 2722816"/>
              <a:gd name="connsiteX4" fmla="*/ 3800475 w 3800475"/>
              <a:gd name="connsiteY4" fmla="*/ 2722816 h 272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0475" h="2722816">
                <a:moveTo>
                  <a:pt x="3800475" y="2722816"/>
                </a:moveTo>
                <a:lnTo>
                  <a:pt x="1645222" y="2722816"/>
                </a:lnTo>
                <a:lnTo>
                  <a:pt x="0" y="1077595"/>
                </a:lnTo>
                <a:lnTo>
                  <a:pt x="1077595" y="0"/>
                </a:lnTo>
                <a:lnTo>
                  <a:pt x="3800475" y="2722816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533991-B854-12E9-29F5-4204F5649868}"/>
              </a:ext>
            </a:extLst>
          </p:cNvPr>
          <p:cNvSpPr txBox="1">
            <a:spLocks/>
          </p:cNvSpPr>
          <p:nvPr/>
        </p:nvSpPr>
        <p:spPr>
          <a:xfrm>
            <a:off x="6185090" y="1532904"/>
            <a:ext cx="5555806" cy="1655761"/>
          </a:xfrm>
          <a:prstGeom prst="rect">
            <a:avLst/>
          </a:prstGeom>
        </p:spPr>
        <p:txBody>
          <a:bodyPr rtlCol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60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Hogyan</a:t>
            </a:r>
            <a:r>
              <a:rPr kumimoji="0" lang="en-GB" sz="60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GB" sz="60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tanul</a:t>
            </a:r>
            <a:r>
              <a:rPr kumimoji="0" lang="en-GB" sz="60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GB" sz="60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az</a:t>
            </a:r>
            <a:r>
              <a:rPr kumimoji="0" lang="en-GB" sz="60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MI?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B7E346-B7AD-C70A-69D8-5F035550ABF5}"/>
              </a:ext>
            </a:extLst>
          </p:cNvPr>
          <p:cNvSpPr/>
          <p:nvPr/>
        </p:nvSpPr>
        <p:spPr>
          <a:xfrm>
            <a:off x="6262814" y="3429000"/>
            <a:ext cx="4111232" cy="102620"/>
          </a:xfrm>
          <a:prstGeom prst="rect">
            <a:avLst/>
          </a:prstGeom>
          <a:solidFill>
            <a:srgbClr val="C4D600"/>
          </a:solidFill>
          <a:ln>
            <a:solidFill>
              <a:srgbClr val="C4D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C4D6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26D472C-AC38-5954-1DB2-11EB75A3E644}"/>
              </a:ext>
            </a:extLst>
          </p:cNvPr>
          <p:cNvSpPr txBox="1">
            <a:spLocks/>
          </p:cNvSpPr>
          <p:nvPr/>
        </p:nvSpPr>
        <p:spPr>
          <a:xfrm>
            <a:off x="6262814" y="4415038"/>
            <a:ext cx="5400358" cy="725001"/>
          </a:xfrm>
          <a:prstGeom prst="rect">
            <a:avLst/>
          </a:prstGeom>
        </p:spPr>
        <p:txBody>
          <a:bodyPr lIns="91440" tIns="45720" rIns="91440" bIns="4572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kumimoji="0" lang="en-GB" sz="3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Mesterséges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3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Intelligencia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3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tananyag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 – 9. </a:t>
            </a:r>
            <a:r>
              <a:rPr kumimoji="0" lang="en-GB" sz="3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/>
                <a:cs typeface="Arial"/>
              </a:rPr>
              <a:t>osztály</a:t>
            </a:r>
            <a:endParaRPr lang="en-GB" sz="3000" b="1" i="0" u="none" strike="noStrike" kern="1200" cap="none" spc="0" normalizeH="0" baseline="0" noProof="0" dirty="0" err="1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3000" b="1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29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FAF95-FC7F-B72E-0FEE-857641AE7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BAE1961A-4F67-23D5-A12C-A3F0B7F50872}"/>
              </a:ext>
            </a:extLst>
          </p:cNvPr>
          <p:cNvGrpSpPr/>
          <p:nvPr/>
        </p:nvGrpSpPr>
        <p:grpSpPr>
          <a:xfrm>
            <a:off x="9733808" y="0"/>
            <a:ext cx="2471057" cy="2232931"/>
            <a:chOff x="9156192" y="0"/>
            <a:chExt cx="3035808" cy="303580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CEA39C5-0EB2-43D7-DB23-079A2CC79BE0}"/>
                </a:ext>
              </a:extLst>
            </p:cNvPr>
            <p:cNvSpPr/>
            <p:nvPr/>
          </p:nvSpPr>
          <p:spPr>
            <a:xfrm rot="10800000">
              <a:off x="11430669" y="0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266C9A5-4F3B-1E59-EFCA-B7A19031837B}"/>
                </a:ext>
              </a:extLst>
            </p:cNvPr>
            <p:cNvSpPr/>
            <p:nvPr/>
          </p:nvSpPr>
          <p:spPr>
            <a:xfrm rot="10800000">
              <a:off x="9156192" y="0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4094862-A66C-932D-A2F8-4E7B38138EFE}"/>
                </a:ext>
              </a:extLst>
            </p:cNvPr>
            <p:cNvSpPr/>
            <p:nvPr/>
          </p:nvSpPr>
          <p:spPr>
            <a:xfrm rot="10800000">
              <a:off x="10831756" y="113723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794E514-87DB-7E13-1C73-34E39082BE77}"/>
              </a:ext>
            </a:extLst>
          </p:cNvPr>
          <p:cNvSpPr txBox="1">
            <a:spLocks/>
          </p:cNvSpPr>
          <p:nvPr/>
        </p:nvSpPr>
        <p:spPr>
          <a:xfrm>
            <a:off x="6421940" y="1304536"/>
            <a:ext cx="7317986" cy="827881"/>
          </a:xfrm>
          <a:prstGeom prst="rect">
            <a:avLst/>
          </a:prstGeom>
        </p:spPr>
        <p:txBody>
          <a:bodyPr rtlCol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Mi a </a:t>
            </a:r>
            <a:r>
              <a:rPr kumimoji="0" lang="en-GB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gépi</a:t>
            </a: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GB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tanulás</a:t>
            </a: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?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774EFD5-5492-473F-8545-29B1EBB3AC56}"/>
              </a:ext>
            </a:extLst>
          </p:cNvPr>
          <p:cNvSpPr txBox="1">
            <a:spLocks/>
          </p:cNvSpPr>
          <p:nvPr/>
        </p:nvSpPr>
        <p:spPr>
          <a:xfrm>
            <a:off x="6470751" y="2491006"/>
            <a:ext cx="4498586" cy="186389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Adatokból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való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3000" b="1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szabályfelismerés</a:t>
            </a:r>
            <a:endParaRPr kumimoji="0" lang="en-GB" sz="3000" b="1" i="0" u="none" strike="noStrike" kern="1200" cap="none" spc="0" normalizeH="0" baseline="0" noProof="0" dirty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gépi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tanulás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egy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olyan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mesterséges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intelligencia-alapú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módszer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amely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lehetővé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teszi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hogy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számítógép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példák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alapján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tanuljon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meg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mintákat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felismerni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és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azok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alapján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új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adatokat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osztályozzon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vagy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értelmezzen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  <a:endParaRPr kumimoji="0" lang="en-GB" sz="30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0" name="Picture 29" descr="A blue brain with lines and dots&#10;&#10;AI-generated content may be incorrect.">
            <a:extLst>
              <a:ext uri="{FF2B5EF4-FFF2-40B4-BE49-F238E27FC236}">
                <a16:creationId xmlns:a16="http://schemas.microsoft.com/office/drawing/2014/main" id="{1759E225-8BC8-0625-4E83-13938453C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5" r="49110"/>
          <a:stretch>
            <a:fillRect/>
          </a:stretch>
        </p:blipFill>
        <p:spPr>
          <a:xfrm>
            <a:off x="0" y="-1"/>
            <a:ext cx="5731072" cy="687116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E1F71323-2AD4-2ECB-C7E4-864B5AB34D88}"/>
              </a:ext>
            </a:extLst>
          </p:cNvPr>
          <p:cNvSpPr/>
          <p:nvPr/>
        </p:nvSpPr>
        <p:spPr>
          <a:xfrm>
            <a:off x="6518186" y="2059529"/>
            <a:ext cx="4111232" cy="10262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1B8BF0-C03F-F13F-F13A-54C82F9794F6}"/>
              </a:ext>
            </a:extLst>
          </p:cNvPr>
          <p:cNvSpPr txBox="1">
            <a:spLocks/>
          </p:cNvSpPr>
          <p:nvPr/>
        </p:nvSpPr>
        <p:spPr>
          <a:xfrm>
            <a:off x="6460930" y="4625070"/>
            <a:ext cx="1652225" cy="65239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Bemenet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6D2FB9A-1DE2-05B6-AD83-BD0E83BF96E0}"/>
              </a:ext>
            </a:extLst>
          </p:cNvPr>
          <p:cNvSpPr txBox="1">
            <a:spLocks/>
          </p:cNvSpPr>
          <p:nvPr/>
        </p:nvSpPr>
        <p:spPr>
          <a:xfrm>
            <a:off x="10419867" y="4637891"/>
            <a:ext cx="1600200" cy="6436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Szabály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8BD27B4-B0CD-FE72-3FF2-AF8FBC1A170D}"/>
              </a:ext>
            </a:extLst>
          </p:cNvPr>
          <p:cNvSpPr txBox="1">
            <a:spLocks/>
          </p:cNvSpPr>
          <p:nvPr/>
        </p:nvSpPr>
        <p:spPr>
          <a:xfrm>
            <a:off x="8312185" y="4642055"/>
            <a:ext cx="1904994" cy="64363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Kimenet</a:t>
            </a:r>
            <a:endParaRPr kumimoji="0" lang="en-GB" sz="25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Arrow: Right 31">
            <a:extLst>
              <a:ext uri="{FF2B5EF4-FFF2-40B4-BE49-F238E27FC236}">
                <a16:creationId xmlns:a16="http://schemas.microsoft.com/office/drawing/2014/main" id="{99DEF510-BB3E-7AFA-C332-6A0450239EE3}"/>
              </a:ext>
            </a:extLst>
          </p:cNvPr>
          <p:cNvSpPr/>
          <p:nvPr/>
        </p:nvSpPr>
        <p:spPr>
          <a:xfrm>
            <a:off x="9726467" y="4668862"/>
            <a:ext cx="588177" cy="321782"/>
          </a:xfrm>
          <a:prstGeom prst="rightArrow">
            <a:avLst/>
          </a:prstGeom>
          <a:solidFill>
            <a:srgbClr val="0042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Plus Sign 33">
            <a:extLst>
              <a:ext uri="{FF2B5EF4-FFF2-40B4-BE49-F238E27FC236}">
                <a16:creationId xmlns:a16="http://schemas.microsoft.com/office/drawing/2014/main" id="{94650EDD-C04A-4D70-B8F2-052FE46F60B3}"/>
              </a:ext>
            </a:extLst>
          </p:cNvPr>
          <p:cNvSpPr/>
          <p:nvPr/>
        </p:nvSpPr>
        <p:spPr>
          <a:xfrm>
            <a:off x="7891382" y="4585391"/>
            <a:ext cx="437829" cy="469370"/>
          </a:xfrm>
          <a:prstGeom prst="mathPlus">
            <a:avLst/>
          </a:prstGeom>
          <a:solidFill>
            <a:srgbClr val="00426A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5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7863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B2933-C842-CD91-1AA6-85E66CCDA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AD29034-244B-54E3-96A6-A7A028683790}"/>
              </a:ext>
            </a:extLst>
          </p:cNvPr>
          <p:cNvGrpSpPr/>
          <p:nvPr/>
        </p:nvGrpSpPr>
        <p:grpSpPr>
          <a:xfrm rot="10800000">
            <a:off x="9852018" y="-1"/>
            <a:ext cx="2339982" cy="2318657"/>
            <a:chOff x="0" y="3819525"/>
            <a:chExt cx="3038474" cy="3038475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5BC70BF-EE74-EBFE-60F5-2FC766C31229}"/>
                </a:ext>
              </a:extLst>
            </p:cNvPr>
            <p:cNvSpPr/>
            <p:nvPr/>
          </p:nvSpPr>
          <p:spPr>
            <a:xfrm>
              <a:off x="0" y="6096000"/>
              <a:ext cx="762000" cy="762000"/>
            </a:xfrm>
            <a:custGeom>
              <a:avLst/>
              <a:gdLst>
                <a:gd name="connsiteX0" fmla="*/ 0 w 762000"/>
                <a:gd name="connsiteY0" fmla="*/ 0 h 762000"/>
                <a:gd name="connsiteX1" fmla="*/ 0 w 762000"/>
                <a:gd name="connsiteY1" fmla="*/ 762000 h 762000"/>
                <a:gd name="connsiteX2" fmla="*/ 762000 w 762000"/>
                <a:gd name="connsiteY2" fmla="*/ 762000 h 762000"/>
                <a:gd name="connsiteX3" fmla="*/ 0 w 762000"/>
                <a:gd name="connsiteY3" fmla="*/ 0 h 762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2000" h="762000">
                  <a:moveTo>
                    <a:pt x="0" y="0"/>
                  </a:moveTo>
                  <a:lnTo>
                    <a:pt x="0" y="762000"/>
                  </a:lnTo>
                  <a:lnTo>
                    <a:pt x="762000" y="762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4D60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90D4B9-08A2-C4EF-B2D8-79DE054018BD}"/>
                </a:ext>
              </a:extLst>
            </p:cNvPr>
            <p:cNvSpPr/>
            <p:nvPr/>
          </p:nvSpPr>
          <p:spPr>
            <a:xfrm>
              <a:off x="0" y="3819525"/>
              <a:ext cx="1138237" cy="2276475"/>
            </a:xfrm>
            <a:custGeom>
              <a:avLst/>
              <a:gdLst>
                <a:gd name="connsiteX0" fmla="*/ 0 w 1138237"/>
                <a:gd name="connsiteY0" fmla="*/ 2276475 h 2276475"/>
                <a:gd name="connsiteX1" fmla="*/ 1138238 w 1138237"/>
                <a:gd name="connsiteY1" fmla="*/ 1138238 h 2276475"/>
                <a:gd name="connsiteX2" fmla="*/ 0 w 1138237"/>
                <a:gd name="connsiteY2" fmla="*/ 0 h 2276475"/>
                <a:gd name="connsiteX3" fmla="*/ 0 w 1138237"/>
                <a:gd name="connsiteY3" fmla="*/ 2276475 h 22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8237" h="2276475">
                  <a:moveTo>
                    <a:pt x="0" y="2276475"/>
                  </a:moveTo>
                  <a:lnTo>
                    <a:pt x="1138238" y="1138238"/>
                  </a:lnTo>
                  <a:lnTo>
                    <a:pt x="0" y="0"/>
                  </a:lnTo>
                  <a:lnTo>
                    <a:pt x="0" y="2276475"/>
                  </a:lnTo>
                  <a:close/>
                </a:path>
              </a:pathLst>
            </a:custGeom>
            <a:solidFill>
              <a:srgbClr val="009CDE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CBFA306-534F-4025-05C9-5A1D89C87EF1}"/>
                </a:ext>
              </a:extLst>
            </p:cNvPr>
            <p:cNvSpPr/>
            <p:nvPr/>
          </p:nvSpPr>
          <p:spPr>
            <a:xfrm>
              <a:off x="1138237" y="5496559"/>
              <a:ext cx="1900237" cy="1361440"/>
            </a:xfrm>
            <a:custGeom>
              <a:avLst/>
              <a:gdLst>
                <a:gd name="connsiteX0" fmla="*/ 1900238 w 1900237"/>
                <a:gd name="connsiteY0" fmla="*/ 1361440 h 1361440"/>
                <a:gd name="connsiteX1" fmla="*/ 822579 w 1900237"/>
                <a:gd name="connsiteY1" fmla="*/ 1361440 h 1361440"/>
                <a:gd name="connsiteX2" fmla="*/ 0 w 1900237"/>
                <a:gd name="connsiteY2" fmla="*/ 538861 h 1361440"/>
                <a:gd name="connsiteX3" fmla="*/ 538798 w 1900237"/>
                <a:gd name="connsiteY3" fmla="*/ 0 h 1361440"/>
                <a:gd name="connsiteX4" fmla="*/ 1900238 w 1900237"/>
                <a:gd name="connsiteY4" fmla="*/ 1361440 h 136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0237" h="1361440">
                  <a:moveTo>
                    <a:pt x="1900238" y="1361440"/>
                  </a:moveTo>
                  <a:lnTo>
                    <a:pt x="822579" y="1361440"/>
                  </a:lnTo>
                  <a:lnTo>
                    <a:pt x="0" y="538861"/>
                  </a:lnTo>
                  <a:lnTo>
                    <a:pt x="538798" y="0"/>
                  </a:lnTo>
                  <a:lnTo>
                    <a:pt x="1900238" y="1361440"/>
                  </a:lnTo>
                  <a:close/>
                </a:path>
              </a:pathLst>
            </a:custGeom>
            <a:solidFill>
              <a:srgbClr val="A50050"/>
            </a:solidFill>
            <a:ln w="63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79FB6B1-1A74-24E6-0FE0-8B469077D6BA}"/>
              </a:ext>
            </a:extLst>
          </p:cNvPr>
          <p:cNvSpPr txBox="1">
            <a:spLocks/>
          </p:cNvSpPr>
          <p:nvPr/>
        </p:nvSpPr>
        <p:spPr>
          <a:xfrm>
            <a:off x="2534032" y="255826"/>
            <a:ext cx="7317986" cy="827881"/>
          </a:xfrm>
          <a:prstGeom prst="rect">
            <a:avLst/>
          </a:prstGeom>
        </p:spPr>
        <p:txBody>
          <a:bodyPr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Mi</a:t>
            </a:r>
            <a:r>
              <a:rPr kumimoji="0" lang="hu-HU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k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a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gépi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tanulás</a:t>
            </a:r>
            <a:r>
              <a:rPr kumimoji="0" lang="hu-HU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lépései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?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2BAB0540-5EC4-68C3-DC40-39A3ED7D8E77}"/>
              </a:ext>
            </a:extLst>
          </p:cNvPr>
          <p:cNvGraphicFramePr/>
          <p:nvPr/>
        </p:nvGraphicFramePr>
        <p:xfrm>
          <a:off x="-2877247" y="452324"/>
          <a:ext cx="8501153" cy="6827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7" name="Subtitle 2">
            <a:extLst>
              <a:ext uri="{FF2B5EF4-FFF2-40B4-BE49-F238E27FC236}">
                <a16:creationId xmlns:a16="http://schemas.microsoft.com/office/drawing/2014/main" id="{E178DA3E-DD8E-190B-9359-5C743C859BA9}"/>
              </a:ext>
            </a:extLst>
          </p:cNvPr>
          <p:cNvSpPr txBox="1">
            <a:spLocks/>
          </p:cNvSpPr>
          <p:nvPr/>
        </p:nvSpPr>
        <p:spPr>
          <a:xfrm>
            <a:off x="6941906" y="1332507"/>
            <a:ext cx="3856723" cy="10235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Tanulási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adathalmaz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sok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példa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jellemzőkkel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és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címkékkel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6878B23-3967-3ACB-CDE4-92A4FE528A1E}"/>
              </a:ext>
            </a:extLst>
          </p:cNvPr>
          <p:cNvSpPr txBox="1">
            <a:spLocks/>
          </p:cNvSpPr>
          <p:nvPr/>
        </p:nvSpPr>
        <p:spPr>
          <a:xfrm>
            <a:off x="6941906" y="2606089"/>
            <a:ext cx="3856723" cy="10235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Az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algoritmus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elemzi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az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adatokat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és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megtanulja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mintázatokat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C7FFF-9DF5-857F-882A-6F9D71C31657}"/>
              </a:ext>
            </a:extLst>
          </p:cNvPr>
          <p:cNvSpPr txBox="1">
            <a:spLocks/>
          </p:cNvSpPr>
          <p:nvPr/>
        </p:nvSpPr>
        <p:spPr>
          <a:xfrm>
            <a:off x="6880775" y="3866084"/>
            <a:ext cx="3856723" cy="102353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“Fekete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doboz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megtanult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szabályokat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tartalmazó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matematikai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modell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35AEF08-4D64-D2F8-D7C1-E057C7E7DFFC}"/>
              </a:ext>
            </a:extLst>
          </p:cNvPr>
          <p:cNvSpPr txBox="1">
            <a:spLocks/>
          </p:cNvSpPr>
          <p:nvPr/>
        </p:nvSpPr>
        <p:spPr>
          <a:xfrm>
            <a:off x="6941906" y="5525493"/>
            <a:ext cx="3856723" cy="10235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modell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válasza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az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új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ismeretlen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adatra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D0E5AA3-00F8-9BC1-7047-8E6FE6D7830D}"/>
              </a:ext>
            </a:extLst>
          </p:cNvPr>
          <p:cNvSpPr/>
          <p:nvPr/>
        </p:nvSpPr>
        <p:spPr>
          <a:xfrm rot="5400000" flipV="1">
            <a:off x="3624355" y="3852956"/>
            <a:ext cx="5126583" cy="997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0919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5A7E5-1F64-CBA8-A93F-4169D8010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>
            <a:extLst>
              <a:ext uri="{FF2B5EF4-FFF2-40B4-BE49-F238E27FC236}">
                <a16:creationId xmlns:a16="http://schemas.microsoft.com/office/drawing/2014/main" id="{EA593766-65EA-2E2E-ECED-CACEC6DD0F4A}"/>
              </a:ext>
            </a:extLst>
          </p:cNvPr>
          <p:cNvGrpSpPr/>
          <p:nvPr/>
        </p:nvGrpSpPr>
        <p:grpSpPr>
          <a:xfrm rot="10800000">
            <a:off x="9742714" y="0"/>
            <a:ext cx="2449286" cy="2394857"/>
            <a:chOff x="0" y="2295525"/>
            <a:chExt cx="4557712" cy="4557712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FC89A9C-9985-CCF9-E322-7EF8D31EE024}"/>
                </a:ext>
              </a:extLst>
            </p:cNvPr>
            <p:cNvSpPr/>
            <p:nvPr/>
          </p:nvSpPr>
          <p:spPr>
            <a:xfrm>
              <a:off x="0" y="5710237"/>
              <a:ext cx="1143000" cy="1143000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6BF420B-A025-4A2E-1880-4DA7EC6455C7}"/>
                </a:ext>
              </a:extLst>
            </p:cNvPr>
            <p:cNvSpPr/>
            <p:nvPr/>
          </p:nvSpPr>
          <p:spPr>
            <a:xfrm>
              <a:off x="1143000" y="5145881"/>
              <a:ext cx="3414712" cy="1707356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A8FC939-F4EE-57DC-75D1-A14A44C78DC5}"/>
                </a:ext>
              </a:extLst>
            </p:cNvPr>
            <p:cNvSpPr/>
            <p:nvPr/>
          </p:nvSpPr>
          <p:spPr>
            <a:xfrm>
              <a:off x="0" y="2295525"/>
              <a:ext cx="2042159" cy="2850356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0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BEFF33-7FAF-60FC-9BE9-8A475FDC615A}"/>
              </a:ext>
            </a:extLst>
          </p:cNvPr>
          <p:cNvSpPr txBox="1">
            <a:spLocks/>
          </p:cNvSpPr>
          <p:nvPr/>
        </p:nvSpPr>
        <p:spPr>
          <a:xfrm>
            <a:off x="350103" y="326161"/>
            <a:ext cx="7412722" cy="827881"/>
          </a:xfrm>
          <a:prstGeom prst="rect">
            <a:avLst/>
          </a:prstGeom>
        </p:spPr>
        <p:txBody>
          <a:bodyPr rtlCol="0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Hogyan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tanulunk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mi,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emberek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1B711F-8183-0AB6-19DE-85F8003DA080}"/>
              </a:ext>
            </a:extLst>
          </p:cNvPr>
          <p:cNvSpPr txBox="1">
            <a:spLocks/>
          </p:cNvSpPr>
          <p:nvPr/>
        </p:nvSpPr>
        <p:spPr>
          <a:xfrm>
            <a:off x="1365035" y="5077499"/>
            <a:ext cx="1883488" cy="6436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Tapasztalat</a:t>
            </a:r>
            <a:endParaRPr kumimoji="0" lang="en-GB" sz="220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B8348D8-7362-9985-AA89-A60A6355A2D2}"/>
              </a:ext>
            </a:extLst>
          </p:cNvPr>
          <p:cNvSpPr txBox="1">
            <a:spLocks/>
          </p:cNvSpPr>
          <p:nvPr/>
        </p:nvSpPr>
        <p:spPr>
          <a:xfrm>
            <a:off x="5349387" y="5077498"/>
            <a:ext cx="1600200" cy="6436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Ismétlés</a:t>
            </a:r>
            <a:endParaRPr kumimoji="0" lang="en-GB" sz="220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85E54C3-B4A5-B5C3-BE93-D2597BCDE023}"/>
              </a:ext>
            </a:extLst>
          </p:cNvPr>
          <p:cNvSpPr txBox="1">
            <a:spLocks/>
          </p:cNvSpPr>
          <p:nvPr/>
        </p:nvSpPr>
        <p:spPr>
          <a:xfrm>
            <a:off x="522232" y="6150379"/>
            <a:ext cx="11055528" cy="6436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Ezek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az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emberi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tanulás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alapjai</a:t>
            </a:r>
            <a:endParaRPr kumimoji="0" lang="en-GB" sz="2200" b="1" i="0" u="none" strike="noStrike" kern="1200" cap="none" spc="0" normalizeH="0" baseline="0" noProof="0" dirty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Plus Sign 5">
            <a:extLst>
              <a:ext uri="{FF2B5EF4-FFF2-40B4-BE49-F238E27FC236}">
                <a16:creationId xmlns:a16="http://schemas.microsoft.com/office/drawing/2014/main" id="{2D440452-D438-273D-18C6-0CE348C49626}"/>
              </a:ext>
            </a:extLst>
          </p:cNvPr>
          <p:cNvSpPr/>
          <p:nvPr/>
        </p:nvSpPr>
        <p:spPr>
          <a:xfrm>
            <a:off x="13423837" y="4541782"/>
            <a:ext cx="496738" cy="459389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Plus Sign 6">
            <a:extLst>
              <a:ext uri="{FF2B5EF4-FFF2-40B4-BE49-F238E27FC236}">
                <a16:creationId xmlns:a16="http://schemas.microsoft.com/office/drawing/2014/main" id="{13BA2D94-CBDE-26FE-C9B6-C124586EDF50}"/>
              </a:ext>
            </a:extLst>
          </p:cNvPr>
          <p:cNvSpPr/>
          <p:nvPr/>
        </p:nvSpPr>
        <p:spPr>
          <a:xfrm>
            <a:off x="15425342" y="4118584"/>
            <a:ext cx="496738" cy="459389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BE3165C-3625-5D5C-7EAB-F378B72EBE90}"/>
              </a:ext>
            </a:extLst>
          </p:cNvPr>
          <p:cNvSpPr txBox="1">
            <a:spLocks/>
          </p:cNvSpPr>
          <p:nvPr/>
        </p:nvSpPr>
        <p:spPr>
          <a:xfrm>
            <a:off x="9338933" y="5077497"/>
            <a:ext cx="1883488" cy="6436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Példák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42503874-D61E-179B-6021-6389BF0BDE06}"/>
              </a:ext>
            </a:extLst>
          </p:cNvPr>
          <p:cNvSpPr txBox="1">
            <a:spLocks/>
          </p:cNvSpPr>
          <p:nvPr/>
        </p:nvSpPr>
        <p:spPr>
          <a:xfrm>
            <a:off x="960828" y="4282901"/>
            <a:ext cx="2282575" cy="5901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Következtetés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hibából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389482C-299C-9627-6FB0-8C54DE0F8C5D}"/>
              </a:ext>
            </a:extLst>
          </p:cNvPr>
          <p:cNvSpPr txBox="1">
            <a:spLocks/>
          </p:cNvSpPr>
          <p:nvPr/>
        </p:nvSpPr>
        <p:spPr>
          <a:xfrm>
            <a:off x="4661761" y="4305185"/>
            <a:ext cx="2687123" cy="5901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Sokszori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ismétlés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utáni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rögzülés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A969E82-209E-DDBC-0040-1770F96797C0}"/>
              </a:ext>
            </a:extLst>
          </p:cNvPr>
          <p:cNvSpPr txBox="1">
            <a:spLocks/>
          </p:cNvSpPr>
          <p:nvPr/>
        </p:nvSpPr>
        <p:spPr>
          <a:xfrm>
            <a:off x="8973128" y="4309859"/>
            <a:ext cx="4498586" cy="590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Általánosítás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" name="Picture 26" descr="A drawing of a table&#10;&#10;AI-generated content may be incorrect.">
            <a:extLst>
              <a:ext uri="{FF2B5EF4-FFF2-40B4-BE49-F238E27FC236}">
                <a16:creationId xmlns:a16="http://schemas.microsoft.com/office/drawing/2014/main" id="{1D16BFDB-0F2E-BBAB-B38E-B5FF5386EB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86" b="27941"/>
          <a:stretch>
            <a:fillRect/>
          </a:stretch>
        </p:blipFill>
        <p:spPr>
          <a:xfrm>
            <a:off x="8507722" y="2145159"/>
            <a:ext cx="3135556" cy="1275337"/>
          </a:xfrm>
          <a:prstGeom prst="rect">
            <a:avLst/>
          </a:prstGeom>
        </p:spPr>
      </p:pic>
      <p:pic>
        <p:nvPicPr>
          <p:cNvPr id="29" name="Picture 28" descr="A cartoon of a child falling on a bicycle&#10;&#10;AI-generated content may be incorrect.">
            <a:extLst>
              <a:ext uri="{FF2B5EF4-FFF2-40B4-BE49-F238E27FC236}">
                <a16:creationId xmlns:a16="http://schemas.microsoft.com/office/drawing/2014/main" id="{847D0E7C-4B10-004F-470E-DEC3A48A4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3698" y="1486495"/>
            <a:ext cx="2282575" cy="2282575"/>
          </a:xfrm>
          <a:prstGeom prst="rect">
            <a:avLst/>
          </a:prstGeom>
        </p:spPr>
      </p:pic>
      <p:pic>
        <p:nvPicPr>
          <p:cNvPr id="31" name="Picture 30" descr="A table of numbers with blue and grey squares&#10;&#10;AI-generated content may be incorrect.">
            <a:extLst>
              <a:ext uri="{FF2B5EF4-FFF2-40B4-BE49-F238E27FC236}">
                <a16:creationId xmlns:a16="http://schemas.microsoft.com/office/drawing/2014/main" id="{216FF1F2-6C4E-96A4-F412-F8F4BD788D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155" y="1750124"/>
            <a:ext cx="1883488" cy="188348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678A85CA-0489-7EB5-E868-4A2FF9D37664}"/>
              </a:ext>
            </a:extLst>
          </p:cNvPr>
          <p:cNvSpPr/>
          <p:nvPr/>
        </p:nvSpPr>
        <p:spPr>
          <a:xfrm>
            <a:off x="476511" y="1013891"/>
            <a:ext cx="5560437" cy="45719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D540AC-CA8F-0FA3-98CE-E6755B8A5FCC}"/>
              </a:ext>
            </a:extLst>
          </p:cNvPr>
          <p:cNvSpPr/>
          <p:nvPr/>
        </p:nvSpPr>
        <p:spPr>
          <a:xfrm rot="5400000">
            <a:off x="2062594" y="3486449"/>
            <a:ext cx="3780017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4CF22A-988E-9ADE-89D8-E014018B7F0A}"/>
              </a:ext>
            </a:extLst>
          </p:cNvPr>
          <p:cNvSpPr/>
          <p:nvPr/>
        </p:nvSpPr>
        <p:spPr>
          <a:xfrm rot="5400000">
            <a:off x="6035877" y="3486451"/>
            <a:ext cx="3780017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82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ED801-F056-501B-3208-D86DF4F70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C1A17AA-416E-D226-F7D6-D4FE423C27C5}"/>
              </a:ext>
            </a:extLst>
          </p:cNvPr>
          <p:cNvSpPr/>
          <p:nvPr/>
        </p:nvSpPr>
        <p:spPr>
          <a:xfrm rot="5400000">
            <a:off x="3642973" y="4355299"/>
            <a:ext cx="4403871" cy="4571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DBBB18-F5E5-63EE-7BEA-0F24DE829E79}"/>
              </a:ext>
            </a:extLst>
          </p:cNvPr>
          <p:cNvGrpSpPr/>
          <p:nvPr/>
        </p:nvGrpSpPr>
        <p:grpSpPr>
          <a:xfrm>
            <a:off x="9703836" y="0"/>
            <a:ext cx="2488163" cy="2283955"/>
            <a:chOff x="9156192" y="0"/>
            <a:chExt cx="3035808" cy="303580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BEC07283-8B2E-F6B3-F420-E63227879FA5}"/>
                </a:ext>
              </a:extLst>
            </p:cNvPr>
            <p:cNvSpPr/>
            <p:nvPr/>
          </p:nvSpPr>
          <p:spPr>
            <a:xfrm rot="10800000">
              <a:off x="11430669" y="0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C2CBD2E-2DE1-8B4C-562D-27E2380F2B6C}"/>
                </a:ext>
              </a:extLst>
            </p:cNvPr>
            <p:cNvSpPr/>
            <p:nvPr/>
          </p:nvSpPr>
          <p:spPr>
            <a:xfrm rot="10800000">
              <a:off x="9156192" y="0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1534F34-6B71-92D4-CFCC-B44454158A77}"/>
                </a:ext>
              </a:extLst>
            </p:cNvPr>
            <p:cNvSpPr/>
            <p:nvPr/>
          </p:nvSpPr>
          <p:spPr>
            <a:xfrm rot="10800000">
              <a:off x="10831756" y="113723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3B2EB1B-5137-88E9-4881-D70217452558}"/>
              </a:ext>
            </a:extLst>
          </p:cNvPr>
          <p:cNvSpPr txBox="1">
            <a:spLocks/>
          </p:cNvSpPr>
          <p:nvPr/>
        </p:nvSpPr>
        <p:spPr>
          <a:xfrm>
            <a:off x="405149" y="380666"/>
            <a:ext cx="9298688" cy="888297"/>
          </a:xfrm>
          <a:prstGeom prst="rect">
            <a:avLst/>
          </a:prstGeom>
        </p:spPr>
        <p:txBody>
          <a:bodyPr rtlCol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Az MI is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tanul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de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nem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úgy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mint mi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BFCB845-61EA-114D-D209-F201ED3A9AAC}"/>
              </a:ext>
            </a:extLst>
          </p:cNvPr>
          <p:cNvSpPr txBox="1">
            <a:spLocks/>
          </p:cNvSpPr>
          <p:nvPr/>
        </p:nvSpPr>
        <p:spPr>
          <a:xfrm>
            <a:off x="428534" y="1226089"/>
            <a:ext cx="9409756" cy="11807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mesterséges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intelligencia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nem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érti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dolgokat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csak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felismeri</a:t>
            </a: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 </a:t>
            </a:r>
            <a:r>
              <a:rPr kumimoji="0" lang="en-GB" sz="20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mintázatokat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EB1EAB7-174A-3C6B-67C8-46AAE2DBB3E9}"/>
              </a:ext>
            </a:extLst>
          </p:cNvPr>
          <p:cNvSpPr txBox="1">
            <a:spLocks/>
          </p:cNvSpPr>
          <p:nvPr/>
        </p:nvSpPr>
        <p:spPr>
          <a:xfrm>
            <a:off x="1211603" y="2162641"/>
            <a:ext cx="3595276" cy="5901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Ember: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jelentést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ért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gondolkodik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80D65934-A3D0-AC03-FDD4-AD1914A1C850}"/>
              </a:ext>
            </a:extLst>
          </p:cNvPr>
          <p:cNvSpPr txBox="1">
            <a:spLocks/>
          </p:cNvSpPr>
          <p:nvPr/>
        </p:nvSpPr>
        <p:spPr>
          <a:xfrm>
            <a:off x="6918525" y="1954686"/>
            <a:ext cx="4769240" cy="105451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Mesterséges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intelligencia</a:t>
            </a:r>
            <a:r>
              <a:rPr kumimoji="0" lang="en-GB" sz="22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mintákat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ismer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fel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de </a:t>
            </a: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nem</a:t>
            </a:r>
            <a:r>
              <a:rPr kumimoji="0" lang="en-GB" sz="22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értelmez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EEC5D188-9E0D-6310-7686-C9E131B4864F}"/>
              </a:ext>
            </a:extLst>
          </p:cNvPr>
          <p:cNvSpPr txBox="1">
            <a:spLocks/>
          </p:cNvSpPr>
          <p:nvPr/>
        </p:nvSpPr>
        <p:spPr>
          <a:xfrm>
            <a:off x="107313" y="3357681"/>
            <a:ext cx="3968089" cy="11807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Ez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egy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macska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háziállat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nyávog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barátságos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ha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úgy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tartja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kedve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19AEC49-CE9B-9BBC-F9B5-8A33407A2ACE}"/>
              </a:ext>
            </a:extLst>
          </p:cNvPr>
          <p:cNvSpPr txBox="1">
            <a:spLocks/>
          </p:cNvSpPr>
          <p:nvPr/>
        </p:nvSpPr>
        <p:spPr>
          <a:xfrm>
            <a:off x="498384" y="5054808"/>
            <a:ext cx="4136333" cy="135865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Tudatos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tanulás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Jelentések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keresése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Összefüggések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értelmezése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Érzelmek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motivációk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A2DAD47-8DF6-0996-3610-92A44E381138}"/>
              </a:ext>
            </a:extLst>
          </p:cNvPr>
          <p:cNvSpPr txBox="1">
            <a:spLocks/>
          </p:cNvSpPr>
          <p:nvPr/>
        </p:nvSpPr>
        <p:spPr>
          <a:xfrm>
            <a:off x="7416912" y="5055607"/>
            <a:ext cx="4769241" cy="10130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Adatok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statisztikai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feldolgozása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Mintázatok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keresése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Nincs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értelem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vagy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tudatosság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Számok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,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jellemzők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valószínűsége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E80F429-E593-D79D-7FEA-DAC0AFE7AF4E}"/>
              </a:ext>
            </a:extLst>
          </p:cNvPr>
          <p:cNvSpPr txBox="1">
            <a:spLocks/>
          </p:cNvSpPr>
          <p:nvPr/>
        </p:nvSpPr>
        <p:spPr>
          <a:xfrm>
            <a:off x="7614416" y="3286632"/>
            <a:ext cx="3577745" cy="11807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Fülhossz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4,5 cm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Szőrtextúra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sima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Szín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szürke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Predikció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83%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macska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9256F59-AB2D-DA1A-83E2-45B4C308C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15" t="24054" r="2662" b="24957"/>
          <a:stretch>
            <a:fillRect/>
          </a:stretch>
        </p:blipFill>
        <p:spPr>
          <a:xfrm>
            <a:off x="5926970" y="1557744"/>
            <a:ext cx="1192989" cy="12614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1EB7641-9617-9CEE-B3DE-8ECE5E7E3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" t="24611" r="50733" b="19710"/>
          <a:stretch>
            <a:fillRect/>
          </a:stretch>
        </p:blipFill>
        <p:spPr>
          <a:xfrm>
            <a:off x="4531034" y="1557744"/>
            <a:ext cx="1200159" cy="14020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7F0513-5E63-4A4D-B529-17F2D995E67D}"/>
              </a:ext>
            </a:extLst>
          </p:cNvPr>
          <p:cNvSpPr/>
          <p:nvPr/>
        </p:nvSpPr>
        <p:spPr>
          <a:xfrm>
            <a:off x="535563" y="1078282"/>
            <a:ext cx="5560437" cy="45719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1" name="Picture 90" descr="A cat lying on its back with its arms up&#10;&#10;AI-generated content may be incorrect.">
            <a:extLst>
              <a:ext uri="{FF2B5EF4-FFF2-40B4-BE49-F238E27FC236}">
                <a16:creationId xmlns:a16="http://schemas.microsoft.com/office/drawing/2014/main" id="{A01BB42A-A191-649E-882A-948A661BEF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798" y="2469286"/>
            <a:ext cx="4217113" cy="281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02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FF3BD-5565-AA2C-274C-73256264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D655C9A-61E2-54AE-497A-A0CDB4717972}"/>
              </a:ext>
            </a:extLst>
          </p:cNvPr>
          <p:cNvSpPr/>
          <p:nvPr/>
        </p:nvSpPr>
        <p:spPr>
          <a:xfrm rot="5400000" flipV="1">
            <a:off x="4635403" y="3408587"/>
            <a:ext cx="2524985" cy="602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CEC997-9F77-0394-1197-771B562F4138}"/>
              </a:ext>
            </a:extLst>
          </p:cNvPr>
          <p:cNvGrpSpPr/>
          <p:nvPr/>
        </p:nvGrpSpPr>
        <p:grpSpPr>
          <a:xfrm>
            <a:off x="9703836" y="0"/>
            <a:ext cx="2488163" cy="2283955"/>
            <a:chOff x="9156192" y="0"/>
            <a:chExt cx="3035808" cy="303580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827C85B-6EF8-30D9-88D7-AEB5049D71D4}"/>
                </a:ext>
              </a:extLst>
            </p:cNvPr>
            <p:cNvSpPr/>
            <p:nvPr/>
          </p:nvSpPr>
          <p:spPr>
            <a:xfrm rot="10800000">
              <a:off x="11430669" y="0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CC1E143-7A78-6749-709C-DB505356836C}"/>
                </a:ext>
              </a:extLst>
            </p:cNvPr>
            <p:cNvSpPr/>
            <p:nvPr/>
          </p:nvSpPr>
          <p:spPr>
            <a:xfrm rot="10800000">
              <a:off x="9156192" y="0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126639E-2B2F-E205-9486-33160A25C152}"/>
                </a:ext>
              </a:extLst>
            </p:cNvPr>
            <p:cNvSpPr/>
            <p:nvPr/>
          </p:nvSpPr>
          <p:spPr>
            <a:xfrm rot="10800000">
              <a:off x="10831756" y="113723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B0CF973-896C-DAB5-3B90-3089281CBF62}"/>
              </a:ext>
            </a:extLst>
          </p:cNvPr>
          <p:cNvSpPr txBox="1">
            <a:spLocks/>
          </p:cNvSpPr>
          <p:nvPr/>
        </p:nvSpPr>
        <p:spPr>
          <a:xfrm>
            <a:off x="405149" y="380666"/>
            <a:ext cx="9298688" cy="888297"/>
          </a:xfrm>
          <a:prstGeom prst="rect">
            <a:avLst/>
          </a:prstGeom>
        </p:spPr>
        <p:txBody>
          <a:bodyPr rtlCol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44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Emberi tanulás </a:t>
            </a:r>
            <a:r>
              <a:rPr kumimoji="0" lang="hu-HU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vs</a:t>
            </a:r>
            <a:r>
              <a:rPr kumimoji="0" lang="hu-HU" sz="44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Gépi tanulás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AA73559-4692-F991-232C-27FECA782214}"/>
              </a:ext>
            </a:extLst>
          </p:cNvPr>
          <p:cNvSpPr txBox="1">
            <a:spLocks/>
          </p:cNvSpPr>
          <p:nvPr/>
        </p:nvSpPr>
        <p:spPr>
          <a:xfrm>
            <a:off x="428534" y="1226089"/>
            <a:ext cx="9409756" cy="11807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20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Más adatmennyiségek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7902ABF-8062-68E5-443C-0A3A2C82A674}"/>
              </a:ext>
            </a:extLst>
          </p:cNvPr>
          <p:cNvSpPr txBox="1">
            <a:spLocks/>
          </p:cNvSpPr>
          <p:nvPr/>
        </p:nvSpPr>
        <p:spPr>
          <a:xfrm>
            <a:off x="1049932" y="2213830"/>
            <a:ext cx="3595276" cy="5901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Ember: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jelentést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ért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gondolkodik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59713344-AFAF-D6C2-42FB-699D6133CF3F}"/>
              </a:ext>
            </a:extLst>
          </p:cNvPr>
          <p:cNvSpPr txBox="1">
            <a:spLocks/>
          </p:cNvSpPr>
          <p:nvPr/>
        </p:nvSpPr>
        <p:spPr>
          <a:xfrm>
            <a:off x="6790529" y="2107980"/>
            <a:ext cx="4895199" cy="105451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Mesterséges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intelligencia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mintákat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ismer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</a:t>
            </a:r>
            <a:r>
              <a:rPr kumimoji="0" lang="hu-HU" sz="24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nem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értelmez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AE373E47-ACE0-267C-E67C-DC252018326B}"/>
              </a:ext>
            </a:extLst>
          </p:cNvPr>
          <p:cNvSpPr txBox="1">
            <a:spLocks/>
          </p:cNvSpPr>
          <p:nvPr/>
        </p:nvSpPr>
        <p:spPr>
          <a:xfrm>
            <a:off x="891888" y="3234181"/>
            <a:ext cx="4355025" cy="14684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Korlátozott mennyiségű információ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hu-HU" altLang="en-US" sz="2000" dirty="0">
                <a:solidFill>
                  <a:srgbClr val="00426A"/>
                </a:solidFill>
                <a:latin typeface="Arial" panose="020B0604020202020204" pitchFamily="34" charset="0"/>
              </a:rPr>
              <a:t>Évtizedek alatt tanul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u-HU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Kevés példából általánosít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BE19A9C-D548-844C-9C00-0242EABC7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15" t="24054" r="2662" b="24957"/>
          <a:stretch>
            <a:fillRect/>
          </a:stretch>
        </p:blipFill>
        <p:spPr>
          <a:xfrm>
            <a:off x="6109417" y="1962664"/>
            <a:ext cx="997310" cy="10545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3406F21-E61E-7798-2EB1-F41EF5430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6" t="24611" r="50733" b="19710"/>
          <a:stretch>
            <a:fillRect/>
          </a:stretch>
        </p:blipFill>
        <p:spPr>
          <a:xfrm>
            <a:off x="4644577" y="1965079"/>
            <a:ext cx="907106" cy="10597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426453D-93A3-A7F7-AD88-53289D755D05}"/>
              </a:ext>
            </a:extLst>
          </p:cNvPr>
          <p:cNvSpPr/>
          <p:nvPr/>
        </p:nvSpPr>
        <p:spPr>
          <a:xfrm>
            <a:off x="535563" y="1078282"/>
            <a:ext cx="5560437" cy="45719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0EA1C2C-5FA3-7B74-AD88-F002243B6E7B}"/>
              </a:ext>
            </a:extLst>
          </p:cNvPr>
          <p:cNvSpPr txBox="1">
            <a:spLocks/>
          </p:cNvSpPr>
          <p:nvPr/>
        </p:nvSpPr>
        <p:spPr>
          <a:xfrm>
            <a:off x="7009454" y="3232760"/>
            <a:ext cx="4625113" cy="14684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hu-HU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Óriási adatmennyiség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hu-HU" altLang="en-US" sz="2000" dirty="0">
                <a:solidFill>
                  <a:srgbClr val="00426A"/>
                </a:solidFill>
                <a:latin typeface="Arial" panose="020B0604020202020204" pitchFamily="34" charset="0"/>
              </a:rPr>
              <a:t> Rövid idő alatt tanul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hu-HU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Milliók-milliárdok példájából dolgozik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54824945-BCA2-6501-7F46-533894420CA9}"/>
              </a:ext>
            </a:extLst>
          </p:cNvPr>
          <p:cNvSpPr txBox="1">
            <a:spLocks/>
          </p:cNvSpPr>
          <p:nvPr/>
        </p:nvSpPr>
        <p:spPr>
          <a:xfrm>
            <a:off x="891888" y="5008886"/>
            <a:ext cx="10676119" cy="14684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lang="hu-HU" sz="2400" b="1" dirty="0">
                <a:solidFill>
                  <a:srgbClr val="00426A"/>
                </a:solidFill>
                <a:latin typeface="Arial" panose="020B0604020202020204" pitchFamily="34" charset="0"/>
              </a:rPr>
              <a:t>Egy embernek több ezer évig kellene folyamatosan olvasnia (alvás nélkül), hogy annyi szöveget dolgozzon fel, amennyit egy modern AI a tanítása során látott.</a:t>
            </a:r>
            <a:endParaRPr lang="en-US" altLang="en-US" sz="2400" b="1" dirty="0">
              <a:solidFill>
                <a:srgbClr val="00426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09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09B1-0D7E-6ACB-D248-5F0182900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9CAB64DE-DE23-6560-7BC0-A1F47A5D9556}"/>
              </a:ext>
            </a:extLst>
          </p:cNvPr>
          <p:cNvGrpSpPr/>
          <p:nvPr/>
        </p:nvGrpSpPr>
        <p:grpSpPr>
          <a:xfrm>
            <a:off x="9703836" y="0"/>
            <a:ext cx="2488163" cy="2283955"/>
            <a:chOff x="9156192" y="0"/>
            <a:chExt cx="3035808" cy="303580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E5E4B06-64A6-558B-30CF-4B88907BAED0}"/>
                </a:ext>
              </a:extLst>
            </p:cNvPr>
            <p:cNvSpPr/>
            <p:nvPr/>
          </p:nvSpPr>
          <p:spPr>
            <a:xfrm rot="10800000">
              <a:off x="11430669" y="0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C7F43E8-2A45-87D9-0B7E-A4A37426234E}"/>
                </a:ext>
              </a:extLst>
            </p:cNvPr>
            <p:cNvSpPr/>
            <p:nvPr/>
          </p:nvSpPr>
          <p:spPr>
            <a:xfrm rot="10800000">
              <a:off x="9156192" y="0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0CE5C56-3D54-DBBF-A1DE-79B064376DE9}"/>
                </a:ext>
              </a:extLst>
            </p:cNvPr>
            <p:cNvSpPr/>
            <p:nvPr/>
          </p:nvSpPr>
          <p:spPr>
            <a:xfrm rot="10800000">
              <a:off x="10831756" y="113723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C98431C-1FE7-0BDF-AD50-8D46C4E4569E}"/>
              </a:ext>
            </a:extLst>
          </p:cNvPr>
          <p:cNvSpPr txBox="1">
            <a:spLocks/>
          </p:cNvSpPr>
          <p:nvPr/>
        </p:nvSpPr>
        <p:spPr>
          <a:xfrm>
            <a:off x="405149" y="380666"/>
            <a:ext cx="9298688" cy="888297"/>
          </a:xfrm>
          <a:prstGeom prst="rect">
            <a:avLst/>
          </a:prstGeom>
        </p:spPr>
        <p:txBody>
          <a:bodyPr rtlCol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44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Hogyan tanul az MI valójában?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672D7EC9-6F02-08E2-3E63-F274A33D2891}"/>
              </a:ext>
            </a:extLst>
          </p:cNvPr>
          <p:cNvSpPr txBox="1">
            <a:spLocks/>
          </p:cNvSpPr>
          <p:nvPr/>
        </p:nvSpPr>
        <p:spPr>
          <a:xfrm>
            <a:off x="728603" y="1569771"/>
            <a:ext cx="10548998" cy="501608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hu-HU" sz="2400" b="1" dirty="0">
                <a:solidFill>
                  <a:srgbClr val="00426A"/>
                </a:solidFill>
                <a:latin typeface="Arial" panose="020B0604020202020204" pitchFamily="34" charset="0"/>
              </a:rPr>
              <a:t>Miből tanul az MI?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hu-HU" sz="2400" dirty="0">
                <a:solidFill>
                  <a:srgbClr val="00426A"/>
                </a:solidFill>
                <a:latin typeface="Arial" panose="020B0604020202020204" pitchFamily="34" charset="0"/>
              </a:rPr>
              <a:t>Előre kiválasztott szövegekből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hu-HU" sz="2400" dirty="0">
                <a:solidFill>
                  <a:srgbClr val="00426A"/>
                </a:solidFill>
                <a:latin typeface="Arial" panose="020B0604020202020204" pitchFamily="34" charset="0"/>
              </a:rPr>
              <a:t>Könyvekből, cikkekből, weboldalakból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hu-HU" sz="2400" dirty="0">
                <a:solidFill>
                  <a:srgbClr val="00426A"/>
                </a:solidFill>
                <a:latin typeface="Arial" panose="020B0604020202020204" pitchFamily="34" charset="0"/>
              </a:rPr>
              <a:t>Sok milliárd példából (adatokból)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hu-HU" sz="2400" dirty="0">
              <a:solidFill>
                <a:srgbClr val="00426A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hu-HU" sz="2400" b="1" dirty="0">
                <a:solidFill>
                  <a:srgbClr val="00426A"/>
                </a:solidFill>
                <a:latin typeface="Arial" panose="020B0604020202020204" pitchFamily="34" charset="0"/>
              </a:rPr>
              <a:t>Miért nem az egész internetről?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hu-HU" sz="2400" dirty="0">
                <a:solidFill>
                  <a:srgbClr val="00426A"/>
                </a:solidFill>
                <a:latin typeface="Arial" panose="020B0604020202020204" pitchFamily="34" charset="0"/>
              </a:rPr>
              <a:t>Az internet tele van hibákkal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hu-HU" sz="2400" dirty="0">
                <a:solidFill>
                  <a:srgbClr val="00426A"/>
                </a:solidFill>
                <a:latin typeface="Arial" panose="020B0604020202020204" pitchFamily="34" charset="0"/>
              </a:rPr>
              <a:t>Sok az ellentmondó és hamis információ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hu-HU" sz="2400" dirty="0">
                <a:solidFill>
                  <a:srgbClr val="00426A"/>
                </a:solidFill>
                <a:latin typeface="Arial" panose="020B0604020202020204" pitchFamily="34" charset="0"/>
              </a:rPr>
              <a:t>Rossz adatokból rosszul tanulna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hu-HU" sz="2400" dirty="0">
              <a:solidFill>
                <a:srgbClr val="00426A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hu-HU" sz="2400" b="1" dirty="0">
                <a:solidFill>
                  <a:srgbClr val="00426A"/>
                </a:solidFill>
                <a:latin typeface="Arial" panose="020B0604020202020204" pitchFamily="34" charset="0"/>
              </a:rPr>
              <a:t>Fontos tudni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hu-HU" sz="2400" dirty="0">
                <a:solidFill>
                  <a:srgbClr val="00426A"/>
                </a:solidFill>
                <a:latin typeface="Arial" panose="020B0604020202020204" pitchFamily="34" charset="0"/>
              </a:rPr>
              <a:t>Használat közben nem tanul tovább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hu-HU" sz="2400" dirty="0">
                <a:solidFill>
                  <a:srgbClr val="00426A"/>
                </a:solidFill>
                <a:latin typeface="Arial" panose="020B0604020202020204" pitchFamily="34" charset="0"/>
              </a:rPr>
              <a:t>Csak alkalmazza, amit korábban megtanítottak neki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5FD447-08C3-DCAD-7EC4-FA87CACA0D82}"/>
              </a:ext>
            </a:extLst>
          </p:cNvPr>
          <p:cNvSpPr/>
          <p:nvPr/>
        </p:nvSpPr>
        <p:spPr>
          <a:xfrm>
            <a:off x="535563" y="1078282"/>
            <a:ext cx="5560437" cy="45719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collage of images of robots&#10;&#10;AI-generated content may be incorrect.">
            <a:extLst>
              <a:ext uri="{FF2B5EF4-FFF2-40B4-BE49-F238E27FC236}">
                <a16:creationId xmlns:a16="http://schemas.microsoft.com/office/drawing/2014/main" id="{9AEF57D7-4798-865B-DD97-D5E071FC7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750" y="2028825"/>
            <a:ext cx="4943475" cy="329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18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93679-EC07-A68D-E3BE-EE48DCE0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8CFD8722-8325-9533-C6F7-DF0272F13A05}"/>
              </a:ext>
            </a:extLst>
          </p:cNvPr>
          <p:cNvSpPr/>
          <p:nvPr/>
        </p:nvSpPr>
        <p:spPr>
          <a:xfrm>
            <a:off x="-19877" y="3757055"/>
            <a:ext cx="12191999" cy="310204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9B2F133-D6BF-A3BB-A5E6-F9CB3B5C2F5A}"/>
              </a:ext>
            </a:extLst>
          </p:cNvPr>
          <p:cNvSpPr/>
          <p:nvPr/>
        </p:nvSpPr>
        <p:spPr>
          <a:xfrm>
            <a:off x="3075991" y="4442403"/>
            <a:ext cx="1772816" cy="1898570"/>
          </a:xfrm>
          <a:prstGeom prst="rect">
            <a:avLst/>
          </a:prstGeom>
          <a:solidFill>
            <a:srgbClr val="009C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B8AD86-4A1A-0700-917A-82234F08B843}"/>
              </a:ext>
            </a:extLst>
          </p:cNvPr>
          <p:cNvSpPr/>
          <p:nvPr/>
        </p:nvSpPr>
        <p:spPr>
          <a:xfrm>
            <a:off x="2923591" y="4290003"/>
            <a:ext cx="1772816" cy="1898570"/>
          </a:xfrm>
          <a:prstGeom prst="rect">
            <a:avLst/>
          </a:prstGeom>
          <a:solidFill>
            <a:srgbClr val="0042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5" name="Picture 74" descr="A dog sitting and smiling&#10;&#10;AI-generated content may be incorrect.">
            <a:extLst>
              <a:ext uri="{FF2B5EF4-FFF2-40B4-BE49-F238E27FC236}">
                <a16:creationId xmlns:a16="http://schemas.microsoft.com/office/drawing/2014/main" id="{0224D11F-A747-648A-E177-DB4E52F78F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9" t="13675" r="19568" b="3885"/>
          <a:stretch>
            <a:fillRect/>
          </a:stretch>
        </p:blipFill>
        <p:spPr>
          <a:xfrm>
            <a:off x="3216849" y="4599448"/>
            <a:ext cx="1785652" cy="1910130"/>
          </a:xfrm>
          <a:prstGeom prst="rect">
            <a:avLst/>
          </a:prstGeom>
        </p:spPr>
      </p:pic>
      <p:pic>
        <p:nvPicPr>
          <p:cNvPr id="6" name="Picture 5" descr="A dog lying on its back&#10;&#10;AI-generated content may be incorrect.">
            <a:extLst>
              <a:ext uri="{FF2B5EF4-FFF2-40B4-BE49-F238E27FC236}">
                <a16:creationId xmlns:a16="http://schemas.microsoft.com/office/drawing/2014/main" id="{D430B11E-70DA-DDB8-80A0-811A0A1C03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500" y="1430142"/>
            <a:ext cx="2529840" cy="1688559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3BDED24-521A-5957-EFCD-EE4BD495F76F}"/>
              </a:ext>
            </a:extLst>
          </p:cNvPr>
          <p:cNvSpPr txBox="1">
            <a:spLocks/>
          </p:cNvSpPr>
          <p:nvPr/>
        </p:nvSpPr>
        <p:spPr>
          <a:xfrm>
            <a:off x="1096496" y="6465613"/>
            <a:ext cx="1599462" cy="590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A5005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macska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A5005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A1F1116-091A-53E1-0B7D-EBAE97F60052}"/>
              </a:ext>
            </a:extLst>
          </p:cNvPr>
          <p:cNvSpPr txBox="1">
            <a:spLocks/>
          </p:cNvSpPr>
          <p:nvPr/>
        </p:nvSpPr>
        <p:spPr>
          <a:xfrm>
            <a:off x="2527954" y="788597"/>
            <a:ext cx="4826004" cy="590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RENGETEG CÍMKÉZETT ADAT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3833BF-70DB-EE70-18D7-EF60FB9DDE85}"/>
              </a:ext>
            </a:extLst>
          </p:cNvPr>
          <p:cNvSpPr txBox="1">
            <a:spLocks/>
          </p:cNvSpPr>
          <p:nvPr/>
        </p:nvSpPr>
        <p:spPr>
          <a:xfrm>
            <a:off x="1096496" y="3336956"/>
            <a:ext cx="1933099" cy="590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macska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EE89F55E-23B9-6EE1-B4DF-29EADB12DCAA}"/>
              </a:ext>
            </a:extLst>
          </p:cNvPr>
          <p:cNvSpPr txBox="1">
            <a:spLocks/>
          </p:cNvSpPr>
          <p:nvPr/>
        </p:nvSpPr>
        <p:spPr>
          <a:xfrm>
            <a:off x="3497999" y="3332283"/>
            <a:ext cx="1287485" cy="590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kutya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E22BEB2-E7E3-ADB8-28D7-F483AA6198E9}"/>
              </a:ext>
            </a:extLst>
          </p:cNvPr>
          <p:cNvSpPr txBox="1">
            <a:spLocks/>
          </p:cNvSpPr>
          <p:nvPr/>
        </p:nvSpPr>
        <p:spPr>
          <a:xfrm>
            <a:off x="3032507" y="121405"/>
            <a:ext cx="9298688" cy="888297"/>
          </a:xfrm>
          <a:prstGeom prst="rect">
            <a:avLst/>
          </a:prstGeom>
        </p:spPr>
        <p:txBody>
          <a:bodyPr rtlCol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 a </a:t>
            </a:r>
            <a:r>
              <a:rPr kumimoji="0" lang="en-GB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felügyelt</a:t>
            </a: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tanulás</a:t>
            </a:r>
            <a:r>
              <a:rPr kumimoji="0" lang="en-GB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AC6B2628-7ED1-404A-A9F0-C41DC58C0043}"/>
              </a:ext>
            </a:extLst>
          </p:cNvPr>
          <p:cNvSpPr txBox="1">
            <a:spLocks/>
          </p:cNvSpPr>
          <p:nvPr/>
        </p:nvSpPr>
        <p:spPr>
          <a:xfrm>
            <a:off x="10406531" y="6403869"/>
            <a:ext cx="1190313" cy="5901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C4D6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kutya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C4D6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15FF59-73E3-E371-0E3B-0500BF927F0F}"/>
              </a:ext>
            </a:extLst>
          </p:cNvPr>
          <p:cNvSpPr/>
          <p:nvPr/>
        </p:nvSpPr>
        <p:spPr>
          <a:xfrm>
            <a:off x="559837" y="1138529"/>
            <a:ext cx="1772816" cy="1898570"/>
          </a:xfrm>
          <a:prstGeom prst="rect">
            <a:avLst/>
          </a:prstGeom>
          <a:solidFill>
            <a:srgbClr val="0042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B9AA94-A909-43B5-2B1B-D5182A9A2403}"/>
              </a:ext>
            </a:extLst>
          </p:cNvPr>
          <p:cNvSpPr/>
          <p:nvPr/>
        </p:nvSpPr>
        <p:spPr>
          <a:xfrm>
            <a:off x="712237" y="1290929"/>
            <a:ext cx="1772816" cy="1898570"/>
          </a:xfrm>
          <a:prstGeom prst="rect">
            <a:avLst/>
          </a:prstGeom>
          <a:solidFill>
            <a:srgbClr val="009C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458069A-6B0B-911F-F023-9D6BBC395FC2}"/>
              </a:ext>
            </a:extLst>
          </p:cNvPr>
          <p:cNvSpPr/>
          <p:nvPr/>
        </p:nvSpPr>
        <p:spPr>
          <a:xfrm>
            <a:off x="864637" y="1443329"/>
            <a:ext cx="1772816" cy="18985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cat with its paw raised&#10;&#10;AI-generated content may be incorrect.">
            <a:extLst>
              <a:ext uri="{FF2B5EF4-FFF2-40B4-BE49-F238E27FC236}">
                <a16:creationId xmlns:a16="http://schemas.microsoft.com/office/drawing/2014/main" id="{32A4CBD7-6D31-ADE9-311E-9525E8546C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8" t="11236" r="21442"/>
          <a:stretch>
            <a:fillRect/>
          </a:stretch>
        </p:blipFill>
        <p:spPr>
          <a:xfrm>
            <a:off x="864951" y="1433998"/>
            <a:ext cx="1772501" cy="1898570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BCEFA4C1-C60C-2D9C-6643-87FFD5FF1502}"/>
              </a:ext>
            </a:extLst>
          </p:cNvPr>
          <p:cNvSpPr txBox="1">
            <a:spLocks/>
          </p:cNvSpPr>
          <p:nvPr/>
        </p:nvSpPr>
        <p:spPr>
          <a:xfrm>
            <a:off x="8725248" y="1369780"/>
            <a:ext cx="1377852" cy="66884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TESZT ADAT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2CAFD1-A398-28AC-FAF1-E078F3558A67}"/>
              </a:ext>
            </a:extLst>
          </p:cNvPr>
          <p:cNvSpPr/>
          <p:nvPr/>
        </p:nvSpPr>
        <p:spPr>
          <a:xfrm>
            <a:off x="553614" y="4286886"/>
            <a:ext cx="1772816" cy="1898570"/>
          </a:xfrm>
          <a:prstGeom prst="rect">
            <a:avLst/>
          </a:prstGeom>
          <a:solidFill>
            <a:srgbClr val="0042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382C4D-B387-A286-F045-EA4C154A0CF1}"/>
              </a:ext>
            </a:extLst>
          </p:cNvPr>
          <p:cNvSpPr/>
          <p:nvPr/>
        </p:nvSpPr>
        <p:spPr>
          <a:xfrm>
            <a:off x="706014" y="4439286"/>
            <a:ext cx="1772816" cy="1898570"/>
          </a:xfrm>
          <a:prstGeom prst="rect">
            <a:avLst/>
          </a:prstGeom>
          <a:solidFill>
            <a:srgbClr val="009C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C84476-5FA5-2B41-7FAA-32A793C592E0}"/>
              </a:ext>
            </a:extLst>
          </p:cNvPr>
          <p:cNvSpPr/>
          <p:nvPr/>
        </p:nvSpPr>
        <p:spPr>
          <a:xfrm>
            <a:off x="858414" y="4591686"/>
            <a:ext cx="1772816" cy="18985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3" name="Picture 22" descr="A cat with its paw raised&#10;&#10;AI-generated content may be incorrect.">
            <a:extLst>
              <a:ext uri="{FF2B5EF4-FFF2-40B4-BE49-F238E27FC236}">
                <a16:creationId xmlns:a16="http://schemas.microsoft.com/office/drawing/2014/main" id="{7D9AB9CE-B3DD-8C24-C669-48322E3372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8" t="11236" r="21442"/>
          <a:stretch>
            <a:fillRect/>
          </a:stretch>
        </p:blipFill>
        <p:spPr>
          <a:xfrm>
            <a:off x="858728" y="4582355"/>
            <a:ext cx="1772501" cy="189857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A2536C5-04BE-6567-F76A-C8922B1184FF}"/>
              </a:ext>
            </a:extLst>
          </p:cNvPr>
          <p:cNvSpPr/>
          <p:nvPr/>
        </p:nvSpPr>
        <p:spPr>
          <a:xfrm>
            <a:off x="2923595" y="1141638"/>
            <a:ext cx="1772816" cy="1898570"/>
          </a:xfrm>
          <a:prstGeom prst="rect">
            <a:avLst/>
          </a:prstGeom>
          <a:solidFill>
            <a:srgbClr val="0042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41569-D8CC-19E1-F394-4456A751B352}"/>
              </a:ext>
            </a:extLst>
          </p:cNvPr>
          <p:cNvSpPr/>
          <p:nvPr/>
        </p:nvSpPr>
        <p:spPr>
          <a:xfrm>
            <a:off x="3075995" y="1294038"/>
            <a:ext cx="1772816" cy="1898570"/>
          </a:xfrm>
          <a:prstGeom prst="rect">
            <a:avLst/>
          </a:prstGeom>
          <a:solidFill>
            <a:srgbClr val="009C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27F951-CD2C-0AD9-13C8-23023102C33D}"/>
              </a:ext>
            </a:extLst>
          </p:cNvPr>
          <p:cNvSpPr/>
          <p:nvPr/>
        </p:nvSpPr>
        <p:spPr>
          <a:xfrm>
            <a:off x="3228395" y="1446438"/>
            <a:ext cx="1772816" cy="18985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4CA6B0-DBAD-9F3C-1D1A-6CAF3F2C8EFB}"/>
              </a:ext>
            </a:extLst>
          </p:cNvPr>
          <p:cNvSpPr/>
          <p:nvPr/>
        </p:nvSpPr>
        <p:spPr>
          <a:xfrm>
            <a:off x="5259358" y="1172737"/>
            <a:ext cx="1772816" cy="1898570"/>
          </a:xfrm>
          <a:prstGeom prst="rect">
            <a:avLst/>
          </a:prstGeom>
          <a:solidFill>
            <a:srgbClr val="0042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DCD393-2554-0851-8162-514BEEFBC8CB}"/>
              </a:ext>
            </a:extLst>
          </p:cNvPr>
          <p:cNvSpPr/>
          <p:nvPr/>
        </p:nvSpPr>
        <p:spPr>
          <a:xfrm>
            <a:off x="5411758" y="1325137"/>
            <a:ext cx="1772816" cy="1898570"/>
          </a:xfrm>
          <a:prstGeom prst="rect">
            <a:avLst/>
          </a:prstGeom>
          <a:solidFill>
            <a:srgbClr val="009C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C26AAFF-448C-5CD1-ACBD-7EEFBB8A8416}"/>
              </a:ext>
            </a:extLst>
          </p:cNvPr>
          <p:cNvSpPr/>
          <p:nvPr/>
        </p:nvSpPr>
        <p:spPr>
          <a:xfrm>
            <a:off x="5564158" y="1477537"/>
            <a:ext cx="1772816" cy="18985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897DC661-BD33-87C4-CAB9-91AE18F1E67A}"/>
              </a:ext>
            </a:extLst>
          </p:cNvPr>
          <p:cNvSpPr txBox="1">
            <a:spLocks/>
          </p:cNvSpPr>
          <p:nvPr/>
        </p:nvSpPr>
        <p:spPr>
          <a:xfrm>
            <a:off x="5899669" y="3314317"/>
            <a:ext cx="1506849" cy="590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papagáj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81CBFF-3BB4-DBF8-8798-A07920B4D039}"/>
              </a:ext>
            </a:extLst>
          </p:cNvPr>
          <p:cNvSpPr/>
          <p:nvPr/>
        </p:nvSpPr>
        <p:spPr>
          <a:xfrm>
            <a:off x="3228391" y="4594803"/>
            <a:ext cx="1772816" cy="18985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AF69E2-7C17-DE09-C699-033640319C0F}"/>
              </a:ext>
            </a:extLst>
          </p:cNvPr>
          <p:cNvSpPr/>
          <p:nvPr/>
        </p:nvSpPr>
        <p:spPr>
          <a:xfrm>
            <a:off x="5318448" y="4283777"/>
            <a:ext cx="1772816" cy="1898570"/>
          </a:xfrm>
          <a:prstGeom prst="rect">
            <a:avLst/>
          </a:prstGeom>
          <a:solidFill>
            <a:srgbClr val="00426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E4F691-31FC-F45C-147E-275FEA8EF852}"/>
              </a:ext>
            </a:extLst>
          </p:cNvPr>
          <p:cNvSpPr/>
          <p:nvPr/>
        </p:nvSpPr>
        <p:spPr>
          <a:xfrm>
            <a:off x="5470848" y="4436177"/>
            <a:ext cx="1772816" cy="1898570"/>
          </a:xfrm>
          <a:prstGeom prst="rect">
            <a:avLst/>
          </a:prstGeom>
          <a:solidFill>
            <a:srgbClr val="009CD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CC52D34-55B5-7C4D-7F98-B6FC969B7988}"/>
              </a:ext>
            </a:extLst>
          </p:cNvPr>
          <p:cNvSpPr/>
          <p:nvPr/>
        </p:nvSpPr>
        <p:spPr>
          <a:xfrm>
            <a:off x="5623248" y="4588577"/>
            <a:ext cx="1772816" cy="18985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4" name="Picture 43" descr="A dog lying on its back&#10;&#10;AI-generated content may be incorrect.">
            <a:extLst>
              <a:ext uri="{FF2B5EF4-FFF2-40B4-BE49-F238E27FC236}">
                <a16:creationId xmlns:a16="http://schemas.microsoft.com/office/drawing/2014/main" id="{0935C3C7-A6F1-8D8D-1826-E9982BDE51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6" t="15697" r="13237" b="7320"/>
          <a:stretch>
            <a:fillRect/>
          </a:stretch>
        </p:blipFill>
        <p:spPr>
          <a:xfrm>
            <a:off x="9764920" y="4808797"/>
            <a:ext cx="1926247" cy="1299898"/>
          </a:xfrm>
          <a:prstGeom prst="rect">
            <a:avLst/>
          </a:prstGeom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590ADF9E-408B-8159-06E6-3E98F9131861}"/>
              </a:ext>
            </a:extLst>
          </p:cNvPr>
          <p:cNvSpPr/>
          <p:nvPr/>
        </p:nvSpPr>
        <p:spPr>
          <a:xfrm>
            <a:off x="1912382" y="4708236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C94D319-DDA1-E898-517E-09014667AD36}"/>
              </a:ext>
            </a:extLst>
          </p:cNvPr>
          <p:cNvSpPr/>
          <p:nvPr/>
        </p:nvSpPr>
        <p:spPr>
          <a:xfrm>
            <a:off x="1357140" y="4774725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B8A1AB9-9A1E-88E9-0786-07E23721A3E3}"/>
              </a:ext>
            </a:extLst>
          </p:cNvPr>
          <p:cNvSpPr/>
          <p:nvPr/>
        </p:nvSpPr>
        <p:spPr>
          <a:xfrm>
            <a:off x="1575423" y="4764172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F6167E2-DBAE-44B5-C9A5-3BEEDD622C00}"/>
              </a:ext>
            </a:extLst>
          </p:cNvPr>
          <p:cNvSpPr/>
          <p:nvPr/>
        </p:nvSpPr>
        <p:spPr>
          <a:xfrm>
            <a:off x="1633040" y="4900016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40F7E00-29D5-740B-CDDB-90EF9EF1E51B}"/>
              </a:ext>
            </a:extLst>
          </p:cNvPr>
          <p:cNvSpPr/>
          <p:nvPr/>
        </p:nvSpPr>
        <p:spPr>
          <a:xfrm>
            <a:off x="1569673" y="5556950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ED50D47-A217-D9B5-A4C9-2977F5BF5590}"/>
              </a:ext>
            </a:extLst>
          </p:cNvPr>
          <p:cNvSpPr/>
          <p:nvPr/>
        </p:nvSpPr>
        <p:spPr>
          <a:xfrm>
            <a:off x="1236423" y="5618555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F0F55AC-F2BA-8689-9B04-F5627404A9F7}"/>
              </a:ext>
            </a:extLst>
          </p:cNvPr>
          <p:cNvSpPr/>
          <p:nvPr/>
        </p:nvSpPr>
        <p:spPr>
          <a:xfrm>
            <a:off x="1854814" y="4900016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B315E72-4670-D76C-FAAA-C060EA178ED4}"/>
              </a:ext>
            </a:extLst>
          </p:cNvPr>
          <p:cNvSpPr/>
          <p:nvPr/>
        </p:nvSpPr>
        <p:spPr>
          <a:xfrm>
            <a:off x="1745928" y="5230372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7364197-07B5-009E-A6DC-B59A63D35F3D}"/>
              </a:ext>
            </a:extLst>
          </p:cNvPr>
          <p:cNvSpPr/>
          <p:nvPr/>
        </p:nvSpPr>
        <p:spPr>
          <a:xfrm>
            <a:off x="1177342" y="5880747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05F6F29-9AF3-AF8A-F32B-A46CCA5768F4}"/>
              </a:ext>
            </a:extLst>
          </p:cNvPr>
          <p:cNvSpPr/>
          <p:nvPr/>
        </p:nvSpPr>
        <p:spPr>
          <a:xfrm>
            <a:off x="1377889" y="5367231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542EF57-8A18-0935-FE1E-7DCF10508603}"/>
              </a:ext>
            </a:extLst>
          </p:cNvPr>
          <p:cNvSpPr/>
          <p:nvPr/>
        </p:nvSpPr>
        <p:spPr>
          <a:xfrm>
            <a:off x="1507442" y="5753456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6" name="Subtitle 2">
            <a:extLst>
              <a:ext uri="{FF2B5EF4-FFF2-40B4-BE49-F238E27FC236}">
                <a16:creationId xmlns:a16="http://schemas.microsoft.com/office/drawing/2014/main" id="{B7F3672E-E898-6C42-4200-8596CAAD44D5}"/>
              </a:ext>
            </a:extLst>
          </p:cNvPr>
          <p:cNvSpPr txBox="1">
            <a:spLocks/>
          </p:cNvSpPr>
          <p:nvPr/>
        </p:nvSpPr>
        <p:spPr>
          <a:xfrm>
            <a:off x="3713722" y="6432772"/>
            <a:ext cx="1287485" cy="590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C4D6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kutya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C4D6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6A0DB61-B2AC-96D0-116F-328420E52D50}"/>
              </a:ext>
            </a:extLst>
          </p:cNvPr>
          <p:cNvSpPr/>
          <p:nvPr/>
        </p:nvSpPr>
        <p:spPr>
          <a:xfrm>
            <a:off x="4160790" y="4825883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9818BB8B-0F1D-C548-84F7-8ECE8ADE22F7}"/>
              </a:ext>
            </a:extLst>
          </p:cNvPr>
          <p:cNvSpPr/>
          <p:nvPr/>
        </p:nvSpPr>
        <p:spPr>
          <a:xfrm>
            <a:off x="4283616" y="5250407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5C12238-44F0-6587-DB48-374AE92BBB11}"/>
              </a:ext>
            </a:extLst>
          </p:cNvPr>
          <p:cNvSpPr/>
          <p:nvPr/>
        </p:nvSpPr>
        <p:spPr>
          <a:xfrm>
            <a:off x="3388029" y="6072425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4912098-2ECD-5E25-7724-E025665BFB48}"/>
              </a:ext>
            </a:extLst>
          </p:cNvPr>
          <p:cNvSpPr/>
          <p:nvPr/>
        </p:nvSpPr>
        <p:spPr>
          <a:xfrm>
            <a:off x="3895343" y="5556950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677465C-BAA4-C8D3-F319-7438004D5CF9}"/>
              </a:ext>
            </a:extLst>
          </p:cNvPr>
          <p:cNvSpPr/>
          <p:nvPr/>
        </p:nvSpPr>
        <p:spPr>
          <a:xfrm>
            <a:off x="4323983" y="5847294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B053666D-CF06-C954-0625-BC5A6FB02318}"/>
              </a:ext>
            </a:extLst>
          </p:cNvPr>
          <p:cNvSpPr/>
          <p:nvPr/>
        </p:nvSpPr>
        <p:spPr>
          <a:xfrm>
            <a:off x="4181259" y="6046576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00526D3-A7B9-7A90-E26C-15770D5E3FD5}"/>
              </a:ext>
            </a:extLst>
          </p:cNvPr>
          <p:cNvSpPr/>
          <p:nvPr/>
        </p:nvSpPr>
        <p:spPr>
          <a:xfrm>
            <a:off x="4425846" y="5548851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CCB27A8-0380-B08F-F0B2-F28F80BC7401}"/>
              </a:ext>
            </a:extLst>
          </p:cNvPr>
          <p:cNvSpPr/>
          <p:nvPr/>
        </p:nvSpPr>
        <p:spPr>
          <a:xfrm>
            <a:off x="4458031" y="4826313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C59C78F3-D41B-BA48-986B-28715CFDBD11}"/>
              </a:ext>
            </a:extLst>
          </p:cNvPr>
          <p:cNvSpPr/>
          <p:nvPr/>
        </p:nvSpPr>
        <p:spPr>
          <a:xfrm>
            <a:off x="4317715" y="5385462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A0E47BA-3C4F-D6D7-3C84-E7826527710E}"/>
              </a:ext>
            </a:extLst>
          </p:cNvPr>
          <p:cNvSpPr/>
          <p:nvPr/>
        </p:nvSpPr>
        <p:spPr>
          <a:xfrm>
            <a:off x="4076461" y="5664072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F7F7E5D-783F-BA8C-C670-AF57788FD7A9}"/>
              </a:ext>
            </a:extLst>
          </p:cNvPr>
          <p:cNvSpPr/>
          <p:nvPr/>
        </p:nvSpPr>
        <p:spPr>
          <a:xfrm>
            <a:off x="3755774" y="5869996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8" name="Subtitle 2">
            <a:extLst>
              <a:ext uri="{FF2B5EF4-FFF2-40B4-BE49-F238E27FC236}">
                <a16:creationId xmlns:a16="http://schemas.microsoft.com/office/drawing/2014/main" id="{7B195B39-8741-2420-3375-A0E19A47E45C}"/>
              </a:ext>
            </a:extLst>
          </p:cNvPr>
          <p:cNvSpPr txBox="1">
            <a:spLocks/>
          </p:cNvSpPr>
          <p:nvPr/>
        </p:nvSpPr>
        <p:spPr>
          <a:xfrm>
            <a:off x="5991378" y="6438854"/>
            <a:ext cx="1506849" cy="590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papagáj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0" name="Subtitle 2">
            <a:extLst>
              <a:ext uri="{FF2B5EF4-FFF2-40B4-BE49-F238E27FC236}">
                <a16:creationId xmlns:a16="http://schemas.microsoft.com/office/drawing/2014/main" id="{6DDC4360-F2F3-1F52-50E8-B810CF9BD551}"/>
              </a:ext>
            </a:extLst>
          </p:cNvPr>
          <p:cNvSpPr txBox="1">
            <a:spLocks/>
          </p:cNvSpPr>
          <p:nvPr/>
        </p:nvSpPr>
        <p:spPr>
          <a:xfrm>
            <a:off x="7681851" y="4302125"/>
            <a:ext cx="1506849" cy="590143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MODELL OSZTÁLYOZÁS</a:t>
            </a:r>
            <a:endParaRPr kumimoji="0" lang="en-GB" sz="30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1" name="Subtitle 2">
            <a:extLst>
              <a:ext uri="{FF2B5EF4-FFF2-40B4-BE49-F238E27FC236}">
                <a16:creationId xmlns:a16="http://schemas.microsoft.com/office/drawing/2014/main" id="{496DDCDC-1FAC-3DF7-34A3-60E9C55BEA57}"/>
              </a:ext>
            </a:extLst>
          </p:cNvPr>
          <p:cNvSpPr txBox="1">
            <a:spLocks/>
          </p:cNvSpPr>
          <p:nvPr/>
        </p:nvSpPr>
        <p:spPr>
          <a:xfrm>
            <a:off x="8823462" y="3519187"/>
            <a:ext cx="4186808" cy="59014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TANULÁSI FOLYAMAT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2" name="Subtitle 2">
            <a:extLst>
              <a:ext uri="{FF2B5EF4-FFF2-40B4-BE49-F238E27FC236}">
                <a16:creationId xmlns:a16="http://schemas.microsoft.com/office/drawing/2014/main" id="{29F688FF-2D90-FDA7-48CA-DC118E5965AD}"/>
              </a:ext>
            </a:extLst>
          </p:cNvPr>
          <p:cNvSpPr txBox="1">
            <a:spLocks/>
          </p:cNvSpPr>
          <p:nvPr/>
        </p:nvSpPr>
        <p:spPr>
          <a:xfrm>
            <a:off x="9853895" y="4401598"/>
            <a:ext cx="1720031" cy="47094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PREDIKCIÓ</a:t>
            </a:r>
            <a:endParaRPr kumimoji="0" lang="en-GB" sz="15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3" name="Subtitle 2">
            <a:extLst>
              <a:ext uri="{FF2B5EF4-FFF2-40B4-BE49-F238E27FC236}">
                <a16:creationId xmlns:a16="http://schemas.microsoft.com/office/drawing/2014/main" id="{1998333E-C5CF-A9B1-0A0E-92E1CBA2F519}"/>
              </a:ext>
            </a:extLst>
          </p:cNvPr>
          <p:cNvSpPr txBox="1">
            <a:spLocks/>
          </p:cNvSpPr>
          <p:nvPr/>
        </p:nvSpPr>
        <p:spPr>
          <a:xfrm>
            <a:off x="1780531" y="3957010"/>
            <a:ext cx="4186808" cy="590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5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JELLEMZŐK KINYERÉSE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F807C3E-C386-FFF0-992F-43B9BEDECF8F}"/>
              </a:ext>
            </a:extLst>
          </p:cNvPr>
          <p:cNvSpPr/>
          <p:nvPr/>
        </p:nvSpPr>
        <p:spPr>
          <a:xfrm>
            <a:off x="9789978" y="4826724"/>
            <a:ext cx="1926247" cy="13108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Picture 2" descr="A parrot flying in the air&#10;&#10;AI-generated content may be incorrect.">
            <a:extLst>
              <a:ext uri="{FF2B5EF4-FFF2-40B4-BE49-F238E27FC236}">
                <a16:creationId xmlns:a16="http://schemas.microsoft.com/office/drawing/2014/main" id="{D52E6677-5EAB-9A75-97EB-4DE004F16F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84" t="17548" r="29776" b="22417"/>
          <a:stretch>
            <a:fillRect/>
          </a:stretch>
        </p:blipFill>
        <p:spPr>
          <a:xfrm>
            <a:off x="5573495" y="1472949"/>
            <a:ext cx="1763479" cy="1868233"/>
          </a:xfrm>
          <a:prstGeom prst="rect">
            <a:avLst/>
          </a:prstGeom>
        </p:spPr>
      </p:pic>
      <p:pic>
        <p:nvPicPr>
          <p:cNvPr id="4" name="Picture 3" descr="A parrot flying in the air&#10;&#10;AI-generated content may be incorrect.">
            <a:extLst>
              <a:ext uri="{FF2B5EF4-FFF2-40B4-BE49-F238E27FC236}">
                <a16:creationId xmlns:a16="http://schemas.microsoft.com/office/drawing/2014/main" id="{7F94B061-4128-624E-FAFC-6174B4AA2EB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85" t="17909" r="29775" b="22056"/>
          <a:stretch>
            <a:fillRect/>
          </a:stretch>
        </p:blipFill>
        <p:spPr>
          <a:xfrm>
            <a:off x="5629247" y="4572703"/>
            <a:ext cx="1763479" cy="1868233"/>
          </a:xfrm>
          <a:prstGeom prst="rect">
            <a:avLst/>
          </a:prstGeom>
        </p:spPr>
      </p:pic>
      <p:pic>
        <p:nvPicPr>
          <p:cNvPr id="42" name="Picture 41" descr="A dog sitting and smiling&#10;&#10;AI-generated content may be incorrect.">
            <a:extLst>
              <a:ext uri="{FF2B5EF4-FFF2-40B4-BE49-F238E27FC236}">
                <a16:creationId xmlns:a16="http://schemas.microsoft.com/office/drawing/2014/main" id="{77391A62-A1A8-F0F5-D9F0-BEA7DFA3E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79" t="13675" r="19568" b="3885"/>
          <a:stretch>
            <a:fillRect/>
          </a:stretch>
        </p:blipFill>
        <p:spPr>
          <a:xfrm>
            <a:off x="3224896" y="1446439"/>
            <a:ext cx="1785652" cy="1910130"/>
          </a:xfrm>
          <a:prstGeom prst="rect">
            <a:avLst/>
          </a:prstGeom>
        </p:spPr>
      </p:pic>
      <p:sp>
        <p:nvSpPr>
          <p:cNvPr id="76" name="Oval 75">
            <a:extLst>
              <a:ext uri="{FF2B5EF4-FFF2-40B4-BE49-F238E27FC236}">
                <a16:creationId xmlns:a16="http://schemas.microsoft.com/office/drawing/2014/main" id="{43C91DAD-F871-3B2E-FBC0-644BE7DF16E4}"/>
              </a:ext>
            </a:extLst>
          </p:cNvPr>
          <p:cNvSpPr/>
          <p:nvPr/>
        </p:nvSpPr>
        <p:spPr>
          <a:xfrm>
            <a:off x="6076123" y="5071062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749BA34D-A264-7C0A-1503-F50C6A0B4D3B}"/>
              </a:ext>
            </a:extLst>
          </p:cNvPr>
          <p:cNvSpPr/>
          <p:nvPr/>
        </p:nvSpPr>
        <p:spPr>
          <a:xfrm>
            <a:off x="6228523" y="5223462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860F37A1-613F-FA0F-D273-F0B5F69DC052}"/>
              </a:ext>
            </a:extLst>
          </p:cNvPr>
          <p:cNvSpPr/>
          <p:nvPr/>
        </p:nvSpPr>
        <p:spPr>
          <a:xfrm>
            <a:off x="6380923" y="5375862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6A38D79A-9756-EDD5-1591-2F040AFDF67F}"/>
              </a:ext>
            </a:extLst>
          </p:cNvPr>
          <p:cNvSpPr/>
          <p:nvPr/>
        </p:nvSpPr>
        <p:spPr>
          <a:xfrm>
            <a:off x="6533323" y="5528262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AAB379D-54A3-4C6E-1F42-933BCF9A2CAD}"/>
              </a:ext>
            </a:extLst>
          </p:cNvPr>
          <p:cNvSpPr/>
          <p:nvPr/>
        </p:nvSpPr>
        <p:spPr>
          <a:xfrm>
            <a:off x="6786817" y="5649752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7A80E9B-F3C1-5D4F-2C2D-160AD4D0D6C9}"/>
              </a:ext>
            </a:extLst>
          </p:cNvPr>
          <p:cNvSpPr/>
          <p:nvPr/>
        </p:nvSpPr>
        <p:spPr>
          <a:xfrm>
            <a:off x="6667793" y="5501368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832DBEB-E44C-2C47-282E-76796D156D28}"/>
              </a:ext>
            </a:extLst>
          </p:cNvPr>
          <p:cNvSpPr/>
          <p:nvPr/>
        </p:nvSpPr>
        <p:spPr>
          <a:xfrm>
            <a:off x="7124995" y="5053130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B72DD77B-D5DA-7E70-78ED-614CBC67AA9F}"/>
              </a:ext>
            </a:extLst>
          </p:cNvPr>
          <p:cNvSpPr/>
          <p:nvPr/>
        </p:nvSpPr>
        <p:spPr>
          <a:xfrm>
            <a:off x="7080170" y="5169671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543810E9-CD74-79D9-7065-4F57B9EE045B}"/>
              </a:ext>
            </a:extLst>
          </p:cNvPr>
          <p:cNvSpPr/>
          <p:nvPr/>
        </p:nvSpPr>
        <p:spPr>
          <a:xfrm>
            <a:off x="6936735" y="5196566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0FAC2F8-BB30-CBDF-D501-EAE3F21ED803}"/>
              </a:ext>
            </a:extLst>
          </p:cNvPr>
          <p:cNvSpPr/>
          <p:nvPr/>
        </p:nvSpPr>
        <p:spPr>
          <a:xfrm>
            <a:off x="6820194" y="5295176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1C4F6772-554A-C22E-6AD4-C519F1896FCB}"/>
              </a:ext>
            </a:extLst>
          </p:cNvPr>
          <p:cNvSpPr/>
          <p:nvPr/>
        </p:nvSpPr>
        <p:spPr>
          <a:xfrm>
            <a:off x="6300240" y="5877885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A14553B8-CD39-684C-48ED-10880F45E3DD}"/>
              </a:ext>
            </a:extLst>
          </p:cNvPr>
          <p:cNvSpPr/>
          <p:nvPr/>
        </p:nvSpPr>
        <p:spPr>
          <a:xfrm>
            <a:off x="6192661" y="6119932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EBF7017-1D6B-E8CA-71C0-98EB6618B584}"/>
              </a:ext>
            </a:extLst>
          </p:cNvPr>
          <p:cNvSpPr/>
          <p:nvPr/>
        </p:nvSpPr>
        <p:spPr>
          <a:xfrm>
            <a:off x="6506428" y="5976496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E7862DC-2E77-1621-6CC0-273582A96303}"/>
              </a:ext>
            </a:extLst>
          </p:cNvPr>
          <p:cNvSpPr/>
          <p:nvPr/>
        </p:nvSpPr>
        <p:spPr>
          <a:xfrm>
            <a:off x="6551251" y="5671695"/>
            <a:ext cx="118161" cy="55936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3" name="Picture 92" descr="A colorful background with dots&#10;&#10;AI-generated content may be incorrect.">
            <a:extLst>
              <a:ext uri="{FF2B5EF4-FFF2-40B4-BE49-F238E27FC236}">
                <a16:creationId xmlns:a16="http://schemas.microsoft.com/office/drawing/2014/main" id="{19ADE3CB-883B-950E-0BEA-118114B3F1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4860" y="4825882"/>
            <a:ext cx="1402899" cy="1302479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5CFC01E2-0959-A9AF-2586-557C6064DE86}"/>
              </a:ext>
            </a:extLst>
          </p:cNvPr>
          <p:cNvSpPr/>
          <p:nvPr/>
        </p:nvSpPr>
        <p:spPr>
          <a:xfrm>
            <a:off x="4279064" y="5054788"/>
            <a:ext cx="118161" cy="55936"/>
          </a:xfrm>
          <a:prstGeom prst="ellipse">
            <a:avLst/>
          </a:prstGeom>
          <a:solidFill>
            <a:srgbClr val="C4D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CF9404-7998-D398-FA78-3C88748EDDA2}"/>
              </a:ext>
            </a:extLst>
          </p:cNvPr>
          <p:cNvSpPr/>
          <p:nvPr/>
        </p:nvSpPr>
        <p:spPr>
          <a:xfrm>
            <a:off x="1482418" y="6042336"/>
            <a:ext cx="118161" cy="55936"/>
          </a:xfrm>
          <a:prstGeom prst="ellipse">
            <a:avLst/>
          </a:prstGeom>
          <a:solidFill>
            <a:srgbClr val="A50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624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CCEA-7C95-6FF4-F6EB-FACE9C77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CF7BD97A-2DE6-18B6-64E3-A90CC1E8E28C}"/>
              </a:ext>
            </a:extLst>
          </p:cNvPr>
          <p:cNvGrpSpPr/>
          <p:nvPr/>
        </p:nvGrpSpPr>
        <p:grpSpPr>
          <a:xfrm>
            <a:off x="9156192" y="0"/>
            <a:ext cx="3035808" cy="3035808"/>
            <a:chOff x="9156192" y="0"/>
            <a:chExt cx="3035808" cy="3035808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5B5FD17-A141-E598-FECA-89BD4D9A5F6F}"/>
                </a:ext>
              </a:extLst>
            </p:cNvPr>
            <p:cNvSpPr/>
            <p:nvPr/>
          </p:nvSpPr>
          <p:spPr>
            <a:xfrm rot="10800000">
              <a:off x="11430669" y="0"/>
              <a:ext cx="761331" cy="761331"/>
            </a:xfrm>
            <a:custGeom>
              <a:avLst/>
              <a:gdLst>
                <a:gd name="connsiteX0" fmla="*/ 1143000 w 1143000"/>
                <a:gd name="connsiteY0" fmla="*/ 1143000 h 1143000"/>
                <a:gd name="connsiteX1" fmla="*/ 0 w 1143000"/>
                <a:gd name="connsiteY1" fmla="*/ 1143000 h 1143000"/>
                <a:gd name="connsiteX2" fmla="*/ 0 w 1143000"/>
                <a:gd name="connsiteY2" fmla="*/ 0 h 1143000"/>
                <a:gd name="connsiteX3" fmla="*/ 1143000 w 1143000"/>
                <a:gd name="connsiteY3" fmla="*/ 114300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3000" h="1143000">
                  <a:moveTo>
                    <a:pt x="1143000" y="1143000"/>
                  </a:moveTo>
                  <a:lnTo>
                    <a:pt x="0" y="1143000"/>
                  </a:lnTo>
                  <a:lnTo>
                    <a:pt x="0" y="0"/>
                  </a:lnTo>
                  <a:lnTo>
                    <a:pt x="1143000" y="1143000"/>
                  </a:lnTo>
                  <a:close/>
                </a:path>
              </a:pathLst>
            </a:custGeom>
            <a:solidFill>
              <a:srgbClr val="C4D6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605C36C-3494-E5FD-09DB-26A770468884}"/>
                </a:ext>
              </a:extLst>
            </p:cNvPr>
            <p:cNvSpPr/>
            <p:nvPr/>
          </p:nvSpPr>
          <p:spPr>
            <a:xfrm rot="10800000">
              <a:off x="9156192" y="0"/>
              <a:ext cx="2274477" cy="1137238"/>
            </a:xfrm>
            <a:custGeom>
              <a:avLst/>
              <a:gdLst>
                <a:gd name="connsiteX0" fmla="*/ 0 w 3414712"/>
                <a:gd name="connsiteY0" fmla="*/ 1707356 h 1707356"/>
                <a:gd name="connsiteX1" fmla="*/ 1707356 w 3414712"/>
                <a:gd name="connsiteY1" fmla="*/ 0 h 1707356"/>
                <a:gd name="connsiteX2" fmla="*/ 3414713 w 3414712"/>
                <a:gd name="connsiteY2" fmla="*/ 1707356 h 1707356"/>
                <a:gd name="connsiteX3" fmla="*/ 0 w 3414712"/>
                <a:gd name="connsiteY3" fmla="*/ 1707356 h 1707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14712" h="1707356">
                  <a:moveTo>
                    <a:pt x="0" y="1707356"/>
                  </a:moveTo>
                  <a:lnTo>
                    <a:pt x="1707356" y="0"/>
                  </a:lnTo>
                  <a:lnTo>
                    <a:pt x="3414713" y="1707356"/>
                  </a:lnTo>
                  <a:lnTo>
                    <a:pt x="0" y="1707356"/>
                  </a:lnTo>
                  <a:close/>
                </a:path>
              </a:pathLst>
            </a:custGeom>
            <a:solidFill>
              <a:srgbClr val="009CD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0E79CE7-B94B-AC6A-4346-C5BF7C6DA75B}"/>
                </a:ext>
              </a:extLst>
            </p:cNvPr>
            <p:cNvSpPr/>
            <p:nvPr/>
          </p:nvSpPr>
          <p:spPr>
            <a:xfrm rot="10800000">
              <a:off x="10831756" y="1137238"/>
              <a:ext cx="1360244" cy="1898570"/>
            </a:xfrm>
            <a:custGeom>
              <a:avLst/>
              <a:gdLst>
                <a:gd name="connsiteX0" fmla="*/ 0 w 2042159"/>
                <a:gd name="connsiteY0" fmla="*/ 0 h 2850356"/>
                <a:gd name="connsiteX1" fmla="*/ 0 w 2042159"/>
                <a:gd name="connsiteY1" fmla="*/ 1616488 h 2850356"/>
                <a:gd name="connsiteX2" fmla="*/ 1233868 w 2042159"/>
                <a:gd name="connsiteY2" fmla="*/ 2850356 h 2850356"/>
                <a:gd name="connsiteX3" fmla="*/ 2042160 w 2042159"/>
                <a:gd name="connsiteY3" fmla="*/ 2042160 h 2850356"/>
                <a:gd name="connsiteX4" fmla="*/ 0 w 2042159"/>
                <a:gd name="connsiteY4" fmla="*/ 0 h 285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42159" h="2850356">
                  <a:moveTo>
                    <a:pt x="0" y="0"/>
                  </a:moveTo>
                  <a:lnTo>
                    <a:pt x="0" y="1616488"/>
                  </a:lnTo>
                  <a:lnTo>
                    <a:pt x="1233868" y="2850356"/>
                  </a:lnTo>
                  <a:lnTo>
                    <a:pt x="2042160" y="2042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2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4FC6C5D-C829-B9C4-597B-799180001C57}"/>
              </a:ext>
            </a:extLst>
          </p:cNvPr>
          <p:cNvSpPr txBox="1">
            <a:spLocks/>
          </p:cNvSpPr>
          <p:nvPr/>
        </p:nvSpPr>
        <p:spPr>
          <a:xfrm>
            <a:off x="277228" y="879422"/>
            <a:ext cx="9298688" cy="888297"/>
          </a:xfrm>
          <a:prstGeom prst="rect">
            <a:avLst/>
          </a:prstGeom>
        </p:spPr>
        <p:txBody>
          <a:bodyPr rtlCol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Mi a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felügyelet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nélküli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tanulás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</a:t>
            </a:r>
          </a:p>
        </p:txBody>
      </p:sp>
      <p:pic>
        <p:nvPicPr>
          <p:cNvPr id="8" name="Picture 7" descr="A group of different fruits&#10;&#10;AI-generated content may be incorrect.">
            <a:extLst>
              <a:ext uri="{FF2B5EF4-FFF2-40B4-BE49-F238E27FC236}">
                <a16:creationId xmlns:a16="http://schemas.microsoft.com/office/drawing/2014/main" id="{08FBEDD1-76B9-005A-7437-60264A6869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4" t="12603" b="15774"/>
          <a:stretch>
            <a:fillRect/>
          </a:stretch>
        </p:blipFill>
        <p:spPr>
          <a:xfrm>
            <a:off x="17402" y="3430380"/>
            <a:ext cx="5876681" cy="2684476"/>
          </a:xfrm>
          <a:prstGeom prst="rect">
            <a:avLst/>
          </a:prstGeom>
        </p:spPr>
      </p:pic>
      <p:pic>
        <p:nvPicPr>
          <p:cNvPr id="10" name="Picture 9" descr="A group of fruits on a white background&#10;&#10;AI-generated content may be incorrect.">
            <a:extLst>
              <a:ext uri="{FF2B5EF4-FFF2-40B4-BE49-F238E27FC236}">
                <a16:creationId xmlns:a16="http://schemas.microsoft.com/office/drawing/2014/main" id="{207E479A-4F12-D2E1-FEEC-6B2FB0F157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8" t="3325" r="2258" b="3478"/>
          <a:stretch>
            <a:fillRect/>
          </a:stretch>
        </p:blipFill>
        <p:spPr>
          <a:xfrm>
            <a:off x="6319128" y="3213204"/>
            <a:ext cx="5674127" cy="311882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5D38EF33-2378-F7A7-0F2A-B330C7454E13}"/>
              </a:ext>
            </a:extLst>
          </p:cNvPr>
          <p:cNvSpPr txBox="1">
            <a:spLocks/>
          </p:cNvSpPr>
          <p:nvPr/>
        </p:nvSpPr>
        <p:spPr>
          <a:xfrm>
            <a:off x="292996" y="2713447"/>
            <a:ext cx="5601087" cy="405210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Bemeneti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adatok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– </a:t>
            </a: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címkézetlen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információ</a:t>
            </a:r>
            <a:endParaRPr kumimoji="0" lang="en-GB" sz="30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DCF8232-22CB-E31F-DED1-E357BF00F8AF}"/>
              </a:ext>
            </a:extLst>
          </p:cNvPr>
          <p:cNvSpPr txBox="1">
            <a:spLocks/>
          </p:cNvSpPr>
          <p:nvPr/>
        </p:nvSpPr>
        <p:spPr>
          <a:xfrm>
            <a:off x="6557496" y="2415293"/>
            <a:ext cx="6036839" cy="703364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Klaszterezés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– a </a:t>
            </a: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gép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felismeri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 </a:t>
            </a: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hasonlóságokat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és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csoportosít</a:t>
            </a:r>
            <a:endParaRPr kumimoji="0" lang="en-GB" sz="30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EA429-0C2A-238F-34D5-CEF38E42AF1B}"/>
              </a:ext>
            </a:extLst>
          </p:cNvPr>
          <p:cNvSpPr/>
          <p:nvPr/>
        </p:nvSpPr>
        <p:spPr>
          <a:xfrm>
            <a:off x="415174" y="1681916"/>
            <a:ext cx="3984228" cy="45719"/>
          </a:xfrm>
          <a:prstGeom prst="rect">
            <a:avLst/>
          </a:prstGeom>
          <a:solidFill>
            <a:srgbClr val="009CDE"/>
          </a:solidFill>
          <a:ln>
            <a:solidFill>
              <a:srgbClr val="009C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BF5CB50E-DFFA-1500-DE2C-7C4D521E582A}"/>
              </a:ext>
            </a:extLst>
          </p:cNvPr>
          <p:cNvSpPr txBox="1">
            <a:spLocks/>
          </p:cNvSpPr>
          <p:nvPr/>
        </p:nvSpPr>
        <p:spPr>
          <a:xfrm>
            <a:off x="6626740" y="6426579"/>
            <a:ext cx="615308" cy="275973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Piros</a:t>
            </a:r>
            <a:endParaRPr kumimoji="0" lang="en-GB" sz="30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44D8A2D-1485-FEF3-6B7F-C98570C029D1}"/>
              </a:ext>
            </a:extLst>
          </p:cNvPr>
          <p:cNvSpPr txBox="1">
            <a:spLocks/>
          </p:cNvSpPr>
          <p:nvPr/>
        </p:nvSpPr>
        <p:spPr>
          <a:xfrm>
            <a:off x="7309492" y="6426579"/>
            <a:ext cx="1386452" cy="431421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Narancssárga</a:t>
            </a:r>
            <a:endParaRPr kumimoji="0" lang="en-GB" sz="30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8EEF74B-83F7-AE96-6853-64B06349324D}"/>
              </a:ext>
            </a:extLst>
          </p:cNvPr>
          <p:cNvSpPr txBox="1">
            <a:spLocks/>
          </p:cNvSpPr>
          <p:nvPr/>
        </p:nvSpPr>
        <p:spPr>
          <a:xfrm>
            <a:off x="8604892" y="6426579"/>
            <a:ext cx="1386452" cy="275974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err="1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Citromsárga</a:t>
            </a:r>
            <a:endParaRPr kumimoji="0" lang="en-GB" sz="30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B171B0F5-7126-A2CB-B1E9-5B9150BE5A3F}"/>
              </a:ext>
            </a:extLst>
          </p:cNvPr>
          <p:cNvSpPr txBox="1">
            <a:spLocks/>
          </p:cNvSpPr>
          <p:nvPr/>
        </p:nvSpPr>
        <p:spPr>
          <a:xfrm>
            <a:off x="9991344" y="6426579"/>
            <a:ext cx="1386452" cy="275974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Zöld</a:t>
            </a:r>
            <a:endParaRPr kumimoji="0" lang="en-GB" sz="30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9E44B434-57CC-4D18-254A-3C76C60DF822}"/>
              </a:ext>
            </a:extLst>
          </p:cNvPr>
          <p:cNvSpPr txBox="1">
            <a:spLocks/>
          </p:cNvSpPr>
          <p:nvPr/>
        </p:nvSpPr>
        <p:spPr>
          <a:xfrm>
            <a:off x="11118108" y="6426579"/>
            <a:ext cx="1386452" cy="275974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Kék</a:t>
            </a:r>
            <a:endParaRPr kumimoji="0" lang="en-GB" sz="3000" b="0" i="0" u="none" strike="noStrike" kern="1200" cap="none" spc="0" normalizeH="0" baseline="0" noProof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531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DEA51-E4B9-59AD-AC40-09536347D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5810DCE7-5778-68E9-0969-D0C8EDA5E5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4310987"/>
              </p:ext>
            </p:extLst>
          </p:nvPr>
        </p:nvGraphicFramePr>
        <p:xfrm>
          <a:off x="-78523" y="1987961"/>
          <a:ext cx="5701553" cy="4762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D3F20CD-251D-EF04-4B6D-EF14EFDD570E}"/>
              </a:ext>
            </a:extLst>
          </p:cNvPr>
          <p:cNvSpPr txBox="1">
            <a:spLocks/>
          </p:cNvSpPr>
          <p:nvPr/>
        </p:nvSpPr>
        <p:spPr>
          <a:xfrm>
            <a:off x="369779" y="480036"/>
            <a:ext cx="4472461" cy="888297"/>
          </a:xfrm>
          <a:prstGeom prst="rect">
            <a:avLst/>
          </a:prstGeom>
        </p:spPr>
        <p:txBody>
          <a:bodyPr rtlCol="0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Hibázni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emberi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és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gépi</a:t>
            </a:r>
            <a:r>
              <a:rPr kumimoji="0" lang="en-GB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</a:t>
            </a:r>
            <a:r>
              <a:rPr kumimoji="0" lang="en-GB" sz="4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dolog</a:t>
            </a:r>
            <a:endParaRPr kumimoji="0" lang="en-GB" sz="4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9FB8FF6-1165-EA9B-075D-F3FDFF1B9385}"/>
              </a:ext>
            </a:extLst>
          </p:cNvPr>
          <p:cNvSpPr txBox="1">
            <a:spLocks/>
          </p:cNvSpPr>
          <p:nvPr/>
        </p:nvSpPr>
        <p:spPr>
          <a:xfrm>
            <a:off x="3559637" y="2216876"/>
            <a:ext cx="1933099" cy="590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ez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egy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lang="hu-HU" sz="1800" dirty="0">
                <a:solidFill>
                  <a:srgbClr val="009CD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kutya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B72B56E-1299-3F10-3E6C-3A0FD4437271}"/>
              </a:ext>
            </a:extLst>
          </p:cNvPr>
          <p:cNvSpPr txBox="1">
            <a:spLocks/>
          </p:cNvSpPr>
          <p:nvPr/>
        </p:nvSpPr>
        <p:spPr>
          <a:xfrm>
            <a:off x="3487787" y="4120106"/>
            <a:ext cx="2745095" cy="347717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nem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ez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egy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macska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C834FD10-4A14-2D23-4EA1-70F1C8896755}"/>
              </a:ext>
            </a:extLst>
          </p:cNvPr>
          <p:cNvSpPr txBox="1">
            <a:spLocks/>
          </p:cNvSpPr>
          <p:nvPr/>
        </p:nvSpPr>
        <p:spPr>
          <a:xfrm>
            <a:off x="1930176" y="5830569"/>
            <a:ext cx="2524290" cy="59014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különbség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mérése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C2CDC1A-BCE9-CCDF-A036-3098C1692758}"/>
              </a:ext>
            </a:extLst>
          </p:cNvPr>
          <p:cNvSpPr txBox="1">
            <a:spLocks/>
          </p:cNvSpPr>
          <p:nvPr/>
        </p:nvSpPr>
        <p:spPr>
          <a:xfrm>
            <a:off x="-5874" y="4111144"/>
            <a:ext cx="3212661" cy="44500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modell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módosítja </a:t>
            </a: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önmagát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53AA6BE-0B05-D335-DC0D-9F86FD6E6C18}"/>
              </a:ext>
            </a:extLst>
          </p:cNvPr>
          <p:cNvSpPr txBox="1">
            <a:spLocks/>
          </p:cNvSpPr>
          <p:nvPr/>
        </p:nvSpPr>
        <p:spPr>
          <a:xfrm>
            <a:off x="839155" y="2225396"/>
            <a:ext cx="1933099" cy="5901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ez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egy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n-GB" sz="1800" b="0" i="0" u="none" strike="noStrike" kern="1200" cap="none" spc="0" normalizeH="0" baseline="0" noProof="0" err="1">
                <a:ln>
                  <a:noFill/>
                </a:ln>
                <a:solidFill>
                  <a:srgbClr val="009CD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macska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9CD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097FF1F-358B-391E-9FC2-C08702D94BD6}"/>
              </a:ext>
            </a:extLst>
          </p:cNvPr>
          <p:cNvSpPr/>
          <p:nvPr/>
        </p:nvSpPr>
        <p:spPr>
          <a:xfrm>
            <a:off x="457235" y="1536256"/>
            <a:ext cx="4111232" cy="102620"/>
          </a:xfrm>
          <a:prstGeom prst="rect">
            <a:avLst/>
          </a:prstGeom>
          <a:solidFill>
            <a:srgbClr val="A50050"/>
          </a:solidFill>
          <a:ln>
            <a:solidFill>
              <a:srgbClr val="A50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7" name="Picture 16" descr="A cat looking at the camera&#10;&#10;AI-generated content may be incorrect.">
            <a:extLst>
              <a:ext uri="{FF2B5EF4-FFF2-40B4-BE49-F238E27FC236}">
                <a16:creationId xmlns:a16="http://schemas.microsoft.com/office/drawing/2014/main" id="{993F1271-1F78-2FAC-A2C7-A981B50A48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06"/>
          <a:stretch>
            <a:fillRect/>
          </a:stretch>
        </p:blipFill>
        <p:spPr>
          <a:xfrm>
            <a:off x="6143232" y="0"/>
            <a:ext cx="6048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26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DBABA1DB-591B-9E8F-054A-CDC08843D41C}"/>
              </a:ext>
            </a:extLst>
          </p:cNvPr>
          <p:cNvSpPr/>
          <p:nvPr/>
        </p:nvSpPr>
        <p:spPr>
          <a:xfrm>
            <a:off x="0" y="5334000"/>
            <a:ext cx="1524000" cy="1524000"/>
          </a:xfrm>
          <a:custGeom>
            <a:avLst/>
            <a:gdLst>
              <a:gd name="connsiteX0" fmla="*/ 0 w 1524000"/>
              <a:gd name="connsiteY0" fmla="*/ 0 h 1524000"/>
              <a:gd name="connsiteX1" fmla="*/ 0 w 1524000"/>
              <a:gd name="connsiteY1" fmla="*/ 1524000 h 1524000"/>
              <a:gd name="connsiteX2" fmla="*/ 1524000 w 1524000"/>
              <a:gd name="connsiteY2" fmla="*/ 1524000 h 1524000"/>
              <a:gd name="connsiteX3" fmla="*/ 0 w 1524000"/>
              <a:gd name="connsiteY3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4000" h="1524000">
                <a:moveTo>
                  <a:pt x="0" y="0"/>
                </a:moveTo>
                <a:lnTo>
                  <a:pt x="0" y="1524000"/>
                </a:lnTo>
                <a:lnTo>
                  <a:pt x="152400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C4D60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80E8188B-E8F9-9D18-071E-0E7A98E61A79}"/>
              </a:ext>
            </a:extLst>
          </p:cNvPr>
          <p:cNvSpPr/>
          <p:nvPr/>
        </p:nvSpPr>
        <p:spPr>
          <a:xfrm>
            <a:off x="0" y="781050"/>
            <a:ext cx="2276475" cy="4552950"/>
          </a:xfrm>
          <a:custGeom>
            <a:avLst/>
            <a:gdLst>
              <a:gd name="connsiteX0" fmla="*/ 0 w 2276475"/>
              <a:gd name="connsiteY0" fmla="*/ 4552950 h 4552950"/>
              <a:gd name="connsiteX1" fmla="*/ 2276475 w 2276475"/>
              <a:gd name="connsiteY1" fmla="*/ 2276475 h 4552950"/>
              <a:gd name="connsiteX2" fmla="*/ 0 w 2276475"/>
              <a:gd name="connsiteY2" fmla="*/ 0 h 4552950"/>
              <a:gd name="connsiteX3" fmla="*/ 0 w 2276475"/>
              <a:gd name="connsiteY3" fmla="*/ 4552950 h 455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6475" h="4552950">
                <a:moveTo>
                  <a:pt x="0" y="4552950"/>
                </a:moveTo>
                <a:lnTo>
                  <a:pt x="2276475" y="2276475"/>
                </a:lnTo>
                <a:lnTo>
                  <a:pt x="0" y="0"/>
                </a:lnTo>
                <a:lnTo>
                  <a:pt x="0" y="4552950"/>
                </a:lnTo>
                <a:close/>
              </a:path>
            </a:pathLst>
          </a:custGeom>
          <a:solidFill>
            <a:srgbClr val="009CDE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7C1F01F5-CBE6-9404-72DD-18EBAEBC74F7}"/>
              </a:ext>
            </a:extLst>
          </p:cNvPr>
          <p:cNvSpPr/>
          <p:nvPr/>
        </p:nvSpPr>
        <p:spPr>
          <a:xfrm>
            <a:off x="2276475" y="4135183"/>
            <a:ext cx="3800475" cy="2722816"/>
          </a:xfrm>
          <a:custGeom>
            <a:avLst/>
            <a:gdLst>
              <a:gd name="connsiteX0" fmla="*/ 3800475 w 3800475"/>
              <a:gd name="connsiteY0" fmla="*/ 2722816 h 2722816"/>
              <a:gd name="connsiteX1" fmla="*/ 1645222 w 3800475"/>
              <a:gd name="connsiteY1" fmla="*/ 2722816 h 2722816"/>
              <a:gd name="connsiteX2" fmla="*/ 0 w 3800475"/>
              <a:gd name="connsiteY2" fmla="*/ 1077595 h 2722816"/>
              <a:gd name="connsiteX3" fmla="*/ 1077595 w 3800475"/>
              <a:gd name="connsiteY3" fmla="*/ 0 h 2722816"/>
              <a:gd name="connsiteX4" fmla="*/ 3800475 w 3800475"/>
              <a:gd name="connsiteY4" fmla="*/ 2722816 h 27228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00475" h="2722816">
                <a:moveTo>
                  <a:pt x="3800475" y="2722816"/>
                </a:moveTo>
                <a:lnTo>
                  <a:pt x="1645222" y="2722816"/>
                </a:lnTo>
                <a:lnTo>
                  <a:pt x="0" y="1077595"/>
                </a:lnTo>
                <a:lnTo>
                  <a:pt x="1077595" y="0"/>
                </a:lnTo>
                <a:lnTo>
                  <a:pt x="3800475" y="2722816"/>
                </a:lnTo>
                <a:close/>
              </a:path>
            </a:pathLst>
          </a:custGeom>
          <a:solidFill>
            <a:srgbClr val="A50050"/>
          </a:solidFill>
          <a:ln w="634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E4FF0-3BFD-3091-4F17-D1A4D1BDED7E}"/>
              </a:ext>
            </a:extLst>
          </p:cNvPr>
          <p:cNvSpPr txBox="1">
            <a:spLocks/>
          </p:cNvSpPr>
          <p:nvPr/>
        </p:nvSpPr>
        <p:spPr>
          <a:xfrm>
            <a:off x="5015681" y="1696162"/>
            <a:ext cx="6777037" cy="2439021"/>
          </a:xfrm>
          <a:prstGeom prst="rect">
            <a:avLst/>
          </a:prstGeom>
        </p:spPr>
        <p:txBody>
          <a:bodyPr rtlCol="0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4400" b="1" i="0" u="none" strike="noStrike" kern="1200" cap="none" spc="0" normalizeH="0" baseline="0" noProof="0" dirty="0">
                <a:ln>
                  <a:noFill/>
                </a:ln>
                <a:solidFill>
                  <a:srgbClr val="00426A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Felügyelt és felügyelet nélküli tanulás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srgbClr val="00426A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4481CF-6B74-93CA-96EF-ACBD3DCA3F9E}"/>
              </a:ext>
            </a:extLst>
          </p:cNvPr>
          <p:cNvSpPr/>
          <p:nvPr/>
        </p:nvSpPr>
        <p:spPr>
          <a:xfrm>
            <a:off x="6348584" y="2995149"/>
            <a:ext cx="4111232" cy="102620"/>
          </a:xfrm>
          <a:prstGeom prst="rect">
            <a:avLst/>
          </a:prstGeom>
          <a:solidFill>
            <a:srgbClr val="C4D600"/>
          </a:solidFill>
          <a:ln>
            <a:solidFill>
              <a:srgbClr val="C4D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C4D600"/>
              </a:highlight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A65ABC-CEB2-4464-5AAF-EC52A5E0924E}"/>
              </a:ext>
            </a:extLst>
          </p:cNvPr>
          <p:cNvSpPr txBox="1">
            <a:spLocks/>
          </p:cNvSpPr>
          <p:nvPr/>
        </p:nvSpPr>
        <p:spPr>
          <a:xfrm>
            <a:off x="5704021" y="3328553"/>
            <a:ext cx="5400358" cy="72500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Nézzük</a:t>
            </a:r>
            <a:r>
              <a:rPr kumimoji="0" lang="en-GB" sz="3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meg a </a:t>
            </a:r>
            <a:r>
              <a:rPr kumimoji="0" lang="en-GB" sz="3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gyakorlatban</a:t>
            </a:r>
            <a:endParaRPr kumimoji="0" lang="en-GB" sz="3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3000" b="1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95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7FBF2852E6E0498702774C9D65A85D" ma:contentTypeVersion="18" ma:contentTypeDescription="Create a new document." ma:contentTypeScope="" ma:versionID="e58d7ed85b72bbd3b6c9f00f65019f82">
  <xsd:schema xmlns:xsd="http://www.w3.org/2001/XMLSchema" xmlns:xs="http://www.w3.org/2001/XMLSchema" xmlns:p="http://schemas.microsoft.com/office/2006/metadata/properties" xmlns:ns2="bbcbf1ea-ed88-45c3-83e9-1db5d619e850" xmlns:ns3="01727954-54e4-4ec2-a063-211cb0a80a18" targetNamespace="http://schemas.microsoft.com/office/2006/metadata/properties" ma:root="true" ma:fieldsID="baa1f990f595f156c7c09896193931ad" ns2:_="" ns3:_="">
    <xsd:import namespace="bbcbf1ea-ed88-45c3-83e9-1db5d619e850"/>
    <xsd:import namespace="01727954-54e4-4ec2-a063-211cb0a80a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bf1ea-ed88-45c3-83e9-1db5d619e8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15b5293-c845-4727-b97b-ea55abce833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727954-54e4-4ec2-a063-211cb0a80a1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cc1122b-bf76-4aab-8e09-b074c7469966}" ma:internalName="TaxCatchAll" ma:showField="CatchAllData" ma:web="01727954-54e4-4ec2-a063-211cb0a80a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bcbf1ea-ed88-45c3-83e9-1db5d619e850">
      <Terms xmlns="http://schemas.microsoft.com/office/infopath/2007/PartnerControls"/>
    </lcf76f155ced4ddcb4097134ff3c332f>
    <TaxCatchAll xmlns="01727954-54e4-4ec2-a063-211cb0a80a18" xsi:nil="true"/>
  </documentManagement>
</p:properties>
</file>

<file path=customXml/itemProps1.xml><?xml version="1.0" encoding="utf-8"?>
<ds:datastoreItem xmlns:ds="http://schemas.openxmlformats.org/officeDocument/2006/customXml" ds:itemID="{C36B6371-F7E6-42FE-A5A7-A0F11D0694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C2B9CB4-F61C-4E89-A970-66CE43A080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bcbf1ea-ed88-45c3-83e9-1db5d619e850"/>
    <ds:schemaRef ds:uri="01727954-54e4-4ec2-a063-211cb0a80a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CD73E3-CA9E-4EF5-BDEB-6F0CAC7E3581}">
  <ds:schemaRefs>
    <ds:schemaRef ds:uri="http://purl.org/dc/elements/1.1/"/>
    <ds:schemaRef ds:uri="http://www.w3.org/XML/1998/namespace"/>
    <ds:schemaRef ds:uri="http://schemas.microsoft.com/office/2006/documentManagement/types"/>
    <ds:schemaRef ds:uri="http://purl.org/dc/dcmitype/"/>
    <ds:schemaRef ds:uri="bbcbf1ea-ed88-45c3-83e9-1db5d619e850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01727954-54e4-4ec2-a063-211cb0a80a18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1344</Words>
  <Application>Microsoft Office PowerPoint</Application>
  <PresentationFormat>Widescreen</PresentationFormat>
  <Paragraphs>157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Dóczi Melinda</dc:creator>
  <cp:lastModifiedBy>Stumphauser Nóra</cp:lastModifiedBy>
  <cp:revision>12</cp:revision>
  <dcterms:created xsi:type="dcterms:W3CDTF">2025-09-16T15:00:16Z</dcterms:created>
  <dcterms:modified xsi:type="dcterms:W3CDTF">2026-01-30T09:23:36Z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0x010100F47FBF2852E6E0498702774C9D65A85D</vt:lpwstr>
  </property>
</Properties>
</file>