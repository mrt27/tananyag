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82" r:id="rId5"/>
    <p:sldId id="284" r:id="rId6"/>
    <p:sldId id="294" r:id="rId7"/>
    <p:sldId id="295" r:id="rId8"/>
    <p:sldId id="296" r:id="rId9"/>
    <p:sldId id="297" r:id="rId10"/>
    <p:sldId id="298" r:id="rId11"/>
    <p:sldId id="299" r:id="rId12"/>
    <p:sldId id="267" r:id="rId13"/>
    <p:sldId id="300" r:id="rId14"/>
    <p:sldId id="293" r:id="rId15"/>
    <p:sldId id="283" r:id="rId16"/>
    <p:sldId id="302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6A"/>
    <a:srgbClr val="A50050"/>
    <a:srgbClr val="009CDE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99FF5-8F1A-21ED-852E-F812DFFD8136}" v="17" dt="2026-02-02T09:13:37.358"/>
    <p1510:client id="{59BEA550-30D4-F746-EAA3-B5D596BEB150}" v="1061" dt="2026-02-02T11:34:23.709"/>
    <p1510:client id="{A6F81E2C-3A59-FBEF-FD45-96297086066D}" v="21" dt="2026-02-02T11:41:19.360"/>
    <p1510:client id="{BBB4353D-6DAA-4BF6-A85A-3E1DFCB48A86}" v="13" dt="2026-02-02T12:42:26.008"/>
    <p1510:client id="{E402EBF1-BC58-2E6D-0E61-582FDDDDAED1}" v="86" dt="2026-02-02T09:26:06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64044" autoAdjust="0"/>
  </p:normalViewPr>
  <p:slideViewPr>
    <p:cSldViewPr snapToGrid="0">
      <p:cViewPr varScale="1">
        <p:scale>
          <a:sx n="71" d="100"/>
          <a:sy n="71" d="100"/>
        </p:scale>
        <p:origin x="2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ási Zsófia Anna" userId="S::tamasi.zsofia@logiscool.com::f9f51e63-7ae8-4955-91b0-4679d6de8244" providerId="AD" clId="Web-{A6F81E2C-3A59-FBEF-FD45-96297086066D}"/>
    <pc:docChg chg="modSld">
      <pc:chgData name="Tamási Zsófia Anna" userId="S::tamasi.zsofia@logiscool.com::f9f51e63-7ae8-4955-91b0-4679d6de8244" providerId="AD" clId="Web-{A6F81E2C-3A59-FBEF-FD45-96297086066D}" dt="2026-02-02T11:41:19.360" v="17"/>
      <pc:docMkLst>
        <pc:docMk/>
      </pc:docMkLst>
      <pc:sldChg chg="modSp">
        <pc:chgData name="Tamási Zsófia Anna" userId="S::tamasi.zsofia@logiscool.com::f9f51e63-7ae8-4955-91b0-4679d6de8244" providerId="AD" clId="Web-{A6F81E2C-3A59-FBEF-FD45-96297086066D}" dt="2026-02-02T11:37:27.696" v="0" actId="20577"/>
        <pc:sldMkLst>
          <pc:docMk/>
          <pc:sldMk cId="3768571782" sldId="283"/>
        </pc:sldMkLst>
        <pc:spChg chg="mod">
          <ac:chgData name="Tamási Zsófia Anna" userId="S::tamasi.zsofia@logiscool.com::f9f51e63-7ae8-4955-91b0-4679d6de8244" providerId="AD" clId="Web-{A6F81E2C-3A59-FBEF-FD45-96297086066D}" dt="2026-02-02T11:37:27.696" v="0" actId="20577"/>
          <ac:spMkLst>
            <pc:docMk/>
            <pc:sldMk cId="3768571782" sldId="283"/>
            <ac:spMk id="27" creationId="{DF8E3FF3-FBEA-254D-9D58-2A9DCB3269CF}"/>
          </ac:spMkLst>
        </pc:spChg>
      </pc:sldChg>
      <pc:sldChg chg="addSp modTransition addAnim delAnim modAnim">
        <pc:chgData name="Tamási Zsófia Anna" userId="S::tamasi.zsofia@logiscool.com::f9f51e63-7ae8-4955-91b0-4679d6de8244" providerId="AD" clId="Web-{A6F81E2C-3A59-FBEF-FD45-96297086066D}" dt="2026-02-02T11:41:19.360" v="17"/>
        <pc:sldMkLst>
          <pc:docMk/>
          <pc:sldMk cId="3820464475" sldId="300"/>
        </pc:sldMkLst>
        <pc:grpChg chg="add">
          <ac:chgData name="Tamási Zsófia Anna" userId="S::tamasi.zsofia@logiscool.com::f9f51e63-7ae8-4955-91b0-4679d6de8244" providerId="AD" clId="Web-{A6F81E2C-3A59-FBEF-FD45-96297086066D}" dt="2026-02-02T11:37:38.963" v="1"/>
          <ac:grpSpMkLst>
            <pc:docMk/>
            <pc:sldMk cId="3820464475" sldId="300"/>
            <ac:grpSpMk id="3" creationId="{210EF5C1-A14E-C98A-D432-156E2DC9E794}"/>
          </ac:grpSpMkLst>
        </pc:grpChg>
        <pc:grpChg chg="add">
          <ac:chgData name="Tamási Zsófia Anna" userId="S::tamasi.zsofia@logiscool.com::f9f51e63-7ae8-4955-91b0-4679d6de8244" providerId="AD" clId="Web-{A6F81E2C-3A59-FBEF-FD45-96297086066D}" dt="2026-02-02T11:37:44.901" v="2"/>
          <ac:grpSpMkLst>
            <pc:docMk/>
            <pc:sldMk cId="3820464475" sldId="300"/>
            <ac:grpSpMk id="4" creationId="{19E4D585-FD8A-E77A-9EBF-6227D8CD90E6}"/>
          </ac:grpSpMkLst>
        </pc:grpChg>
        <pc:grpChg chg="add">
          <ac:chgData name="Tamási Zsófia Anna" userId="S::tamasi.zsofia@logiscool.com::f9f51e63-7ae8-4955-91b0-4679d6de8244" providerId="AD" clId="Web-{A6F81E2C-3A59-FBEF-FD45-96297086066D}" dt="2026-02-02T11:37:50.214" v="3"/>
          <ac:grpSpMkLst>
            <pc:docMk/>
            <pc:sldMk cId="3820464475" sldId="300"/>
            <ac:grpSpMk id="5" creationId="{F10F3551-F352-EB94-AD5A-80A96D14EBA6}"/>
          </ac:grpSpMkLst>
        </pc:grpChg>
        <pc:grpChg chg="add">
          <ac:chgData name="Tamási Zsófia Anna" userId="S::tamasi.zsofia@logiscool.com::f9f51e63-7ae8-4955-91b0-4679d6de8244" providerId="AD" clId="Web-{A6F81E2C-3A59-FBEF-FD45-96297086066D}" dt="2026-02-02T11:37:59.371" v="4"/>
          <ac:grpSpMkLst>
            <pc:docMk/>
            <pc:sldMk cId="3820464475" sldId="300"/>
            <ac:grpSpMk id="6" creationId="{AF442B14-93AE-2698-4BE5-432B446B6743}"/>
          </ac:grpSpMkLst>
        </pc:grpChg>
      </pc:sldChg>
    </pc:docChg>
  </pc:docChgLst>
  <pc:docChgLst>
    <pc:chgData name="Tamási Zsófia Anna" userId="S::tamasi.zsofia@logiscool.com::f9f51e63-7ae8-4955-91b0-4679d6de8244" providerId="AD" clId="Web-{1EF99FF5-8F1A-21ED-852E-F812DFFD8136}"/>
    <pc:docChg chg="addSld delSld modSld">
      <pc:chgData name="Tamási Zsófia Anna" userId="S::tamasi.zsofia@logiscool.com::f9f51e63-7ae8-4955-91b0-4679d6de8244" providerId="AD" clId="Web-{1EF99FF5-8F1A-21ED-852E-F812DFFD8136}" dt="2026-02-02T09:14:17.015" v="17"/>
      <pc:docMkLst>
        <pc:docMk/>
      </pc:docMkLst>
      <pc:sldChg chg="del">
        <pc:chgData name="Tamási Zsófia Anna" userId="S::tamasi.zsofia@logiscool.com::f9f51e63-7ae8-4955-91b0-4679d6de8244" providerId="AD" clId="Web-{1EF99FF5-8F1A-21ED-852E-F812DFFD8136}" dt="2026-02-02T09:12:47.529" v="1"/>
        <pc:sldMkLst>
          <pc:docMk/>
          <pc:sldMk cId="4266748471" sldId="256"/>
        </pc:sldMkLst>
      </pc:sldChg>
      <pc:sldChg chg="modSp add modNotes">
        <pc:chgData name="Tamási Zsófia Anna" userId="S::tamasi.zsofia@logiscool.com::f9f51e63-7ae8-4955-91b0-4679d6de8244" providerId="AD" clId="Web-{1EF99FF5-8F1A-21ED-852E-F812DFFD8136}" dt="2026-02-02T09:14:17.015" v="17"/>
        <pc:sldMkLst>
          <pc:docMk/>
          <pc:sldMk cId="776299683" sldId="282"/>
        </pc:sldMkLst>
        <pc:spChg chg="mod">
          <ac:chgData name="Tamási Zsófia Anna" userId="S::tamasi.zsofia@logiscool.com::f9f51e63-7ae8-4955-91b0-4679d6de8244" providerId="AD" clId="Web-{1EF99FF5-8F1A-21ED-852E-F812DFFD8136}" dt="2026-02-02T09:13:37.342" v="15" actId="1076"/>
          <ac:spMkLst>
            <pc:docMk/>
            <pc:sldMk cId="776299683" sldId="282"/>
            <ac:spMk id="2" creationId="{A7533991-B854-12E9-29F5-4204F5649868}"/>
          </ac:spMkLst>
        </pc:spChg>
        <pc:spChg chg="mod">
          <ac:chgData name="Tamási Zsófia Anna" userId="S::tamasi.zsofia@logiscool.com::f9f51e63-7ae8-4955-91b0-4679d6de8244" providerId="AD" clId="Web-{1EF99FF5-8F1A-21ED-852E-F812DFFD8136}" dt="2026-02-02T09:13:33.748" v="14" actId="1076"/>
          <ac:spMkLst>
            <pc:docMk/>
            <pc:sldMk cId="776299683" sldId="282"/>
            <ac:spMk id="3" creationId="{79B7E346-B7AD-C70A-69D8-5F035550ABF5}"/>
          </ac:spMkLst>
        </pc:spChg>
      </pc:sldChg>
    </pc:docChg>
  </pc:docChgLst>
  <pc:docChgLst>
    <pc:chgData name="Tamási Zsófia Anna" userId="S::tamasi.zsofia@logiscool.com::f9f51e63-7ae8-4955-91b0-4679d6de8244" providerId="AD" clId="Web-{E402EBF1-BC58-2E6D-0E61-582FDDDDAED1}"/>
    <pc:docChg chg="addSld modSld">
      <pc:chgData name="Tamási Zsófia Anna" userId="S::tamasi.zsofia@logiscool.com::f9f51e63-7ae8-4955-91b0-4679d6de8244" providerId="AD" clId="Web-{E402EBF1-BC58-2E6D-0E61-582FDDDDAED1}" dt="2026-02-02T09:31:35.923" v="75"/>
      <pc:docMkLst>
        <pc:docMk/>
      </pc:docMkLst>
      <pc:sldChg chg="addSp delSp modSp add modNotes">
        <pc:chgData name="Tamási Zsófia Anna" userId="S::tamasi.zsofia@logiscool.com::f9f51e63-7ae8-4955-91b0-4679d6de8244" providerId="AD" clId="Web-{E402EBF1-BC58-2E6D-0E61-582FDDDDAED1}" dt="2026-02-02T09:31:35.923" v="75"/>
        <pc:sldMkLst>
          <pc:docMk/>
          <pc:sldMk cId="2327863820" sldId="284"/>
        </pc:sldMkLst>
        <pc:spChg chg="mod">
          <ac:chgData name="Tamási Zsófia Anna" userId="S::tamasi.zsofia@logiscool.com::f9f51e63-7ae8-4955-91b0-4679d6de8244" providerId="AD" clId="Web-{E402EBF1-BC58-2E6D-0E61-582FDDDDAED1}" dt="2026-02-02T09:19:49.613" v="46" actId="1076"/>
          <ac:spMkLst>
            <pc:docMk/>
            <pc:sldMk cId="2327863820" sldId="284"/>
            <ac:spMk id="2" creationId="{1794E514-87DB-7E13-1C73-34E39082BE77}"/>
          </ac:spMkLst>
        </pc:spChg>
        <pc:spChg chg="mod">
          <ac:chgData name="Tamási Zsófia Anna" userId="S::tamasi.zsofia@logiscool.com::f9f51e63-7ae8-4955-91b0-4679d6de8244" providerId="AD" clId="Web-{E402EBF1-BC58-2E6D-0E61-582FDDDDAED1}" dt="2026-02-02T09:20:00.036" v="49" actId="1076"/>
          <ac:spMkLst>
            <pc:docMk/>
            <pc:sldMk cId="2327863820" sldId="284"/>
            <ac:spMk id="4" creationId="{BED55AEB-E919-5360-1135-0BA535E079C9}"/>
          </ac:spMkLst>
        </pc:spChg>
        <pc:spChg chg="mod">
          <ac:chgData name="Tamási Zsófia Anna" userId="S::tamasi.zsofia@logiscool.com::f9f51e63-7ae8-4955-91b0-4679d6de8244" providerId="AD" clId="Web-{E402EBF1-BC58-2E6D-0E61-582FDDDDAED1}" dt="2026-02-02T09:19:57.020" v="48" actId="1076"/>
          <ac:spMkLst>
            <pc:docMk/>
            <pc:sldMk cId="2327863820" sldId="284"/>
            <ac:spMk id="5" creationId="{9774EFD5-5492-473F-8545-29B1EBB3AC56}"/>
          </ac:spMkLst>
        </pc:spChg>
        <pc:spChg chg="del">
          <ac:chgData name="Tamási Zsófia Anna" userId="S::tamasi.zsofia@logiscool.com::f9f51e63-7ae8-4955-91b0-4679d6de8244" providerId="AD" clId="Web-{E402EBF1-BC58-2E6D-0E61-582FDDDDAED1}" dt="2026-02-02T09:18:11.359" v="16"/>
          <ac:spMkLst>
            <pc:docMk/>
            <pc:sldMk cId="2327863820" sldId="284"/>
            <ac:spMk id="10" creationId="{6D3A75DE-EC6F-5701-7605-4F2DED7005A0}"/>
          </ac:spMkLst>
        </pc:spChg>
        <pc:spChg chg="del mod">
          <ac:chgData name="Tamási Zsófia Anna" userId="S::tamasi.zsofia@logiscool.com::f9f51e63-7ae8-4955-91b0-4679d6de8244" providerId="AD" clId="Web-{E402EBF1-BC58-2E6D-0E61-582FDDDDAED1}" dt="2026-02-02T09:18:19.797" v="19"/>
          <ac:spMkLst>
            <pc:docMk/>
            <pc:sldMk cId="2327863820" sldId="284"/>
            <ac:spMk id="11" creationId="{9E130341-0EB0-A0E1-4D43-1653CA20B456}"/>
          </ac:spMkLst>
        </pc:spChg>
        <pc:spChg chg="mod">
          <ac:chgData name="Tamási Zsófia Anna" userId="S::tamasi.zsofia@logiscool.com::f9f51e63-7ae8-4955-91b0-4679d6de8244" providerId="AD" clId="Web-{E402EBF1-BC58-2E6D-0E61-582FDDDDAED1}" dt="2026-02-02T09:19:52.942" v="47" actId="1076"/>
          <ac:spMkLst>
            <pc:docMk/>
            <pc:sldMk cId="2327863820" sldId="284"/>
            <ac:spMk id="31" creationId="{E1F71323-2AD4-2ECB-C7E4-864B5AB34D88}"/>
          </ac:spMkLst>
        </pc:spChg>
        <pc:picChg chg="add del mod modCrop">
          <ac:chgData name="Tamási Zsófia Anna" userId="S::tamasi.zsofia@logiscool.com::f9f51e63-7ae8-4955-91b0-4679d6de8244" providerId="AD" clId="Web-{E402EBF1-BC58-2E6D-0E61-582FDDDDAED1}" dt="2026-02-02T09:25:06.090" v="57"/>
          <ac:picMkLst>
            <pc:docMk/>
            <pc:sldMk cId="2327863820" sldId="284"/>
            <ac:picMk id="3" creationId="{43F67FE5-3D6F-EBD9-1827-18E035DFCDAB}"/>
          </ac:picMkLst>
        </pc:picChg>
        <pc:picChg chg="add mod modCrop">
          <ac:chgData name="Tamási Zsófia Anna" userId="S::tamasi.zsofia@logiscool.com::f9f51e63-7ae8-4955-91b0-4679d6de8244" providerId="AD" clId="Web-{E402EBF1-BC58-2E6D-0E61-582FDDDDAED1}" dt="2026-02-02T09:26:06.232" v="71" actId="14100"/>
          <ac:picMkLst>
            <pc:docMk/>
            <pc:sldMk cId="2327863820" sldId="284"/>
            <ac:picMk id="6" creationId="{FA918E33-5FE3-06CD-720A-43F97DD250B0}"/>
          </ac:picMkLst>
        </pc:picChg>
        <pc:picChg chg="del">
          <ac:chgData name="Tamási Zsófia Anna" userId="S::tamasi.zsofia@logiscool.com::f9f51e63-7ae8-4955-91b0-4679d6de8244" providerId="AD" clId="Web-{E402EBF1-BC58-2E6D-0E61-582FDDDDAED1}" dt="2026-02-02T09:16:05.633" v="1"/>
          <ac:picMkLst>
            <pc:docMk/>
            <pc:sldMk cId="2327863820" sldId="284"/>
            <ac:picMk id="14" creationId="{07CD23AE-EBF0-AF2C-3F4C-97EEE20D19F6}"/>
          </ac:picMkLst>
        </pc:picChg>
      </pc:sldChg>
    </pc:docChg>
  </pc:docChgLst>
  <pc:docChgLst>
    <pc:chgData clId="Web-{59BEA550-30D4-F746-EAA3-B5D596BEB150}"/>
    <pc:docChg chg="addSld">
      <pc:chgData name="" userId="" providerId="" clId="Web-{59BEA550-30D4-F746-EAA3-B5D596BEB150}" dt="2026-02-02T09:32:08.864" v="0"/>
      <pc:docMkLst>
        <pc:docMk/>
      </pc:docMkLst>
      <pc:sldChg chg="add">
        <pc:chgData name="" userId="" providerId="" clId="Web-{59BEA550-30D4-F746-EAA3-B5D596BEB150}" dt="2026-02-02T09:32:08.864" v="0"/>
        <pc:sldMkLst>
          <pc:docMk/>
          <pc:sldMk cId="3845765397" sldId="294"/>
        </pc:sldMkLst>
      </pc:sldChg>
    </pc:docChg>
  </pc:docChgLst>
  <pc:docChgLst>
    <pc:chgData name="Tamási Zsófia Anna" userId="S::tamasi.zsofia@logiscool.com::f9f51e63-7ae8-4955-91b0-4679d6de8244" providerId="AD" clId="Web-{59BEA550-30D4-F746-EAA3-B5D596BEB150}"/>
    <pc:docChg chg="addSld delSld modSld">
      <pc:chgData name="Tamási Zsófia Anna" userId="S::tamasi.zsofia@logiscool.com::f9f51e63-7ae8-4955-91b0-4679d6de8244" providerId="AD" clId="Web-{59BEA550-30D4-F746-EAA3-B5D596BEB150}" dt="2026-02-02T11:34:23.709" v="798" actId="14100"/>
      <pc:docMkLst>
        <pc:docMk/>
      </pc:docMkLst>
      <pc:sldChg chg="addSp delSp modSp add modNotes">
        <pc:chgData name="Tamási Zsófia Anna" userId="S::tamasi.zsofia@logiscool.com::f9f51e63-7ae8-4955-91b0-4679d6de8244" providerId="AD" clId="Web-{59BEA550-30D4-F746-EAA3-B5D596BEB150}" dt="2026-02-02T11:27:35.702" v="713"/>
        <pc:sldMkLst>
          <pc:docMk/>
          <pc:sldMk cId="64791835" sldId="267"/>
        </pc:sldMkLst>
        <pc:spChg chg="mod">
          <ac:chgData name="Tamási Zsófia Anna" userId="S::tamasi.zsofia@logiscool.com::f9f51e63-7ae8-4955-91b0-4679d6de8244" providerId="AD" clId="Web-{59BEA550-30D4-F746-EAA3-B5D596BEB150}" dt="2026-02-02T10:35:12.350" v="296" actId="1076"/>
          <ac:spMkLst>
            <pc:docMk/>
            <pc:sldMk cId="64791835" sldId="267"/>
            <ac:spMk id="2" creationId="{779FB6B1-1A74-24E6-0FE0-8B469077D6BA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0:36:17.930" v="310" actId="20577"/>
          <ac:spMkLst>
            <pc:docMk/>
            <pc:sldMk cId="64791835" sldId="267"/>
            <ac:spMk id="3" creationId="{B0BC7FFF-9DF5-857F-882A-6F9D71C31657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27:05.983" v="710"/>
          <ac:spMkLst>
            <pc:docMk/>
            <pc:sldMk cId="64791835" sldId="267"/>
            <ac:spMk id="8" creationId="{43EECF2F-1793-4BFE-05F5-613DF0EA90DE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0:39:46.730" v="352" actId="1076"/>
          <ac:spMkLst>
            <pc:docMk/>
            <pc:sldMk cId="64791835" sldId="267"/>
            <ac:spMk id="10" creationId="{335AEF08-4D64-D2F8-D7C1-E057C7E7DFFC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0:35:54.351" v="303" actId="14100"/>
          <ac:spMkLst>
            <pc:docMk/>
            <pc:sldMk cId="64791835" sldId="267"/>
            <ac:spMk id="17" creationId="{E178DA3E-DD8E-190B-9359-5C743C859BA9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0:37:16.681" v="328" actId="1076"/>
          <ac:spMkLst>
            <pc:docMk/>
            <pc:sldMk cId="64791835" sldId="267"/>
            <ac:spMk id="18" creationId="{36878B23-3967-3ACB-CDE4-92A4FE528A1E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27:35.702" v="713"/>
          <ac:spMkLst>
            <pc:docMk/>
            <pc:sldMk cId="64791835" sldId="267"/>
            <ac:spMk id="33" creationId="{C201D6D3-A877-55D5-317C-66E3D004ABFD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34:53.288" v="292"/>
          <ac:spMkLst>
            <pc:docMk/>
            <pc:sldMk cId="64791835" sldId="267"/>
            <ac:spMk id="36" creationId="{1C65F19E-579A-E278-4339-E4CBF5637F4C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34:54.991" v="293"/>
          <ac:spMkLst>
            <pc:docMk/>
            <pc:sldMk cId="64791835" sldId="267"/>
            <ac:spMk id="37" creationId="{6A56D826-8035-B69A-B1D0-1BB1684EB681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0:35:05.850" v="295" actId="14100"/>
          <ac:spMkLst>
            <pc:docMk/>
            <pc:sldMk cId="64791835" sldId="267"/>
            <ac:spMk id="46" creationId="{EA08FEB0-FDB1-E08E-27E0-96194D1CE0ED}"/>
          </ac:spMkLst>
        </pc:spChg>
        <pc:picChg chg="add mod">
          <ac:chgData name="Tamási Zsófia Anna" userId="S::tamasi.zsofia@logiscool.com::f9f51e63-7ae8-4955-91b0-4679d6de8244" providerId="AD" clId="Web-{59BEA550-30D4-F746-EAA3-B5D596BEB150}" dt="2026-02-02T10:41:05.231" v="358" actId="1076"/>
          <ac:picMkLst>
            <pc:docMk/>
            <pc:sldMk cId="64791835" sldId="267"/>
            <ac:picMk id="4" creationId="{7EFF14E3-5AE2-F529-542C-2E836F70F727}"/>
          </ac:picMkLst>
        </pc:picChg>
        <pc:picChg chg="add mod">
          <ac:chgData name="Tamási Zsófia Anna" userId="S::tamasi.zsofia@logiscool.com::f9f51e63-7ae8-4955-91b0-4679d6de8244" providerId="AD" clId="Web-{59BEA550-30D4-F746-EAA3-B5D596BEB150}" dt="2026-02-02T10:42:10.951" v="369" actId="1076"/>
          <ac:picMkLst>
            <pc:docMk/>
            <pc:sldMk cId="64791835" sldId="267"/>
            <ac:picMk id="5" creationId="{DCA1BAE2-57A7-35A1-77CE-91B49AC28581}"/>
          </ac:picMkLst>
        </pc:picChg>
        <pc:picChg chg="add mod">
          <ac:chgData name="Tamási Zsófia Anna" userId="S::tamasi.zsofia@logiscool.com::f9f51e63-7ae8-4955-91b0-4679d6de8244" providerId="AD" clId="Web-{59BEA550-30D4-F746-EAA3-B5D596BEB150}" dt="2026-02-02T10:42:46.170" v="374" actId="1076"/>
          <ac:picMkLst>
            <pc:docMk/>
            <pc:sldMk cId="64791835" sldId="267"/>
            <ac:picMk id="6" creationId="{C8CE368B-38AE-F486-A1A6-748835CE0C19}"/>
          </ac:picMkLst>
        </pc:picChg>
        <pc:picChg chg="add mod">
          <ac:chgData name="Tamási Zsófia Anna" userId="S::tamasi.zsofia@logiscool.com::f9f51e63-7ae8-4955-91b0-4679d6de8244" providerId="AD" clId="Web-{59BEA550-30D4-F746-EAA3-B5D596BEB150}" dt="2026-02-02T10:43:52.472" v="380" actId="1076"/>
          <ac:picMkLst>
            <pc:docMk/>
            <pc:sldMk cId="64791835" sldId="267"/>
            <ac:picMk id="7" creationId="{E393F946-E6F8-496F-E53E-23679280F560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0:43:45.284" v="376"/>
          <ac:picMkLst>
            <pc:docMk/>
            <pc:sldMk cId="64791835" sldId="267"/>
            <ac:picMk id="34" creationId="{A2C4593B-A5DF-694A-7D68-13AE02348CFF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0:40:54.137" v="354"/>
          <ac:picMkLst>
            <pc:docMk/>
            <pc:sldMk cId="64791835" sldId="267"/>
            <ac:picMk id="35" creationId="{BA45E4FB-FFF4-CE87-10F5-BC4444A2E422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0:41:37.122" v="360"/>
          <ac:picMkLst>
            <pc:docMk/>
            <pc:sldMk cId="64791835" sldId="267"/>
            <ac:picMk id="43" creationId="{BA5E1D38-75C5-29B7-1560-8BBB99FD4BB2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0:42:07.154" v="368"/>
          <ac:picMkLst>
            <pc:docMk/>
            <pc:sldMk cId="64791835" sldId="267"/>
            <ac:picMk id="44" creationId="{FEF4961D-06B7-33A0-A316-FC863EEB2FCB}"/>
          </ac:picMkLst>
        </pc:picChg>
      </pc:sldChg>
      <pc:sldChg chg="delSp modSp add delAnim modNotes">
        <pc:chgData name="Tamási Zsófia Anna" userId="S::tamasi.zsofia@logiscool.com::f9f51e63-7ae8-4955-91b0-4679d6de8244" providerId="AD" clId="Web-{59BEA550-30D4-F746-EAA3-B5D596BEB150}" dt="2026-02-02T11:20:02.263" v="707" actId="1076"/>
        <pc:sldMkLst>
          <pc:docMk/>
          <pc:sldMk cId="3768571782" sldId="283"/>
        </pc:sldMkLst>
        <pc:spChg chg="mod">
          <ac:chgData name="Tamási Zsófia Anna" userId="S::tamasi.zsofia@logiscool.com::f9f51e63-7ae8-4955-91b0-4679d6de8244" providerId="AD" clId="Web-{59BEA550-30D4-F746-EAA3-B5D596BEB150}" dt="2026-02-02T11:14:38.652" v="590" actId="20577"/>
          <ac:spMkLst>
            <pc:docMk/>
            <pc:sldMk cId="3768571782" sldId="283"/>
            <ac:spMk id="2" creationId="{59D9634F-BF95-AFDD-A6CC-89E34EB15BDB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6:35.325" v="670" actId="14100"/>
          <ac:spMkLst>
            <pc:docMk/>
            <pc:sldMk cId="3768571782" sldId="283"/>
            <ac:spMk id="5" creationId="{A766B07B-6C3B-8E12-3C45-10829512E9B1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7:10.935" v="680" actId="14100"/>
          <ac:spMkLst>
            <pc:docMk/>
            <pc:sldMk cId="3768571782" sldId="283"/>
            <ac:spMk id="14" creationId="{FF731B6E-5C46-2024-C995-0FF6AC3EDD58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1:15:21.387" v="595"/>
          <ac:spMkLst>
            <pc:docMk/>
            <pc:sldMk cId="3768571782" sldId="283"/>
            <ac:spMk id="17" creationId="{7ED12176-3D7A-27E4-FE8F-5834E84B36CD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9:08.728" v="697" actId="14100"/>
          <ac:spMkLst>
            <pc:docMk/>
            <pc:sldMk cId="3768571782" sldId="283"/>
            <ac:spMk id="20" creationId="{70AF0F40-2A65-E5A3-2B6E-E641146D13B1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5:37.262" v="608" actId="20577"/>
          <ac:spMkLst>
            <pc:docMk/>
            <pc:sldMk cId="3768571782" sldId="283"/>
            <ac:spMk id="25" creationId="{8D662475-9AFA-2E38-4B78-DBE350EECECC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9:47.168" v="704" actId="1076"/>
          <ac:spMkLst>
            <pc:docMk/>
            <pc:sldMk cId="3768571782" sldId="283"/>
            <ac:spMk id="26" creationId="{A496D3CB-1D61-4430-F295-B333FBB66D4D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9:18.135" v="698" actId="1076"/>
          <ac:spMkLst>
            <pc:docMk/>
            <pc:sldMk cId="3768571782" sldId="283"/>
            <ac:spMk id="27" creationId="{DF8E3FF3-FBEA-254D-9D58-2A9DCB3269CF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1:14:46.246" v="592"/>
          <ac:spMkLst>
            <pc:docMk/>
            <pc:sldMk cId="3768571782" sldId="283"/>
            <ac:spMk id="28" creationId="{D4F67792-45AF-1A6D-C4F1-A0AA733616FF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4:43.058" v="591" actId="14100"/>
          <ac:spMkLst>
            <pc:docMk/>
            <pc:sldMk cId="3768571782" sldId="283"/>
            <ac:spMk id="30" creationId="{1B14EE1B-F725-BEBC-D58A-5BBC542EB7C4}"/>
          </ac:spMkLst>
        </pc:spChg>
        <pc:spChg chg="del mod">
          <ac:chgData name="Tamási Zsófia Anna" userId="S::tamasi.zsofia@logiscool.com::f9f51e63-7ae8-4955-91b0-4679d6de8244" providerId="AD" clId="Web-{59BEA550-30D4-F746-EAA3-B5D596BEB150}" dt="2026-02-02T11:16:47.872" v="675"/>
          <ac:spMkLst>
            <pc:docMk/>
            <pc:sldMk cId="3768571782" sldId="283"/>
            <ac:spMk id="36" creationId="{00E3D1C2-AF4C-27ED-126B-9361DBFB9119}"/>
          </ac:spMkLst>
        </pc:spChg>
        <pc:grpChg chg="mod">
          <ac:chgData name="Tamási Zsófia Anna" userId="S::tamasi.zsofia@logiscool.com::f9f51e63-7ae8-4955-91b0-4679d6de8244" providerId="AD" clId="Web-{59BEA550-30D4-F746-EAA3-B5D596BEB150}" dt="2026-02-02T11:20:02.263" v="707" actId="1076"/>
          <ac:grpSpMkLst>
            <pc:docMk/>
            <pc:sldMk cId="3768571782" sldId="283"/>
            <ac:grpSpMk id="3" creationId="{52B8C6EC-A0FF-8682-F653-A5FA8E1B929D}"/>
          </ac:grpSpMkLst>
        </pc:grpChg>
        <pc:grpChg chg="mod">
          <ac:chgData name="Tamási Zsófia Anna" userId="S::tamasi.zsofia@logiscool.com::f9f51e63-7ae8-4955-91b0-4679d6de8244" providerId="AD" clId="Web-{59BEA550-30D4-F746-EAA3-B5D596BEB150}" dt="2026-02-02T11:19:54.841" v="705" actId="1076"/>
          <ac:grpSpMkLst>
            <pc:docMk/>
            <pc:sldMk cId="3768571782" sldId="283"/>
            <ac:grpSpMk id="31" creationId="{208DC251-8DBE-7E75-1B2F-47450C16FE1D}"/>
          </ac:grpSpMkLst>
        </pc:grpChg>
        <pc:grpChg chg="mod">
          <ac:chgData name="Tamási Zsófia Anna" userId="S::tamasi.zsofia@logiscool.com::f9f51e63-7ae8-4955-91b0-4679d6de8244" providerId="AD" clId="Web-{59BEA550-30D4-F746-EAA3-B5D596BEB150}" dt="2026-02-02T11:19:30.230" v="700" actId="14100"/>
          <ac:grpSpMkLst>
            <pc:docMk/>
            <pc:sldMk cId="3768571782" sldId="283"/>
            <ac:grpSpMk id="33" creationId="{6BCB7973-7558-75E6-A450-C009CA42E3D6}"/>
          </ac:grpSpMkLst>
        </pc:grpChg>
        <pc:grpChg chg="mod">
          <ac:chgData name="Tamási Zsófia Anna" userId="S::tamasi.zsofia@logiscool.com::f9f51e63-7ae8-4955-91b0-4679d6de8244" providerId="AD" clId="Web-{59BEA550-30D4-F746-EAA3-B5D596BEB150}" dt="2026-02-02T11:19:03.587" v="696" actId="1076"/>
          <ac:grpSpMkLst>
            <pc:docMk/>
            <pc:sldMk cId="3768571782" sldId="283"/>
            <ac:grpSpMk id="35" creationId="{2B50B936-EBD6-A382-11A1-3E5201E4D4FE}"/>
          </ac:grpSpMkLst>
        </pc:grpChg>
      </pc:sldChg>
      <pc:sldChg chg="addSp delSp modSp add modNotes">
        <pc:chgData name="Tamási Zsófia Anna" userId="S::tamasi.zsofia@logiscool.com::f9f51e63-7ae8-4955-91b0-4679d6de8244" providerId="AD" clId="Web-{59BEA550-30D4-F746-EAA3-B5D596BEB150}" dt="2026-02-02T11:13:38.729" v="581" actId="1076"/>
        <pc:sldMkLst>
          <pc:docMk/>
          <pc:sldMk cId="4034829606" sldId="293"/>
        </pc:sldMkLst>
        <pc:spChg chg="mod">
          <ac:chgData name="Tamási Zsófia Anna" userId="S::tamasi.zsofia@logiscool.com::f9f51e63-7ae8-4955-91b0-4679d6de8244" providerId="AD" clId="Web-{59BEA550-30D4-F746-EAA3-B5D596BEB150}" dt="2026-02-02T11:10:42.507" v="538" actId="1076"/>
          <ac:spMkLst>
            <pc:docMk/>
            <pc:sldMk cId="4034829606" sldId="293"/>
            <ac:spMk id="2" creationId="{384FB7EC-A0B0-4644-AC12-3E049C89F74B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1:09:47.881" v="523"/>
          <ac:spMkLst>
            <pc:docMk/>
            <pc:sldMk cId="4034829606" sldId="293"/>
            <ac:spMk id="5" creationId="{BC2D5FEE-9ABC-6E23-E885-1C2F6E9B3765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11:26.258" v="550" actId="20577"/>
          <ac:spMkLst>
            <pc:docMk/>
            <pc:sldMk cId="4034829606" sldId="293"/>
            <ac:spMk id="6" creationId="{B09A778F-0612-A6ED-11C0-2CB37F947AA7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11:53.649" v="559" actId="20577"/>
          <ac:spMkLst>
            <pc:docMk/>
            <pc:sldMk cId="4034829606" sldId="293"/>
            <ac:spMk id="7" creationId="{956F2B38-11E1-8DEF-5052-DA97C83294C9}"/>
          </ac:spMkLst>
        </pc:spChg>
        <pc:spChg chg="del mod">
          <ac:chgData name="Tamási Zsófia Anna" userId="S::tamasi.zsofia@logiscool.com::f9f51e63-7ae8-4955-91b0-4679d6de8244" providerId="AD" clId="Web-{59BEA550-30D4-F746-EAA3-B5D596BEB150}" dt="2026-02-02T11:10:06.444" v="529"/>
          <ac:spMkLst>
            <pc:docMk/>
            <pc:sldMk cId="4034829606" sldId="293"/>
            <ac:spMk id="9" creationId="{7E449AF2-6AEA-FA7C-1F14-2CCA4CF69CC3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13:24.635" v="579" actId="20577"/>
          <ac:spMkLst>
            <pc:docMk/>
            <pc:sldMk cId="4034829606" sldId="293"/>
            <ac:spMk id="14" creationId="{E650C64F-C42F-B34C-465E-F30FEC7914B2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1:10:02.288" v="524"/>
          <ac:spMkLst>
            <pc:docMk/>
            <pc:sldMk cId="4034829606" sldId="293"/>
            <ac:spMk id="15" creationId="{B09A778F-0612-A6ED-11C0-2CB37F947AA7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10:44.851" v="539" actId="1076"/>
          <ac:spMkLst>
            <pc:docMk/>
            <pc:sldMk cId="4034829606" sldId="293"/>
            <ac:spMk id="30" creationId="{C4112C6F-EFB2-8A32-C322-AA1346180F8F}"/>
          </ac:spMkLst>
        </pc:spChg>
        <pc:grpChg chg="mod">
          <ac:chgData name="Tamási Zsófia Anna" userId="S::tamasi.zsofia@logiscool.com::f9f51e63-7ae8-4955-91b0-4679d6de8244" providerId="AD" clId="Web-{59BEA550-30D4-F746-EAA3-B5D596BEB150}" dt="2026-02-02T11:10:59.586" v="541" actId="1076"/>
          <ac:grpSpMkLst>
            <pc:docMk/>
            <pc:sldMk cId="4034829606" sldId="293"/>
            <ac:grpSpMk id="3" creationId="{1911D6FD-C997-12F5-2193-8D97FCD48951}"/>
          </ac:grpSpMkLst>
        </pc:grpChg>
        <pc:grpChg chg="add mod">
          <ac:chgData name="Tamási Zsófia Anna" userId="S::tamasi.zsofia@logiscool.com::f9f51e63-7ae8-4955-91b0-4679d6de8244" providerId="AD" clId="Web-{59BEA550-30D4-F746-EAA3-B5D596BEB150}" dt="2026-02-02T11:13:38.729" v="581" actId="1076"/>
          <ac:grpSpMkLst>
            <pc:docMk/>
            <pc:sldMk cId="4034829606" sldId="293"/>
            <ac:grpSpMk id="16" creationId="{8981EDCE-12B8-A298-B66A-351EE002E9D8}"/>
          </ac:grpSpMkLst>
        </pc:grpChg>
        <pc:picChg chg="del">
          <ac:chgData name="Tamási Zsófia Anna" userId="S::tamasi.zsofia@logiscool.com::f9f51e63-7ae8-4955-91b0-4679d6de8244" providerId="AD" clId="Web-{59BEA550-30D4-F746-EAA3-B5D596BEB150}" dt="2026-02-02T11:09:47.397" v="522"/>
          <ac:picMkLst>
            <pc:docMk/>
            <pc:sldMk cId="4034829606" sldId="293"/>
            <ac:picMk id="8" creationId="{266F65DA-A740-F53F-4884-FD88CECF0084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1:09:42.975" v="521"/>
          <ac:picMkLst>
            <pc:docMk/>
            <pc:sldMk cId="4034829606" sldId="293"/>
            <ac:picMk id="10" creationId="{2D20DB40-4BE2-7A26-ABE5-F90CECC5B0EB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1:09:40.584" v="520"/>
          <ac:picMkLst>
            <pc:docMk/>
            <pc:sldMk cId="4034829606" sldId="293"/>
            <ac:picMk id="12" creationId="{BCBC1171-9B45-E172-D372-6BC720C48010}"/>
          </ac:picMkLst>
        </pc:picChg>
      </pc:sldChg>
      <pc:sldChg chg="delSp modSp modNotes">
        <pc:chgData name="Tamási Zsófia Anna" userId="S::tamasi.zsofia@logiscool.com::f9f51e63-7ae8-4955-91b0-4679d6de8244" providerId="AD" clId="Web-{59BEA550-30D4-F746-EAA3-B5D596BEB150}" dt="2026-02-02T09:56:19.780" v="218"/>
        <pc:sldMkLst>
          <pc:docMk/>
          <pc:sldMk cId="3845765397" sldId="294"/>
        </pc:sldMkLst>
        <pc:spChg chg="del topLvl">
          <ac:chgData name="Tamási Zsófia Anna" userId="S::tamasi.zsofia@logiscool.com::f9f51e63-7ae8-4955-91b0-4679d6de8244" providerId="AD" clId="Web-{59BEA550-30D4-F746-EAA3-B5D596BEB150}" dt="2026-02-02T09:56:16.358" v="217"/>
          <ac:spMkLst>
            <pc:docMk/>
            <pc:sldMk cId="3845765397" sldId="294"/>
            <ac:spMk id="6" creationId="{34BFDBB3-C017-2A7E-109E-7152CDB355C4}"/>
          </ac:spMkLst>
        </pc:spChg>
        <pc:spChg chg="del topLvl">
          <ac:chgData name="Tamási Zsófia Anna" userId="S::tamasi.zsofia@logiscool.com::f9f51e63-7ae8-4955-91b0-4679d6de8244" providerId="AD" clId="Web-{59BEA550-30D4-F746-EAA3-B5D596BEB150}" dt="2026-02-02T09:56:19.780" v="218"/>
          <ac:spMkLst>
            <pc:docMk/>
            <pc:sldMk cId="3845765397" sldId="294"/>
            <ac:spMk id="12" creationId="{953DCDF0-BEC6-3D2E-62C5-7A36665B86B5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09:33:16.771" v="22" actId="1076"/>
          <ac:spMkLst>
            <pc:docMk/>
            <pc:sldMk cId="3845765397" sldId="294"/>
            <ac:spMk id="18" creationId="{BD8B49DD-9319-B26F-7B88-407688784CD1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09:33:19.724" v="23" actId="1076"/>
          <ac:spMkLst>
            <pc:docMk/>
            <pc:sldMk cId="3845765397" sldId="294"/>
            <ac:spMk id="20" creationId="{3A6E2335-CB3F-5B4C-EBE4-39FECAB0ADD1}"/>
          </ac:spMkLst>
        </pc:spChg>
        <pc:grpChg chg="del mod">
          <ac:chgData name="Tamási Zsófia Anna" userId="S::tamasi.zsofia@logiscool.com::f9f51e63-7ae8-4955-91b0-4679d6de8244" providerId="AD" clId="Web-{59BEA550-30D4-F746-EAA3-B5D596BEB150}" dt="2026-02-02T09:56:16.358" v="217"/>
          <ac:grpSpMkLst>
            <pc:docMk/>
            <pc:sldMk cId="3845765397" sldId="294"/>
            <ac:grpSpMk id="17" creationId="{DE740A1D-DE3E-19E1-DEAC-E3C51D65C22C}"/>
          </ac:grpSpMkLst>
        </pc:grpChg>
      </pc:sldChg>
      <pc:sldChg chg="addSp delSp modSp add del modNotes">
        <pc:chgData name="Tamási Zsófia Anna" userId="S::tamasi.zsofia@logiscool.com::f9f51e63-7ae8-4955-91b0-4679d6de8244" providerId="AD" clId="Web-{59BEA550-30D4-F746-EAA3-B5D596BEB150}" dt="2026-02-02T09:56:25.828" v="220"/>
        <pc:sldMkLst>
          <pc:docMk/>
          <pc:sldMk cId="3631354100" sldId="295"/>
        </pc:sldMkLst>
        <pc:spChg chg="del topLvl">
          <ac:chgData name="Tamási Zsófia Anna" userId="S::tamasi.zsofia@logiscool.com::f9f51e63-7ae8-4955-91b0-4679d6de8244" providerId="AD" clId="Web-{59BEA550-30D4-F746-EAA3-B5D596BEB150}" dt="2026-02-02T09:56:22.984" v="219"/>
          <ac:spMkLst>
            <pc:docMk/>
            <pc:sldMk cId="3631354100" sldId="295"/>
            <ac:spMk id="6" creationId="{9732BDA8-F5EA-F996-3CBB-0D2608444A4A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09:51:25.076" v="133" actId="1076"/>
          <ac:spMkLst>
            <pc:docMk/>
            <pc:sldMk cId="3631354100" sldId="295"/>
            <ac:spMk id="7" creationId="{1B10DEC1-F506-34C9-E7FF-DBFA71C0230F}"/>
          </ac:spMkLst>
        </pc:spChg>
        <pc:spChg chg="del topLvl">
          <ac:chgData name="Tamási Zsófia Anna" userId="S::tamasi.zsofia@logiscool.com::f9f51e63-7ae8-4955-91b0-4679d6de8244" providerId="AD" clId="Web-{59BEA550-30D4-F746-EAA3-B5D596BEB150}" dt="2026-02-02T09:56:25.828" v="220"/>
          <ac:spMkLst>
            <pc:docMk/>
            <pc:sldMk cId="3631354100" sldId="295"/>
            <ac:spMk id="12" creationId="{60D6FA91-9145-7382-9AFC-3ECD0AC79592}"/>
          </ac:spMkLst>
        </pc:spChg>
        <pc:spChg chg="add del mod">
          <ac:chgData name="Tamási Zsófia Anna" userId="S::tamasi.zsofia@logiscool.com::f9f51e63-7ae8-4955-91b0-4679d6de8244" providerId="AD" clId="Web-{59BEA550-30D4-F746-EAA3-B5D596BEB150}" dt="2026-02-02T09:50:58.653" v="125"/>
          <ac:spMkLst>
            <pc:docMk/>
            <pc:sldMk cId="3631354100" sldId="295"/>
            <ac:spMk id="18" creationId="{861927DB-825C-28E6-C1C3-82E8F434783C}"/>
          </ac:spMkLst>
        </pc:spChg>
        <pc:grpChg chg="del">
          <ac:chgData name="Tamási Zsófia Anna" userId="S::tamasi.zsofia@logiscool.com::f9f51e63-7ae8-4955-91b0-4679d6de8244" providerId="AD" clId="Web-{59BEA550-30D4-F746-EAA3-B5D596BEB150}" dt="2026-02-02T09:56:22.984" v="219"/>
          <ac:grpSpMkLst>
            <pc:docMk/>
            <pc:sldMk cId="3631354100" sldId="295"/>
            <ac:grpSpMk id="17" creationId="{3C8B4DB1-70C5-7025-F729-3D9BC12D54DA}"/>
          </ac:grpSpMkLst>
        </pc:grpChg>
        <pc:picChg chg="mod">
          <ac:chgData name="Tamási Zsófia Anna" userId="S::tamasi.zsofia@logiscool.com::f9f51e63-7ae8-4955-91b0-4679d6de8244" providerId="AD" clId="Web-{59BEA550-30D4-F746-EAA3-B5D596BEB150}" dt="2026-02-02T09:36:55.058" v="73" actId="1076"/>
          <ac:picMkLst>
            <pc:docMk/>
            <pc:sldMk cId="3631354100" sldId="295"/>
            <ac:picMk id="19" creationId="{B03E6B96-C8FB-9370-3177-CACD81BC398B}"/>
          </ac:picMkLst>
        </pc:picChg>
      </pc:sldChg>
      <pc:sldChg chg="delSp modSp add modNotes">
        <pc:chgData name="Tamási Zsófia Anna" userId="S::tamasi.zsofia@logiscool.com::f9f51e63-7ae8-4955-91b0-4679d6de8244" providerId="AD" clId="Web-{59BEA550-30D4-F746-EAA3-B5D596BEB150}" dt="2026-02-02T09:56:32.422" v="222"/>
        <pc:sldMkLst>
          <pc:docMk/>
          <pc:sldMk cId="2322886274" sldId="296"/>
        </pc:sldMkLst>
        <pc:spChg chg="del topLvl">
          <ac:chgData name="Tamási Zsófia Anna" userId="S::tamasi.zsofia@logiscool.com::f9f51e63-7ae8-4955-91b0-4679d6de8244" providerId="AD" clId="Web-{59BEA550-30D4-F746-EAA3-B5D596BEB150}" dt="2026-02-02T09:56:30.062" v="221"/>
          <ac:spMkLst>
            <pc:docMk/>
            <pc:sldMk cId="2322886274" sldId="296"/>
            <ac:spMk id="6" creationId="{7AA31C25-2EFE-B876-4774-74EFCC943CC6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09:52:30.938" v="157" actId="14100"/>
          <ac:spMkLst>
            <pc:docMk/>
            <pc:sldMk cId="2322886274" sldId="296"/>
            <ac:spMk id="7" creationId="{E4845BA7-D2ED-23C6-06A8-745E5FD9CD70}"/>
          </ac:spMkLst>
        </pc:spChg>
        <pc:spChg chg="del topLvl">
          <ac:chgData name="Tamási Zsófia Anna" userId="S::tamasi.zsofia@logiscool.com::f9f51e63-7ae8-4955-91b0-4679d6de8244" providerId="AD" clId="Web-{59BEA550-30D4-F746-EAA3-B5D596BEB150}" dt="2026-02-02T09:56:32.422" v="222"/>
          <ac:spMkLst>
            <pc:docMk/>
            <pc:sldMk cId="2322886274" sldId="296"/>
            <ac:spMk id="12" creationId="{79272C8D-6EC6-BEAB-63CF-8EEB827D7CD9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09:52:17.608" v="151"/>
          <ac:spMkLst>
            <pc:docMk/>
            <pc:sldMk cId="2322886274" sldId="296"/>
            <ac:spMk id="18" creationId="{A5EF4D7A-28EC-B3C7-F721-115DEEE3F99D}"/>
          </ac:spMkLst>
        </pc:spChg>
        <pc:grpChg chg="del">
          <ac:chgData name="Tamási Zsófia Anna" userId="S::tamasi.zsofia@logiscool.com::f9f51e63-7ae8-4955-91b0-4679d6de8244" providerId="AD" clId="Web-{59BEA550-30D4-F746-EAA3-B5D596BEB150}" dt="2026-02-02T09:56:30.062" v="221"/>
          <ac:grpSpMkLst>
            <pc:docMk/>
            <pc:sldMk cId="2322886274" sldId="296"/>
            <ac:grpSpMk id="17" creationId="{BF9605AF-C945-8367-FD13-080FD0E46C8B}"/>
          </ac:grpSpMkLst>
        </pc:grpChg>
      </pc:sldChg>
      <pc:sldChg chg="modSp add del replId">
        <pc:chgData name="Tamási Zsófia Anna" userId="S::tamasi.zsofia@logiscool.com::f9f51e63-7ae8-4955-91b0-4679d6de8244" providerId="AD" clId="Web-{59BEA550-30D4-F746-EAA3-B5D596BEB150}" dt="2026-02-02T09:38:14.753" v="93"/>
        <pc:sldMkLst>
          <pc:docMk/>
          <pc:sldMk cId="3471413059" sldId="296"/>
        </pc:sldMkLst>
        <pc:spChg chg="mod">
          <ac:chgData name="Tamási Zsófia Anna" userId="S::tamasi.zsofia@logiscool.com::f9f51e63-7ae8-4955-91b0-4679d6de8244" providerId="AD" clId="Web-{59BEA550-30D4-F746-EAA3-B5D596BEB150}" dt="2026-02-02T09:37:45.813" v="92" actId="14100"/>
          <ac:spMkLst>
            <pc:docMk/>
            <pc:sldMk cId="3471413059" sldId="296"/>
            <ac:spMk id="7" creationId="{6B22D152-4C98-C394-53AD-F6E05421B464}"/>
          </ac:spMkLst>
        </pc:spChg>
      </pc:sldChg>
      <pc:sldChg chg="delSp modSp add modNotes">
        <pc:chgData name="Tamási Zsófia Anna" userId="S::tamasi.zsofia@logiscool.com::f9f51e63-7ae8-4955-91b0-4679d6de8244" providerId="AD" clId="Web-{59BEA550-30D4-F746-EAA3-B5D596BEB150}" dt="2026-02-02T09:56:38.500" v="224"/>
        <pc:sldMkLst>
          <pc:docMk/>
          <pc:sldMk cId="2725389685" sldId="297"/>
        </pc:sldMkLst>
        <pc:spChg chg="del topLvl">
          <ac:chgData name="Tamási Zsófia Anna" userId="S::tamasi.zsofia@logiscool.com::f9f51e63-7ae8-4955-91b0-4679d6de8244" providerId="AD" clId="Web-{59BEA550-30D4-F746-EAA3-B5D596BEB150}" dt="2026-02-02T09:56:36.219" v="223"/>
          <ac:spMkLst>
            <pc:docMk/>
            <pc:sldMk cId="2725389685" sldId="297"/>
            <ac:spMk id="6" creationId="{2B673964-DF3B-4E99-E897-A034981A343E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09:54:35.788" v="171" actId="20577"/>
          <ac:spMkLst>
            <pc:docMk/>
            <pc:sldMk cId="2725389685" sldId="297"/>
            <ac:spMk id="7" creationId="{B11F99DD-C14E-F57E-B86C-BC5F8DE4F2A5}"/>
          </ac:spMkLst>
        </pc:spChg>
        <pc:spChg chg="del topLvl">
          <ac:chgData name="Tamási Zsófia Anna" userId="S::tamasi.zsofia@logiscool.com::f9f51e63-7ae8-4955-91b0-4679d6de8244" providerId="AD" clId="Web-{59BEA550-30D4-F746-EAA3-B5D596BEB150}" dt="2026-02-02T09:56:38.500" v="224"/>
          <ac:spMkLst>
            <pc:docMk/>
            <pc:sldMk cId="2725389685" sldId="297"/>
            <ac:spMk id="12" creationId="{945E1F32-F747-32F9-04F9-6D4311138F1C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09:54:16.427" v="161"/>
          <ac:spMkLst>
            <pc:docMk/>
            <pc:sldMk cId="2725389685" sldId="297"/>
            <ac:spMk id="18" creationId="{249087FB-10AB-2257-3C35-14BB83DD5B04}"/>
          </ac:spMkLst>
        </pc:spChg>
        <pc:grpChg chg="del">
          <ac:chgData name="Tamási Zsófia Anna" userId="S::tamasi.zsofia@logiscool.com::f9f51e63-7ae8-4955-91b0-4679d6de8244" providerId="AD" clId="Web-{59BEA550-30D4-F746-EAA3-B5D596BEB150}" dt="2026-02-02T09:56:36.219" v="223"/>
          <ac:grpSpMkLst>
            <pc:docMk/>
            <pc:sldMk cId="2725389685" sldId="297"/>
            <ac:grpSpMk id="17" creationId="{B4B5265F-B64E-CB29-A274-8B660C045BE8}"/>
          </ac:grpSpMkLst>
        </pc:grpChg>
      </pc:sldChg>
      <pc:sldChg chg="delSp modSp add modNotes">
        <pc:chgData name="Tamási Zsófia Anna" userId="S::tamasi.zsofia@logiscool.com::f9f51e63-7ae8-4955-91b0-4679d6de8244" providerId="AD" clId="Web-{59BEA550-30D4-F746-EAA3-B5D596BEB150}" dt="2026-02-02T09:56:57.595" v="228" actId="1076"/>
        <pc:sldMkLst>
          <pc:docMk/>
          <pc:sldMk cId="4093031883" sldId="298"/>
        </pc:sldMkLst>
        <pc:spChg chg="del topLvl">
          <ac:chgData name="Tamási Zsófia Anna" userId="S::tamasi.zsofia@logiscool.com::f9f51e63-7ae8-4955-91b0-4679d6de8244" providerId="AD" clId="Web-{59BEA550-30D4-F746-EAA3-B5D596BEB150}" dt="2026-02-02T09:56:41.829" v="225"/>
          <ac:spMkLst>
            <pc:docMk/>
            <pc:sldMk cId="4093031883" sldId="298"/>
            <ac:spMk id="6" creationId="{72DA9890-CCED-5F9C-3D99-A9C4FF495173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09:56:57.595" v="228" actId="1076"/>
          <ac:spMkLst>
            <pc:docMk/>
            <pc:sldMk cId="4093031883" sldId="298"/>
            <ac:spMk id="7" creationId="{594DF5C5-5EBC-3D08-74D7-DAAECA07C1F8}"/>
          </ac:spMkLst>
        </pc:spChg>
        <pc:spChg chg="del topLvl">
          <ac:chgData name="Tamási Zsófia Anna" userId="S::tamasi.zsofia@logiscool.com::f9f51e63-7ae8-4955-91b0-4679d6de8244" providerId="AD" clId="Web-{59BEA550-30D4-F746-EAA3-B5D596BEB150}" dt="2026-02-02T09:56:44.813" v="226"/>
          <ac:spMkLst>
            <pc:docMk/>
            <pc:sldMk cId="4093031883" sldId="298"/>
            <ac:spMk id="12" creationId="{44AE62E9-8B15-5096-BD07-CE2D4E3066CE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09:55:18.151" v="175"/>
          <ac:spMkLst>
            <pc:docMk/>
            <pc:sldMk cId="4093031883" sldId="298"/>
            <ac:spMk id="18" creationId="{31F0D24F-563E-3E24-A74B-6E7ACB8CDC25}"/>
          </ac:spMkLst>
        </pc:spChg>
        <pc:grpChg chg="del">
          <ac:chgData name="Tamási Zsófia Anna" userId="S::tamasi.zsofia@logiscool.com::f9f51e63-7ae8-4955-91b0-4679d6de8244" providerId="AD" clId="Web-{59BEA550-30D4-F746-EAA3-B5D596BEB150}" dt="2026-02-02T09:56:41.829" v="225"/>
          <ac:grpSpMkLst>
            <pc:docMk/>
            <pc:sldMk cId="4093031883" sldId="298"/>
            <ac:grpSpMk id="17" creationId="{EFC39255-A182-3C56-81B9-C2DAA101154E}"/>
          </ac:grpSpMkLst>
        </pc:grpChg>
      </pc:sldChg>
      <pc:sldChg chg="addSp delSp modSp new mod modTransition setBg modNotes">
        <pc:chgData name="Tamási Zsófia Anna" userId="S::tamasi.zsofia@logiscool.com::f9f51e63-7ae8-4955-91b0-4679d6de8244" providerId="AD" clId="Web-{59BEA550-30D4-F746-EAA3-B5D596BEB150}" dt="2026-02-02T10:32:05.783" v="272"/>
        <pc:sldMkLst>
          <pc:docMk/>
          <pc:sldMk cId="2989668160" sldId="299"/>
        </pc:sldMkLst>
        <pc:spChg chg="mod ord">
          <ac:chgData name="Tamási Zsófia Anna" userId="S::tamasi.zsofia@logiscool.com::f9f51e63-7ae8-4955-91b0-4679d6de8244" providerId="AD" clId="Web-{59BEA550-30D4-F746-EAA3-B5D596BEB150}" dt="2026-02-02T10:31:03.843" v="264" actId="1076"/>
          <ac:spMkLst>
            <pc:docMk/>
            <pc:sldMk cId="2989668160" sldId="299"/>
            <ac:spMk id="2" creationId="{DAF053F7-52AE-38C4-0C3A-44FA3025A536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28:09.301" v="230"/>
          <ac:spMkLst>
            <pc:docMk/>
            <pc:sldMk cId="2989668160" sldId="299"/>
            <ac:spMk id="3" creationId="{F9F57007-187D-F3EE-7B0A-ED3F4620E71F}"/>
          </ac:spMkLst>
        </pc:spChg>
        <pc:spChg chg="add del">
          <ac:chgData name="Tamási Zsófia Anna" userId="S::tamasi.zsofia@logiscool.com::f9f51e63-7ae8-4955-91b0-4679d6de8244" providerId="AD" clId="Web-{59BEA550-30D4-F746-EAA3-B5D596BEB150}" dt="2026-02-02T10:30:36.185" v="260"/>
          <ac:spMkLst>
            <pc:docMk/>
            <pc:sldMk cId="2989668160" sldId="299"/>
            <ac:spMk id="9" creationId="{2F72E2BD-C596-6097-1C48-849C000A85C7}"/>
          </ac:spMkLst>
        </pc:spChg>
        <pc:spChg chg="add">
          <ac:chgData name="Tamási Zsófia Anna" userId="S::tamasi.zsofia@logiscool.com::f9f51e63-7ae8-4955-91b0-4679d6de8244" providerId="AD" clId="Web-{59BEA550-30D4-F746-EAA3-B5D596BEB150}" dt="2026-02-02T10:28:40.537" v="234"/>
          <ac:spMkLst>
            <pc:docMk/>
            <pc:sldMk cId="2989668160" sldId="299"/>
            <ac:spMk id="12" creationId="{63F5877B-98C7-49DD-83AB-0F6F57CB6543}"/>
          </ac:spMkLst>
        </pc:spChg>
        <pc:spChg chg="add">
          <ac:chgData name="Tamási Zsófia Anna" userId="S::tamasi.zsofia@logiscool.com::f9f51e63-7ae8-4955-91b0-4679d6de8244" providerId="AD" clId="Web-{59BEA550-30D4-F746-EAA3-B5D596BEB150}" dt="2026-02-02T10:28:40.537" v="234"/>
          <ac:spMkLst>
            <pc:docMk/>
            <pc:sldMk cId="2989668160" sldId="299"/>
            <ac:spMk id="14" creationId="{4EA91930-66BC-4C41-B4F5-C31EB216F64B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0:31:31.141" v="269"/>
          <ac:spMkLst>
            <pc:docMk/>
            <pc:sldMk cId="2989668160" sldId="299"/>
            <ac:spMk id="15" creationId="{4EDE7572-B0C3-627D-5943-40B061457965}"/>
          </ac:spMkLst>
        </pc:spChg>
        <pc:spChg chg="add">
          <ac:chgData name="Tamási Zsófia Anna" userId="S::tamasi.zsofia@logiscool.com::f9f51e63-7ae8-4955-91b0-4679d6de8244" providerId="AD" clId="Web-{59BEA550-30D4-F746-EAA3-B5D596BEB150}" dt="2026-02-02T10:28:40.537" v="234"/>
          <ac:spMkLst>
            <pc:docMk/>
            <pc:sldMk cId="2989668160" sldId="299"/>
            <ac:spMk id="16" creationId="{6313CF8F-B436-401E-9575-DE0F8E8B5B17}"/>
          </ac:spMkLst>
        </pc:spChg>
        <pc:spChg chg="add del">
          <ac:chgData name="Tamási Zsófia Anna" userId="S::tamasi.zsofia@logiscool.com::f9f51e63-7ae8-4955-91b0-4679d6de8244" providerId="AD" clId="Web-{59BEA550-30D4-F746-EAA3-B5D596BEB150}" dt="2026-02-02T10:28:47.850" v="235"/>
          <ac:spMkLst>
            <pc:docMk/>
            <pc:sldMk cId="2989668160" sldId="299"/>
            <ac:spMk id="18" creationId="{2A38CFE9-C30A-4551-ACCB-D5808FBC39CD}"/>
          </ac:spMkLst>
        </pc:spChg>
        <pc:spChg chg="add del mod">
          <ac:chgData name="Tamási Zsófia Anna" userId="S::tamasi.zsofia@logiscool.com::f9f51e63-7ae8-4955-91b0-4679d6de8244" providerId="AD" clId="Web-{59BEA550-30D4-F746-EAA3-B5D596BEB150}" dt="2026-02-02T10:30:59.655" v="263"/>
          <ac:spMkLst>
            <pc:docMk/>
            <pc:sldMk cId="2989668160" sldId="299"/>
            <ac:spMk id="20" creationId="{67EF550F-47CE-4FB2-9DAC-12AD835C833D}"/>
          </ac:spMkLst>
        </pc:spChg>
        <pc:grpChg chg="add mod">
          <ac:chgData name="Tamási Zsófia Anna" userId="S::tamasi.zsofia@logiscool.com::f9f51e63-7ae8-4955-91b0-4679d6de8244" providerId="AD" clId="Web-{59BEA550-30D4-F746-EAA3-B5D596BEB150}" dt="2026-02-02T10:29:17.087" v="239" actId="1076"/>
          <ac:grpSpMkLst>
            <pc:docMk/>
            <pc:sldMk cId="2989668160" sldId="299"/>
            <ac:grpSpMk id="11" creationId="{EA69EA58-D16A-82A9-C1DF-644779CBE626}"/>
          </ac:grpSpMkLst>
        </pc:grpChg>
        <pc:picChg chg="add mod ord">
          <ac:chgData name="Tamási Zsófia Anna" userId="S::tamasi.zsofia@logiscool.com::f9f51e63-7ae8-4955-91b0-4679d6de8244" providerId="AD" clId="Web-{59BEA550-30D4-F746-EAA3-B5D596BEB150}" dt="2026-02-02T10:28:40.537" v="234"/>
          <ac:picMkLst>
            <pc:docMk/>
            <pc:sldMk cId="2989668160" sldId="299"/>
            <ac:picMk id="4" creationId="{FC0A491A-CFB3-60E7-4662-F05E4FAF3B72}"/>
          </ac:picMkLst>
        </pc:picChg>
        <pc:picChg chg="add mod">
          <ac:chgData name="Tamási Zsófia Anna" userId="S::tamasi.zsofia@logiscool.com::f9f51e63-7ae8-4955-91b0-4679d6de8244" providerId="AD" clId="Web-{59BEA550-30D4-F746-EAA3-B5D596BEB150}" dt="2026-02-02T10:28:40.537" v="234"/>
          <ac:picMkLst>
            <pc:docMk/>
            <pc:sldMk cId="2989668160" sldId="299"/>
            <ac:picMk id="5" creationId="{7433C202-3DC1-C872-97DF-707DB06B6328}"/>
          </ac:picMkLst>
        </pc:picChg>
      </pc:sldChg>
      <pc:sldChg chg="addSp delSp modSp add replId modNotes">
        <pc:chgData name="Tamási Zsófia Anna" userId="S::tamasi.zsofia@logiscool.com::f9f51e63-7ae8-4955-91b0-4679d6de8244" providerId="AD" clId="Web-{59BEA550-30D4-F746-EAA3-B5D596BEB150}" dt="2026-02-02T11:06:09.515" v="511" actId="14100"/>
        <pc:sldMkLst>
          <pc:docMk/>
          <pc:sldMk cId="3820464475" sldId="300"/>
        </pc:sldMkLst>
        <pc:spChg chg="mod">
          <ac:chgData name="Tamási Zsófia Anna" userId="S::tamasi.zsofia@logiscool.com::f9f51e63-7ae8-4955-91b0-4679d6de8244" providerId="AD" clId="Web-{59BEA550-30D4-F746-EAA3-B5D596BEB150}" dt="2026-02-02T11:05:06.465" v="508" actId="1076"/>
          <ac:spMkLst>
            <pc:docMk/>
            <pc:sldMk cId="3820464475" sldId="300"/>
            <ac:spMk id="2" creationId="{7E0CB511-E232-0EB1-7894-E937FD4DAFCA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91"/>
          <ac:spMkLst>
            <pc:docMk/>
            <pc:sldMk cId="3820464475" sldId="300"/>
            <ac:spMk id="3" creationId="{5AC748C9-7296-38CC-578D-035C8B98BB6B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89"/>
          <ac:spMkLst>
            <pc:docMk/>
            <pc:sldMk cId="3820464475" sldId="300"/>
            <ac:spMk id="8" creationId="{1681AAFB-B215-D97C-5668-6AA81D98821C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0:29.786" v="432" actId="1076"/>
          <ac:spMkLst>
            <pc:docMk/>
            <pc:sldMk cId="3820464475" sldId="300"/>
            <ac:spMk id="9" creationId="{B0244B0F-D9DA-72CD-F499-ED5FC98D1947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90"/>
          <ac:spMkLst>
            <pc:docMk/>
            <pc:sldMk cId="3820464475" sldId="300"/>
            <ac:spMk id="10" creationId="{FBCF643A-9923-BDD3-8EF5-E29FE10D8C13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88"/>
          <ac:spMkLst>
            <pc:docMk/>
            <pc:sldMk cId="3820464475" sldId="300"/>
            <ac:spMk id="11" creationId="{F365EA17-1156-5448-A849-EBB77B0B2213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87"/>
          <ac:spMkLst>
            <pc:docMk/>
            <pc:sldMk cId="3820464475" sldId="300"/>
            <ac:spMk id="12" creationId="{FCDEC764-E2E9-E772-B6EA-00EE0D42D35D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86"/>
          <ac:spMkLst>
            <pc:docMk/>
            <pc:sldMk cId="3820464475" sldId="300"/>
            <ac:spMk id="13" creationId="{7F918657-D5B9-9999-F3E5-60E1BC91A211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0:38.802" v="436" actId="1076"/>
          <ac:spMkLst>
            <pc:docMk/>
            <pc:sldMk cId="3820464475" sldId="300"/>
            <ac:spMk id="14" creationId="{3913272F-4B00-C01D-A351-97122B7C8BA6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93"/>
          <ac:spMkLst>
            <pc:docMk/>
            <pc:sldMk cId="3820464475" sldId="300"/>
            <ac:spMk id="17" creationId="{1C0F2F0C-BE8F-C8D0-F0A5-0892CD6AEC3C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92"/>
          <ac:spMkLst>
            <pc:docMk/>
            <pc:sldMk cId="3820464475" sldId="300"/>
            <ac:spMk id="18" creationId="{FD1EAB42-3422-CB06-1919-C06A0BF0B4C6}"/>
          </ac:spMkLst>
        </pc:spChg>
        <pc:spChg chg="del">
          <ac:chgData name="Tamási Zsófia Anna" userId="S::tamasi.zsofia@logiscool.com::f9f51e63-7ae8-4955-91b0-4679d6de8244" providerId="AD" clId="Web-{59BEA550-30D4-F746-EAA3-B5D596BEB150}" dt="2026-02-02T10:57:18.999" v="394"/>
          <ac:spMkLst>
            <pc:docMk/>
            <pc:sldMk cId="3820464475" sldId="300"/>
            <ac:spMk id="33" creationId="{A971B9A2-2777-E4A2-38B3-AD327F834A40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0:40.037" v="437" actId="1076"/>
          <ac:spMkLst>
            <pc:docMk/>
            <pc:sldMk cId="3820464475" sldId="300"/>
            <ac:spMk id="34" creationId="{76C21E94-DDD2-9E7E-80F0-0D169E80F2C1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0:35.896" v="435" actId="1076"/>
          <ac:spMkLst>
            <pc:docMk/>
            <pc:sldMk cId="3820464475" sldId="300"/>
            <ac:spMk id="35" creationId="{00D3CCB0-134C-9512-CD8E-08D662546B05}"/>
          </ac:spMkLst>
        </pc:spChg>
        <pc:spChg chg="add mod ord">
          <ac:chgData name="Tamási Zsófia Anna" userId="S::tamasi.zsofia@logiscool.com::f9f51e63-7ae8-4955-91b0-4679d6de8244" providerId="AD" clId="Web-{59BEA550-30D4-F746-EAA3-B5D596BEB150}" dt="2026-02-02T11:01:03.899" v="442"/>
          <ac:spMkLst>
            <pc:docMk/>
            <pc:sldMk cId="3820464475" sldId="300"/>
            <ac:spMk id="36" creationId="{539FD53C-AE57-C530-ECEC-A65F01E72424}"/>
          </ac:spMkLst>
        </pc:spChg>
        <pc:spChg chg="add mod ord">
          <ac:chgData name="Tamási Zsófia Anna" userId="S::tamasi.zsofia@logiscool.com::f9f51e63-7ae8-4955-91b0-4679d6de8244" providerId="AD" clId="Web-{59BEA550-30D4-F746-EAA3-B5D596BEB150}" dt="2026-02-02T11:01:29.824" v="447"/>
          <ac:spMkLst>
            <pc:docMk/>
            <pc:sldMk cId="3820464475" sldId="300"/>
            <ac:spMk id="37" creationId="{FD96F73B-CAF9-936A-472E-C6597865A752}"/>
          </ac:spMkLst>
        </pc:spChg>
        <pc:spChg chg="add mod ord">
          <ac:chgData name="Tamási Zsófia Anna" userId="S::tamasi.zsofia@logiscool.com::f9f51e63-7ae8-4955-91b0-4679d6de8244" providerId="AD" clId="Web-{59BEA550-30D4-F746-EAA3-B5D596BEB150}" dt="2026-02-02T11:01:54.357" v="452"/>
          <ac:spMkLst>
            <pc:docMk/>
            <pc:sldMk cId="3820464475" sldId="300"/>
            <ac:spMk id="38" creationId="{E5547BBA-49EE-C7B0-67B9-BB5478047E13}"/>
          </ac:spMkLst>
        </pc:spChg>
        <pc:spChg chg="add mod ord">
          <ac:chgData name="Tamási Zsófia Anna" userId="S::tamasi.zsofia@logiscool.com::f9f51e63-7ae8-4955-91b0-4679d6de8244" providerId="AD" clId="Web-{59BEA550-30D4-F746-EAA3-B5D596BEB150}" dt="2026-02-02T11:02:26.923" v="459" actId="1076"/>
          <ac:spMkLst>
            <pc:docMk/>
            <pc:sldMk cId="3820464475" sldId="300"/>
            <ac:spMk id="39" creationId="{B90D5F75-E841-9E93-8818-F4A43696483A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3:36.366" v="481" actId="1076"/>
          <ac:spMkLst>
            <pc:docMk/>
            <pc:sldMk cId="3820464475" sldId="300"/>
            <ac:spMk id="40" creationId="{4E33F23C-A0C1-9CF5-08F8-DB50B3976DA0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3:31.365" v="480" actId="1076"/>
          <ac:spMkLst>
            <pc:docMk/>
            <pc:sldMk cId="3820464475" sldId="300"/>
            <ac:spMk id="41" creationId="{1F97C72E-8FF0-CAEF-BA4A-5EC6669059D4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4:13.462" v="495" actId="1076"/>
          <ac:spMkLst>
            <pc:docMk/>
            <pc:sldMk cId="3820464475" sldId="300"/>
            <ac:spMk id="42" creationId="{00584941-AB54-4270-EBC0-D6D896A824F6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06:09.515" v="511" actId="14100"/>
          <ac:spMkLst>
            <pc:docMk/>
            <pc:sldMk cId="3820464475" sldId="300"/>
            <ac:spMk id="43" creationId="{27ADCB4F-ED94-5047-B120-AE1B20DC9C27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05:02.902" v="507" actId="1076"/>
          <ac:spMkLst>
            <pc:docMk/>
            <pc:sldMk cId="3820464475" sldId="300"/>
            <ac:spMk id="46" creationId="{6200A649-FFF1-C008-0C53-EC6971BC7486}"/>
          </ac:spMkLst>
        </pc:spChg>
        <pc:grpChg chg="del">
          <ac:chgData name="Tamási Zsófia Anna" userId="S::tamasi.zsofia@logiscool.com::f9f51e63-7ae8-4955-91b0-4679d6de8244" providerId="AD" clId="Web-{59BEA550-30D4-F746-EAA3-B5D596BEB150}" dt="2026-02-02T10:57:18.999" v="397"/>
          <ac:grpSpMkLst>
            <pc:docMk/>
            <pc:sldMk cId="3820464475" sldId="300"/>
            <ac:grpSpMk id="19" creationId="{A20FAA7E-9785-EB0A-AD0B-AD43496BD472}"/>
          </ac:grpSpMkLst>
        </pc:grpChg>
        <pc:grpChg chg="mod">
          <ac:chgData name="Tamási Zsófia Anna" userId="S::tamasi.zsofia@logiscool.com::f9f51e63-7ae8-4955-91b0-4679d6de8244" providerId="AD" clId="Web-{59BEA550-30D4-F746-EAA3-B5D596BEB150}" dt="2026-02-02T10:57:38.765" v="403" actId="1076"/>
          <ac:grpSpMkLst>
            <pc:docMk/>
            <pc:sldMk cId="3820464475" sldId="300"/>
            <ac:grpSpMk id="20" creationId="{E2B2DB03-7E3E-130B-62A6-C90BB09FD23E}"/>
          </ac:grpSpMkLst>
        </pc:grpChg>
        <pc:grpChg chg="del">
          <ac:chgData name="Tamási Zsófia Anna" userId="S::tamasi.zsofia@logiscool.com::f9f51e63-7ae8-4955-91b0-4679d6de8244" providerId="AD" clId="Web-{59BEA550-30D4-F746-EAA3-B5D596BEB150}" dt="2026-02-02T10:57:18.999" v="398"/>
          <ac:grpSpMkLst>
            <pc:docMk/>
            <pc:sldMk cId="3820464475" sldId="300"/>
            <ac:grpSpMk id="21" creationId="{0501C800-0AB7-CEB1-BB04-17EE38948D0E}"/>
          </ac:grpSpMkLst>
        </pc:grpChg>
        <pc:grpChg chg="del">
          <ac:chgData name="Tamási Zsófia Anna" userId="S::tamasi.zsofia@logiscool.com::f9f51e63-7ae8-4955-91b0-4679d6de8244" providerId="AD" clId="Web-{59BEA550-30D4-F746-EAA3-B5D596BEB150}" dt="2026-02-02T10:57:18.999" v="395"/>
          <ac:grpSpMkLst>
            <pc:docMk/>
            <pc:sldMk cId="3820464475" sldId="300"/>
            <ac:grpSpMk id="27" creationId="{34887960-3A89-45EF-B4B9-28B2E10DE109}"/>
          </ac:grpSpMkLst>
        </pc:grpChg>
        <pc:grpChg chg="del">
          <ac:chgData name="Tamási Zsófia Anna" userId="S::tamasi.zsofia@logiscool.com::f9f51e63-7ae8-4955-91b0-4679d6de8244" providerId="AD" clId="Web-{59BEA550-30D4-F746-EAA3-B5D596BEB150}" dt="2026-02-02T10:57:18.999" v="396"/>
          <ac:grpSpMkLst>
            <pc:docMk/>
            <pc:sldMk cId="3820464475" sldId="300"/>
            <ac:grpSpMk id="30" creationId="{C66D326E-8572-C9D1-E0E8-6EF30DB0F6D1}"/>
          </ac:grpSpMkLst>
        </pc:grpChg>
        <pc:picChg chg="del">
          <ac:chgData name="Tamási Zsófia Anna" userId="S::tamasi.zsofia@logiscool.com::f9f51e63-7ae8-4955-91b0-4679d6de8244" providerId="AD" clId="Web-{59BEA550-30D4-F746-EAA3-B5D596BEB150}" dt="2026-02-02T10:57:18.999" v="385"/>
          <ac:picMkLst>
            <pc:docMk/>
            <pc:sldMk cId="3820464475" sldId="300"/>
            <ac:picMk id="4" creationId="{57EF59A7-99CF-8306-8314-87962242958B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0:57:18.999" v="384"/>
          <ac:picMkLst>
            <pc:docMk/>
            <pc:sldMk cId="3820464475" sldId="300"/>
            <ac:picMk id="5" creationId="{BD57097A-9A1B-79F7-9759-03431C1C6646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0:57:18.999" v="383"/>
          <ac:picMkLst>
            <pc:docMk/>
            <pc:sldMk cId="3820464475" sldId="300"/>
            <ac:picMk id="6" creationId="{408CDA47-3C0B-3064-9A4D-FF44E0C6B069}"/>
          </ac:picMkLst>
        </pc:picChg>
        <pc:picChg chg="del">
          <ac:chgData name="Tamási Zsófia Anna" userId="S::tamasi.zsofia@logiscool.com::f9f51e63-7ae8-4955-91b0-4679d6de8244" providerId="AD" clId="Web-{59BEA550-30D4-F746-EAA3-B5D596BEB150}" dt="2026-02-02T10:57:18.999" v="382"/>
          <ac:picMkLst>
            <pc:docMk/>
            <pc:sldMk cId="3820464475" sldId="300"/>
            <ac:picMk id="7" creationId="{BAAE3D8A-96EF-73B3-1FE5-667B52962768}"/>
          </ac:picMkLst>
        </pc:picChg>
      </pc:sldChg>
      <pc:sldChg chg="addSp delSp modSp add modNotes">
        <pc:chgData name="Tamási Zsófia Anna" userId="S::tamasi.zsofia@logiscool.com::f9f51e63-7ae8-4955-91b0-4679d6de8244" providerId="AD" clId="Web-{59BEA550-30D4-F746-EAA3-B5D596BEB150}" dt="2026-02-02T11:34:23.709" v="798" actId="14100"/>
        <pc:sldMkLst>
          <pc:docMk/>
          <pc:sldMk cId="1484285196" sldId="302"/>
        </pc:sldMkLst>
        <pc:spChg chg="mod">
          <ac:chgData name="Tamási Zsófia Anna" userId="S::tamasi.zsofia@logiscool.com::f9f51e63-7ae8-4955-91b0-4679d6de8244" providerId="AD" clId="Web-{59BEA550-30D4-F746-EAA3-B5D596BEB150}" dt="2026-02-02T11:32:33.207" v="763" actId="20577"/>
          <ac:spMkLst>
            <pc:docMk/>
            <pc:sldMk cId="1484285196" sldId="302"/>
            <ac:spMk id="2" creationId="{074D9DE4-1C43-087E-D04D-59255A0E3CA5}"/>
          </ac:spMkLst>
        </pc:spChg>
        <pc:spChg chg="add mod">
          <ac:chgData name="Tamási Zsófia Anna" userId="S::tamasi.zsofia@logiscool.com::f9f51e63-7ae8-4955-91b0-4679d6de8244" providerId="AD" clId="Web-{59BEA550-30D4-F746-EAA3-B5D596BEB150}" dt="2026-02-02T11:34:23.709" v="798" actId="14100"/>
          <ac:spMkLst>
            <pc:docMk/>
            <pc:sldMk cId="1484285196" sldId="302"/>
            <ac:spMk id="8" creationId="{6F7A96AF-B3A1-398A-E34A-C884AE013E55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33:59.880" v="789" actId="1076"/>
          <ac:spMkLst>
            <pc:docMk/>
            <pc:sldMk cId="1484285196" sldId="302"/>
            <ac:spMk id="11" creationId="{31F6B5B6-5D80-9CF1-9209-CBED050B508C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34:03.770" v="790" actId="1076"/>
          <ac:spMkLst>
            <pc:docMk/>
            <pc:sldMk cId="1484285196" sldId="302"/>
            <ac:spMk id="13" creationId="{ECCE5888-5BB4-D938-4EEC-E4A826AE45CC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33:30.489" v="782" actId="20577"/>
          <ac:spMkLst>
            <pc:docMk/>
            <pc:sldMk cId="1484285196" sldId="302"/>
            <ac:spMk id="20" creationId="{1EAB020E-351B-20CF-5420-C9AC41B5F54D}"/>
          </ac:spMkLst>
        </pc:spChg>
        <pc:spChg chg="mod">
          <ac:chgData name="Tamási Zsófia Anna" userId="S::tamasi.zsofia@logiscool.com::f9f51e63-7ae8-4955-91b0-4679d6de8244" providerId="AD" clId="Web-{59BEA550-30D4-F746-EAA3-B5D596BEB150}" dt="2026-02-02T11:32:35.550" v="764" actId="1076"/>
          <ac:spMkLst>
            <pc:docMk/>
            <pc:sldMk cId="1484285196" sldId="302"/>
            <ac:spMk id="30" creationId="{3C627060-CFF6-AE3C-8E07-56F5288A6DD5}"/>
          </ac:spMkLst>
        </pc:spChg>
        <pc:picChg chg="del">
          <ac:chgData name="Tamási Zsófia Anna" userId="S::tamasi.zsofia@logiscool.com::f9f51e63-7ae8-4955-91b0-4679d6de8244" providerId="AD" clId="Web-{59BEA550-30D4-F746-EAA3-B5D596BEB150}" dt="2026-02-02T11:29:30.782" v="714"/>
          <ac:picMkLst>
            <pc:docMk/>
            <pc:sldMk cId="1484285196" sldId="302"/>
            <ac:picMk id="3" creationId="{700999A0-43A7-A48E-5DBF-6754B9153067}"/>
          </ac:picMkLst>
        </pc:picChg>
        <pc:picChg chg="add del mod modCrop">
          <ac:chgData name="Tamási Zsófia Anna" userId="S::tamasi.zsofia@logiscool.com::f9f51e63-7ae8-4955-91b0-4679d6de8244" providerId="AD" clId="Web-{59BEA550-30D4-F746-EAA3-B5D596BEB150}" dt="2026-02-02T11:30:09.627" v="722"/>
          <ac:picMkLst>
            <pc:docMk/>
            <pc:sldMk cId="1484285196" sldId="302"/>
            <ac:picMk id="6" creationId="{16304D44-F983-C6A8-15EA-44B36CD9D0F3}"/>
          </ac:picMkLst>
        </pc:picChg>
        <pc:picChg chg="add mod modCrop">
          <ac:chgData name="Tamási Zsófia Anna" userId="S::tamasi.zsofia@logiscool.com::f9f51e63-7ae8-4955-91b0-4679d6de8244" providerId="AD" clId="Web-{59BEA550-30D4-F746-EAA3-B5D596BEB150}" dt="2026-02-02T11:31:34.393" v="728" actId="1076"/>
          <ac:picMkLst>
            <pc:docMk/>
            <pc:sldMk cId="1484285196" sldId="302"/>
            <ac:picMk id="7" creationId="{25A50266-458F-590F-3742-E0B2409BC359}"/>
          </ac:picMkLst>
        </pc:picChg>
      </pc:sldChg>
    </pc:docChg>
  </pc:docChgLst>
  <pc:docChgLst>
    <pc:chgData name="Csordás Tamás" userId="afd19735-4ffa-4ee8-b609-b304f3eae04f" providerId="ADAL" clId="{7F4943F8-E00C-4D7C-BC9A-750B9B1C01D5}"/>
    <pc:docChg chg="custSel modSld">
      <pc:chgData name="Csordás Tamás" userId="afd19735-4ffa-4ee8-b609-b304f3eae04f" providerId="ADAL" clId="{7F4943F8-E00C-4D7C-BC9A-750B9B1C01D5}" dt="2026-02-02T13:13:36.607" v="893" actId="20577"/>
      <pc:docMkLst>
        <pc:docMk/>
      </pc:docMkLst>
      <pc:sldChg chg="modNotesTx">
        <pc:chgData name="Csordás Tamás" userId="afd19735-4ffa-4ee8-b609-b304f3eae04f" providerId="ADAL" clId="{7F4943F8-E00C-4D7C-BC9A-750B9B1C01D5}" dt="2026-02-02T12:37:26.121" v="19" actId="12"/>
        <pc:sldMkLst>
          <pc:docMk/>
          <pc:sldMk cId="64791835" sldId="267"/>
        </pc:sldMkLst>
      </pc:sldChg>
      <pc:sldChg chg="modNotesTx">
        <pc:chgData name="Csordás Tamás" userId="afd19735-4ffa-4ee8-b609-b304f3eae04f" providerId="ADAL" clId="{7F4943F8-E00C-4D7C-BC9A-750B9B1C01D5}" dt="2026-02-02T12:32:35.885" v="8" actId="20577"/>
        <pc:sldMkLst>
          <pc:docMk/>
          <pc:sldMk cId="776299683" sldId="282"/>
        </pc:sldMkLst>
      </pc:sldChg>
      <pc:sldChg chg="modNotesTx">
        <pc:chgData name="Csordás Tamás" userId="afd19735-4ffa-4ee8-b609-b304f3eae04f" providerId="ADAL" clId="{7F4943F8-E00C-4D7C-BC9A-750B9B1C01D5}" dt="2026-02-02T12:47:19.178" v="126" actId="20577"/>
        <pc:sldMkLst>
          <pc:docMk/>
          <pc:sldMk cId="3768571782" sldId="283"/>
        </pc:sldMkLst>
      </pc:sldChg>
      <pc:sldChg chg="addSp delSp modSp mod modNotesTx">
        <pc:chgData name="Csordás Tamás" userId="afd19735-4ffa-4ee8-b609-b304f3eae04f" providerId="ADAL" clId="{7F4943F8-E00C-4D7C-BC9A-750B9B1C01D5}" dt="2026-02-02T12:46:26.322" v="124" actId="20577"/>
        <pc:sldMkLst>
          <pc:docMk/>
          <pc:sldMk cId="4034829606" sldId="293"/>
        </pc:sldMkLst>
        <pc:spChg chg="add mod">
          <ac:chgData name="Csordás Tamás" userId="afd19735-4ffa-4ee8-b609-b304f3eae04f" providerId="ADAL" clId="{7F4943F8-E00C-4D7C-BC9A-750B9B1C01D5}" dt="2026-02-02T12:45:06.641" v="50" actId="1076"/>
          <ac:spMkLst>
            <pc:docMk/>
            <pc:sldMk cId="4034829606" sldId="293"/>
            <ac:spMk id="5" creationId="{7179930D-E015-C719-21BD-C0A312DEE5C6}"/>
          </ac:spMkLst>
        </pc:spChg>
        <pc:spChg chg="add del mod">
          <ac:chgData name="Csordás Tamás" userId="afd19735-4ffa-4ee8-b609-b304f3eae04f" providerId="ADAL" clId="{7F4943F8-E00C-4D7C-BC9A-750B9B1C01D5}" dt="2026-02-02T12:42:19.411" v="41" actId="478"/>
          <ac:spMkLst>
            <pc:docMk/>
            <pc:sldMk cId="4034829606" sldId="293"/>
            <ac:spMk id="8" creationId="{3677368E-24C2-6C75-8928-323EC8196736}"/>
          </ac:spMkLst>
        </pc:spChg>
      </pc:sldChg>
      <pc:sldChg chg="modNotesTx">
        <pc:chgData name="Csordás Tamás" userId="afd19735-4ffa-4ee8-b609-b304f3eae04f" providerId="ADAL" clId="{7F4943F8-E00C-4D7C-BC9A-750B9B1C01D5}" dt="2026-02-02T12:33:50.413" v="13" actId="12"/>
        <pc:sldMkLst>
          <pc:docMk/>
          <pc:sldMk cId="3845765397" sldId="294"/>
        </pc:sldMkLst>
      </pc:sldChg>
      <pc:sldChg chg="modNotesTx">
        <pc:chgData name="Csordás Tamás" userId="afd19735-4ffa-4ee8-b609-b304f3eae04f" providerId="ADAL" clId="{7F4943F8-E00C-4D7C-BC9A-750B9B1C01D5}" dt="2026-02-02T12:36:14.855" v="15" actId="12"/>
        <pc:sldMkLst>
          <pc:docMk/>
          <pc:sldMk cId="2989668160" sldId="299"/>
        </pc:sldMkLst>
      </pc:sldChg>
      <pc:sldChg chg="modNotesTx">
        <pc:chgData name="Csordás Tamás" userId="afd19735-4ffa-4ee8-b609-b304f3eae04f" providerId="ADAL" clId="{7F4943F8-E00C-4D7C-BC9A-750B9B1C01D5}" dt="2026-02-02T12:39:50.447" v="37" actId="12"/>
        <pc:sldMkLst>
          <pc:docMk/>
          <pc:sldMk cId="3820464475" sldId="300"/>
        </pc:sldMkLst>
      </pc:sldChg>
      <pc:sldChg chg="modNotesTx">
        <pc:chgData name="Csordás Tamás" userId="afd19735-4ffa-4ee8-b609-b304f3eae04f" providerId="ADAL" clId="{7F4943F8-E00C-4D7C-BC9A-750B9B1C01D5}" dt="2026-02-02T13:13:36.607" v="893" actId="20577"/>
        <pc:sldMkLst>
          <pc:docMk/>
          <pc:sldMk cId="1484285196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F5EF3-4ABF-41E0-936D-1705AAF64F2F}" type="datetimeFigureOut">
              <a:t>2/2/2026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7FA9F-D0EF-4C11-97A2-AAD5ED4DE642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928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-vs-real.com/casua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0F6-88F5-CE44-9CE0-0ED766F2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F000E-4B33-F050-4846-3C7442DB8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465D4-714D-1B97-02E4-B3473BD34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Ráhangolódás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Láttatok már olyan hírt/képet/videót, ami elsőre teljesen hihetőnek tűnt?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Volt, hogy később kiderült: nem igaz?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Szerintetek honnan lehet megállapítani, hogy egy online tartalom megbízható?</a:t>
            </a:r>
            <a:endParaRPr lang="en-US" b="1" dirty="0"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3186A-3376-2114-EED3-C24901A30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954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 err="1"/>
              <a:t>forráskritika</a:t>
            </a:r>
            <a:r>
              <a:rPr lang="en-GB" dirty="0"/>
              <a:t> </a:t>
            </a:r>
            <a:r>
              <a:rPr lang="en-GB" dirty="0" err="1"/>
              <a:t>alapjai</a:t>
            </a:r>
            <a:r>
              <a:rPr lang="en-GB" dirty="0"/>
              <a:t>: </a:t>
            </a:r>
            <a:endParaRPr lang="hu-HU" dirty="0"/>
          </a:p>
          <a:p>
            <a:r>
              <a:rPr lang="en-GB" dirty="0"/>
              <a:t>A </a:t>
            </a:r>
            <a:r>
              <a:rPr lang="en-GB" dirty="0" err="1"/>
              <a:t>forráskritika</a:t>
            </a:r>
            <a:r>
              <a:rPr lang="en-GB" dirty="0"/>
              <a:t> </a:t>
            </a:r>
            <a:r>
              <a:rPr lang="en-GB" dirty="0" err="1"/>
              <a:t>lényege</a:t>
            </a:r>
            <a:r>
              <a:rPr lang="en-GB" dirty="0"/>
              <a:t>, </a:t>
            </a:r>
            <a:r>
              <a:rPr lang="en-GB" dirty="0" err="1"/>
              <a:t>hogy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fogadunk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automatikusan</a:t>
            </a:r>
            <a:r>
              <a:rPr lang="en-GB" dirty="0"/>
              <a:t> </a:t>
            </a:r>
            <a:r>
              <a:rPr lang="en-GB" dirty="0" err="1"/>
              <a:t>minden</a:t>
            </a:r>
            <a:r>
              <a:rPr lang="en-GB" dirty="0"/>
              <a:t> </a:t>
            </a:r>
            <a:r>
              <a:rPr lang="en-GB" dirty="0" err="1"/>
              <a:t>információt</a:t>
            </a:r>
            <a:r>
              <a:rPr lang="en-GB" dirty="0"/>
              <a:t>, </a:t>
            </a:r>
            <a:r>
              <a:rPr lang="en-GB" dirty="0" err="1"/>
              <a:t>amit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interneten</a:t>
            </a:r>
            <a:r>
              <a:rPr lang="en-GB" dirty="0"/>
              <a:t> </a:t>
            </a:r>
            <a:r>
              <a:rPr lang="en-GB" dirty="0" err="1"/>
              <a:t>látunk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olvasunk</a:t>
            </a:r>
            <a:r>
              <a:rPr lang="en-GB" dirty="0"/>
              <a:t>. A </a:t>
            </a:r>
            <a:r>
              <a:rPr lang="en-GB" dirty="0" err="1"/>
              <a:t>digitális</a:t>
            </a:r>
            <a:r>
              <a:rPr lang="en-GB" dirty="0"/>
              <a:t> </a:t>
            </a:r>
            <a:r>
              <a:rPr lang="en-GB" dirty="0" err="1"/>
              <a:t>térben</a:t>
            </a:r>
            <a:r>
              <a:rPr lang="en-GB" dirty="0"/>
              <a:t> </a:t>
            </a:r>
            <a:r>
              <a:rPr lang="en-GB" dirty="0" err="1"/>
              <a:t>bárki</a:t>
            </a:r>
            <a:r>
              <a:rPr lang="en-GB" dirty="0"/>
              <a:t> </a:t>
            </a:r>
            <a:r>
              <a:rPr lang="en-GB" dirty="0" err="1"/>
              <a:t>közzétehet</a:t>
            </a:r>
            <a:r>
              <a:rPr lang="en-GB" dirty="0"/>
              <a:t> </a:t>
            </a:r>
            <a:r>
              <a:rPr lang="en-GB" dirty="0" err="1"/>
              <a:t>tartalmat</a:t>
            </a:r>
            <a:r>
              <a:rPr lang="en-GB" dirty="0"/>
              <a:t>, </a:t>
            </a:r>
            <a:r>
              <a:rPr lang="en-GB" dirty="0" err="1"/>
              <a:t>legyen</a:t>
            </a:r>
            <a:r>
              <a:rPr lang="en-GB" dirty="0"/>
              <a:t> </a:t>
            </a:r>
            <a:r>
              <a:rPr lang="en-GB" dirty="0" err="1"/>
              <a:t>szó</a:t>
            </a:r>
            <a:r>
              <a:rPr lang="en-GB" dirty="0"/>
              <a:t> </a:t>
            </a:r>
            <a:r>
              <a:rPr lang="en-GB" dirty="0" err="1"/>
              <a:t>képről</a:t>
            </a:r>
            <a:r>
              <a:rPr lang="en-GB" dirty="0"/>
              <a:t>, </a:t>
            </a:r>
            <a:r>
              <a:rPr lang="en-GB" dirty="0" err="1"/>
              <a:t>videóról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szövegről</a:t>
            </a:r>
            <a:r>
              <a:rPr lang="en-GB" dirty="0"/>
              <a:t>, </a:t>
            </a:r>
            <a:r>
              <a:rPr lang="en-GB" dirty="0" err="1"/>
              <a:t>ezért</a:t>
            </a:r>
            <a:r>
              <a:rPr lang="en-GB" dirty="0"/>
              <a:t> </a:t>
            </a:r>
            <a:r>
              <a:rPr lang="en-GB" dirty="0" err="1"/>
              <a:t>különösen</a:t>
            </a:r>
            <a:r>
              <a:rPr lang="en-GB" dirty="0"/>
              <a:t> </a:t>
            </a:r>
            <a:r>
              <a:rPr lang="en-GB" dirty="0" err="1"/>
              <a:t>fontos</a:t>
            </a:r>
            <a:r>
              <a:rPr lang="en-GB" dirty="0"/>
              <a:t>, </a:t>
            </a:r>
            <a:r>
              <a:rPr lang="en-GB" dirty="0" err="1"/>
              <a:t>hogy</a:t>
            </a:r>
            <a:r>
              <a:rPr lang="en-GB" dirty="0"/>
              <a:t> </a:t>
            </a:r>
            <a:r>
              <a:rPr lang="en-GB" dirty="0" err="1"/>
              <a:t>megtanuljuk</a:t>
            </a:r>
            <a:r>
              <a:rPr lang="en-GB" dirty="0"/>
              <a:t> </a:t>
            </a:r>
            <a:r>
              <a:rPr lang="en-GB" dirty="0" err="1"/>
              <a:t>tudatosan</a:t>
            </a:r>
            <a:r>
              <a:rPr lang="en-GB" dirty="0"/>
              <a:t> </a:t>
            </a:r>
            <a:r>
              <a:rPr lang="en-GB" dirty="0" err="1"/>
              <a:t>kezelni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online </a:t>
            </a:r>
            <a:r>
              <a:rPr lang="en-GB" dirty="0" err="1"/>
              <a:t>információkat</a:t>
            </a:r>
            <a:r>
              <a:rPr lang="en-GB" dirty="0"/>
              <a:t>.</a:t>
            </a:r>
            <a:endParaRPr lang="en-GB" dirty="0">
              <a:ea typeface="Calibri"/>
              <a:cs typeface="Calibri"/>
            </a:endParaRPr>
          </a:p>
          <a:p>
            <a:pPr marL="0" indent="0">
              <a:buFontTx/>
              <a:buNone/>
            </a:pPr>
            <a:endParaRPr lang="en-GB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502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Kulcskérdések</a:t>
            </a:r>
            <a:r>
              <a:rPr lang="en-GB" b="1" dirty="0"/>
              <a:t>: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Ki </a:t>
            </a:r>
            <a:r>
              <a:rPr lang="en-GB" b="1" dirty="0" err="1"/>
              <a:t>készítette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magánszemély</a:t>
            </a:r>
            <a:r>
              <a:rPr lang="en-GB" dirty="0"/>
              <a:t> / </a:t>
            </a:r>
            <a:r>
              <a:rPr lang="en-GB" dirty="0" err="1"/>
              <a:t>influenszer</a:t>
            </a:r>
            <a:r>
              <a:rPr lang="en-GB" dirty="0"/>
              <a:t> / </a:t>
            </a:r>
            <a:r>
              <a:rPr lang="en-GB" dirty="0" err="1"/>
              <a:t>hírportál</a:t>
            </a:r>
            <a:r>
              <a:rPr lang="en-GB" dirty="0"/>
              <a:t> / </a:t>
            </a:r>
            <a:r>
              <a:rPr lang="en-GB" dirty="0" err="1"/>
              <a:t>hivatalos</a:t>
            </a:r>
            <a:r>
              <a:rPr lang="en-GB" dirty="0"/>
              <a:t> </a:t>
            </a:r>
            <a:r>
              <a:rPr lang="en-GB" dirty="0" err="1"/>
              <a:t>szervezet</a:t>
            </a:r>
            <a:r>
              <a:rPr lang="en-GB" dirty="0"/>
              <a:t>) + van-e </a:t>
            </a:r>
            <a:r>
              <a:rPr lang="en-GB" dirty="0" err="1"/>
              <a:t>érdeke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Hol </a:t>
            </a:r>
            <a:r>
              <a:rPr lang="en-GB" b="1" dirty="0" err="1"/>
              <a:t>jelent</a:t>
            </a:r>
            <a:r>
              <a:rPr lang="en-GB" b="1" dirty="0"/>
              <a:t> meg?</a:t>
            </a:r>
            <a:r>
              <a:rPr lang="en-GB" dirty="0"/>
              <a:t> (platform: </a:t>
            </a:r>
            <a:r>
              <a:rPr lang="en-GB" dirty="0" err="1"/>
              <a:t>közösségi</a:t>
            </a:r>
            <a:r>
              <a:rPr lang="en-GB" dirty="0"/>
              <a:t> </a:t>
            </a:r>
            <a:r>
              <a:rPr lang="en-GB" dirty="0" err="1"/>
              <a:t>poszt</a:t>
            </a:r>
            <a:r>
              <a:rPr lang="en-GB" dirty="0"/>
              <a:t> vs. blog vs. </a:t>
            </a:r>
            <a:r>
              <a:rPr lang="en-GB" dirty="0" err="1"/>
              <a:t>ismert</a:t>
            </a:r>
            <a:r>
              <a:rPr lang="en-GB" dirty="0"/>
              <a:t> </a:t>
            </a:r>
            <a:r>
              <a:rPr lang="en-GB" dirty="0" err="1"/>
              <a:t>hírportál</a:t>
            </a:r>
            <a:r>
              <a:rPr lang="en-GB" dirty="0"/>
              <a:t>) –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jelez</a:t>
            </a:r>
            <a:r>
              <a:rPr lang="en-GB" dirty="0"/>
              <a:t> a </a:t>
            </a:r>
            <a:r>
              <a:rPr lang="en-GB" dirty="0" err="1"/>
              <a:t>felület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Mi </a:t>
            </a:r>
            <a:r>
              <a:rPr lang="en-GB" b="1" dirty="0" err="1"/>
              <a:t>lehetett</a:t>
            </a:r>
            <a:r>
              <a:rPr lang="en-GB" b="1" dirty="0"/>
              <a:t> a </a:t>
            </a:r>
            <a:r>
              <a:rPr lang="en-GB" b="1" dirty="0" err="1"/>
              <a:t>cél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tájékoztatás</a:t>
            </a:r>
            <a:r>
              <a:rPr lang="en-GB" dirty="0"/>
              <a:t> / </a:t>
            </a:r>
            <a:r>
              <a:rPr lang="en-GB" dirty="0" err="1"/>
              <a:t>szórakoztatás</a:t>
            </a:r>
            <a:r>
              <a:rPr lang="en-GB" dirty="0"/>
              <a:t> / </a:t>
            </a:r>
            <a:r>
              <a:rPr lang="en-GB" dirty="0" err="1"/>
              <a:t>véleményformálás</a:t>
            </a:r>
            <a:r>
              <a:rPr lang="en-GB" dirty="0"/>
              <a:t> / </a:t>
            </a:r>
            <a:r>
              <a:rPr lang="en-GB" dirty="0" err="1"/>
              <a:t>megtévesztés</a:t>
            </a:r>
            <a:r>
              <a:rPr lang="en-GB" dirty="0"/>
              <a:t>–</a:t>
            </a:r>
            <a:r>
              <a:rPr lang="en-GB" dirty="0" err="1"/>
              <a:t>kattintás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szenzációs</a:t>
            </a:r>
            <a:r>
              <a:rPr lang="en-GB" dirty="0"/>
              <a:t>, </a:t>
            </a:r>
            <a:r>
              <a:rPr lang="en-GB" dirty="0" err="1"/>
              <a:t>érzelmekre</a:t>
            </a:r>
            <a:r>
              <a:rPr lang="en-GB" dirty="0"/>
              <a:t> </a:t>
            </a:r>
            <a:r>
              <a:rPr lang="en-GB" dirty="0" err="1"/>
              <a:t>ható</a:t>
            </a:r>
            <a:r>
              <a:rPr lang="en-GB" dirty="0"/>
              <a:t> </a:t>
            </a:r>
            <a:r>
              <a:rPr lang="en-GB" dirty="0" err="1"/>
              <a:t>tartalmaknál</a:t>
            </a:r>
            <a:r>
              <a:rPr lang="en-GB" dirty="0"/>
              <a:t> extra </a:t>
            </a:r>
            <a:r>
              <a:rPr lang="en-GB" dirty="0" err="1"/>
              <a:t>óvatosság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 err="1"/>
              <a:t>Megjelenik</a:t>
            </a:r>
            <a:r>
              <a:rPr lang="en-GB" b="1" dirty="0"/>
              <a:t>-e </a:t>
            </a:r>
            <a:r>
              <a:rPr lang="en-GB" b="1" dirty="0" err="1"/>
              <a:t>máshol</a:t>
            </a:r>
            <a:r>
              <a:rPr lang="en-GB" b="1" dirty="0"/>
              <a:t> is?</a:t>
            </a:r>
            <a:r>
              <a:rPr lang="en-GB" dirty="0"/>
              <a:t> </a:t>
            </a:r>
            <a:r>
              <a:rPr lang="en-GB" dirty="0" err="1"/>
              <a:t>több</a:t>
            </a:r>
            <a:r>
              <a:rPr lang="en-GB" dirty="0"/>
              <a:t>, </a:t>
            </a:r>
            <a:r>
              <a:rPr lang="en-GB" dirty="0" err="1"/>
              <a:t>egymástól</a:t>
            </a:r>
            <a:r>
              <a:rPr lang="en-GB" dirty="0"/>
              <a:t> </a:t>
            </a:r>
            <a:r>
              <a:rPr lang="en-GB" dirty="0" err="1"/>
              <a:t>független</a:t>
            </a:r>
            <a:r>
              <a:rPr lang="en-GB" dirty="0"/>
              <a:t> </a:t>
            </a:r>
            <a:r>
              <a:rPr lang="en-GB" dirty="0" err="1"/>
              <a:t>megbízható</a:t>
            </a:r>
            <a:r>
              <a:rPr lang="en-GB" dirty="0"/>
              <a:t> </a:t>
            </a:r>
            <a:r>
              <a:rPr lang="en-GB" dirty="0" err="1"/>
              <a:t>forrás</a:t>
            </a:r>
            <a:r>
              <a:rPr lang="en-GB" dirty="0"/>
              <a:t> </a:t>
            </a:r>
            <a:r>
              <a:rPr lang="en-GB" dirty="0" err="1"/>
              <a:t>megerősíti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→ ha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helyen</a:t>
            </a:r>
            <a:r>
              <a:rPr lang="en-GB" dirty="0"/>
              <a:t> van,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gyanús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664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Kulcskérdések</a:t>
            </a:r>
            <a:r>
              <a:rPr lang="en-GB" b="1" dirty="0"/>
              <a:t>: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Ki </a:t>
            </a:r>
            <a:r>
              <a:rPr lang="en-GB" b="1" dirty="0" err="1"/>
              <a:t>készítette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magánszemély</a:t>
            </a:r>
            <a:r>
              <a:rPr lang="en-GB" dirty="0"/>
              <a:t> / </a:t>
            </a:r>
            <a:r>
              <a:rPr lang="en-GB" dirty="0" err="1"/>
              <a:t>influenszer</a:t>
            </a:r>
            <a:r>
              <a:rPr lang="en-GB" dirty="0"/>
              <a:t> / </a:t>
            </a:r>
            <a:r>
              <a:rPr lang="en-GB" dirty="0" err="1"/>
              <a:t>hírportál</a:t>
            </a:r>
            <a:r>
              <a:rPr lang="en-GB" dirty="0"/>
              <a:t> / </a:t>
            </a:r>
            <a:r>
              <a:rPr lang="en-GB" dirty="0" err="1"/>
              <a:t>hivatalos</a:t>
            </a:r>
            <a:r>
              <a:rPr lang="en-GB" dirty="0"/>
              <a:t> </a:t>
            </a:r>
            <a:r>
              <a:rPr lang="en-GB" dirty="0" err="1"/>
              <a:t>szervezet</a:t>
            </a:r>
            <a:r>
              <a:rPr lang="en-GB" dirty="0"/>
              <a:t>) + van-e </a:t>
            </a:r>
            <a:r>
              <a:rPr lang="en-GB" dirty="0" err="1"/>
              <a:t>érdeke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Hol </a:t>
            </a:r>
            <a:r>
              <a:rPr lang="en-GB" b="1" dirty="0" err="1"/>
              <a:t>jelent</a:t>
            </a:r>
            <a:r>
              <a:rPr lang="en-GB" b="1" dirty="0"/>
              <a:t> meg?</a:t>
            </a:r>
            <a:r>
              <a:rPr lang="en-GB" dirty="0"/>
              <a:t> (platform: </a:t>
            </a:r>
            <a:r>
              <a:rPr lang="en-GB" dirty="0" err="1"/>
              <a:t>közösségi</a:t>
            </a:r>
            <a:r>
              <a:rPr lang="en-GB" dirty="0"/>
              <a:t> </a:t>
            </a:r>
            <a:r>
              <a:rPr lang="en-GB" dirty="0" err="1"/>
              <a:t>poszt</a:t>
            </a:r>
            <a:r>
              <a:rPr lang="en-GB" dirty="0"/>
              <a:t> vs. blog vs. </a:t>
            </a:r>
            <a:r>
              <a:rPr lang="en-GB" dirty="0" err="1"/>
              <a:t>ismert</a:t>
            </a:r>
            <a:r>
              <a:rPr lang="en-GB" dirty="0"/>
              <a:t> </a:t>
            </a:r>
            <a:r>
              <a:rPr lang="en-GB" dirty="0" err="1"/>
              <a:t>hírportál</a:t>
            </a:r>
            <a:r>
              <a:rPr lang="en-GB" dirty="0"/>
              <a:t>) –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jelez</a:t>
            </a:r>
            <a:r>
              <a:rPr lang="en-GB" dirty="0"/>
              <a:t> a </a:t>
            </a:r>
            <a:r>
              <a:rPr lang="en-GB" dirty="0" err="1"/>
              <a:t>felület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Mi </a:t>
            </a:r>
            <a:r>
              <a:rPr lang="en-GB" b="1" dirty="0" err="1"/>
              <a:t>lehetett</a:t>
            </a:r>
            <a:r>
              <a:rPr lang="en-GB" b="1" dirty="0"/>
              <a:t> a </a:t>
            </a:r>
            <a:r>
              <a:rPr lang="en-GB" b="1" dirty="0" err="1"/>
              <a:t>cél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tájékoztatás</a:t>
            </a:r>
            <a:r>
              <a:rPr lang="en-GB" dirty="0"/>
              <a:t> / </a:t>
            </a:r>
            <a:r>
              <a:rPr lang="en-GB" dirty="0" err="1"/>
              <a:t>szórakoztatás</a:t>
            </a:r>
            <a:r>
              <a:rPr lang="en-GB" dirty="0"/>
              <a:t> / </a:t>
            </a:r>
            <a:r>
              <a:rPr lang="en-GB" dirty="0" err="1"/>
              <a:t>véleményformálás</a:t>
            </a:r>
            <a:r>
              <a:rPr lang="en-GB" dirty="0"/>
              <a:t> / </a:t>
            </a:r>
            <a:r>
              <a:rPr lang="en-GB" dirty="0" err="1"/>
              <a:t>megtévesztés</a:t>
            </a:r>
            <a:r>
              <a:rPr lang="en-GB" dirty="0"/>
              <a:t>–</a:t>
            </a:r>
            <a:r>
              <a:rPr lang="en-GB" dirty="0" err="1"/>
              <a:t>kattintás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szenzációs</a:t>
            </a:r>
            <a:r>
              <a:rPr lang="en-GB" dirty="0"/>
              <a:t>, </a:t>
            </a:r>
            <a:r>
              <a:rPr lang="en-GB" dirty="0" err="1"/>
              <a:t>érzelmekre</a:t>
            </a:r>
            <a:r>
              <a:rPr lang="en-GB" dirty="0"/>
              <a:t> </a:t>
            </a:r>
            <a:r>
              <a:rPr lang="en-GB" dirty="0" err="1"/>
              <a:t>ható</a:t>
            </a:r>
            <a:r>
              <a:rPr lang="en-GB" dirty="0"/>
              <a:t> </a:t>
            </a:r>
            <a:r>
              <a:rPr lang="en-GB" dirty="0" err="1"/>
              <a:t>tartalmaknál</a:t>
            </a:r>
            <a:r>
              <a:rPr lang="en-GB" dirty="0"/>
              <a:t> extra </a:t>
            </a:r>
            <a:r>
              <a:rPr lang="en-GB" dirty="0" err="1"/>
              <a:t>óvatosság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 err="1"/>
              <a:t>Megjelenik</a:t>
            </a:r>
            <a:r>
              <a:rPr lang="en-GB" b="1" dirty="0"/>
              <a:t>-e </a:t>
            </a:r>
            <a:r>
              <a:rPr lang="en-GB" b="1" dirty="0" err="1"/>
              <a:t>máshol</a:t>
            </a:r>
            <a:r>
              <a:rPr lang="en-GB" b="1" dirty="0"/>
              <a:t> is?</a:t>
            </a:r>
            <a:r>
              <a:rPr lang="en-GB" dirty="0"/>
              <a:t> </a:t>
            </a:r>
            <a:r>
              <a:rPr lang="en-GB" dirty="0" err="1"/>
              <a:t>több</a:t>
            </a:r>
            <a:r>
              <a:rPr lang="en-GB" dirty="0"/>
              <a:t>, </a:t>
            </a:r>
            <a:r>
              <a:rPr lang="en-GB" dirty="0" err="1"/>
              <a:t>egymástól</a:t>
            </a:r>
            <a:r>
              <a:rPr lang="en-GB" dirty="0"/>
              <a:t> </a:t>
            </a:r>
            <a:r>
              <a:rPr lang="en-GB" dirty="0" err="1"/>
              <a:t>független</a:t>
            </a:r>
            <a:r>
              <a:rPr lang="en-GB" dirty="0"/>
              <a:t> </a:t>
            </a:r>
            <a:r>
              <a:rPr lang="en-GB" dirty="0" err="1"/>
              <a:t>megbízható</a:t>
            </a:r>
            <a:r>
              <a:rPr lang="en-GB" dirty="0"/>
              <a:t> </a:t>
            </a:r>
            <a:r>
              <a:rPr lang="en-GB" dirty="0" err="1"/>
              <a:t>forrás</a:t>
            </a:r>
            <a:r>
              <a:rPr lang="en-GB" dirty="0"/>
              <a:t> </a:t>
            </a:r>
            <a:r>
              <a:rPr lang="en-GB" dirty="0" err="1"/>
              <a:t>megerősíti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→ ha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helyen</a:t>
            </a:r>
            <a:r>
              <a:rPr lang="en-GB" dirty="0"/>
              <a:t> van,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gyanús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526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Kulcskérdések</a:t>
            </a:r>
            <a:r>
              <a:rPr lang="en-GB" b="1" dirty="0"/>
              <a:t>: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Ki </a:t>
            </a:r>
            <a:r>
              <a:rPr lang="en-GB" b="1" dirty="0" err="1"/>
              <a:t>készítette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magánszemély</a:t>
            </a:r>
            <a:r>
              <a:rPr lang="en-GB" dirty="0"/>
              <a:t> / </a:t>
            </a:r>
            <a:r>
              <a:rPr lang="en-GB" dirty="0" err="1"/>
              <a:t>influenszer</a:t>
            </a:r>
            <a:r>
              <a:rPr lang="en-GB" dirty="0"/>
              <a:t> / </a:t>
            </a:r>
            <a:r>
              <a:rPr lang="en-GB" dirty="0" err="1"/>
              <a:t>hírportál</a:t>
            </a:r>
            <a:r>
              <a:rPr lang="en-GB" dirty="0"/>
              <a:t> / </a:t>
            </a:r>
            <a:r>
              <a:rPr lang="en-GB" dirty="0" err="1"/>
              <a:t>hivatalos</a:t>
            </a:r>
            <a:r>
              <a:rPr lang="en-GB" dirty="0"/>
              <a:t> </a:t>
            </a:r>
            <a:r>
              <a:rPr lang="en-GB" dirty="0" err="1"/>
              <a:t>szervezet</a:t>
            </a:r>
            <a:r>
              <a:rPr lang="en-GB" dirty="0"/>
              <a:t>) + van-e </a:t>
            </a:r>
            <a:r>
              <a:rPr lang="en-GB" dirty="0" err="1"/>
              <a:t>érdeke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Hol </a:t>
            </a:r>
            <a:r>
              <a:rPr lang="en-GB" b="1" dirty="0" err="1"/>
              <a:t>jelent</a:t>
            </a:r>
            <a:r>
              <a:rPr lang="en-GB" b="1" dirty="0"/>
              <a:t> meg?</a:t>
            </a:r>
            <a:r>
              <a:rPr lang="en-GB" dirty="0"/>
              <a:t> (platform: </a:t>
            </a:r>
            <a:r>
              <a:rPr lang="en-GB" dirty="0" err="1"/>
              <a:t>közösségi</a:t>
            </a:r>
            <a:r>
              <a:rPr lang="en-GB" dirty="0"/>
              <a:t> </a:t>
            </a:r>
            <a:r>
              <a:rPr lang="en-GB" dirty="0" err="1"/>
              <a:t>poszt</a:t>
            </a:r>
            <a:r>
              <a:rPr lang="en-GB" dirty="0"/>
              <a:t> vs. blog vs. </a:t>
            </a:r>
            <a:r>
              <a:rPr lang="en-GB" dirty="0" err="1"/>
              <a:t>ismert</a:t>
            </a:r>
            <a:r>
              <a:rPr lang="en-GB" dirty="0"/>
              <a:t> </a:t>
            </a:r>
            <a:r>
              <a:rPr lang="en-GB" dirty="0" err="1"/>
              <a:t>hírportál</a:t>
            </a:r>
            <a:r>
              <a:rPr lang="en-GB" dirty="0"/>
              <a:t>) –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jelez</a:t>
            </a:r>
            <a:r>
              <a:rPr lang="en-GB" dirty="0"/>
              <a:t> a </a:t>
            </a:r>
            <a:r>
              <a:rPr lang="en-GB" dirty="0" err="1"/>
              <a:t>felület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Mi </a:t>
            </a:r>
            <a:r>
              <a:rPr lang="en-GB" b="1" dirty="0" err="1"/>
              <a:t>lehetett</a:t>
            </a:r>
            <a:r>
              <a:rPr lang="en-GB" b="1" dirty="0"/>
              <a:t> a </a:t>
            </a:r>
            <a:r>
              <a:rPr lang="en-GB" b="1" dirty="0" err="1"/>
              <a:t>cél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tájékoztatás</a:t>
            </a:r>
            <a:r>
              <a:rPr lang="en-GB" dirty="0"/>
              <a:t> / </a:t>
            </a:r>
            <a:r>
              <a:rPr lang="en-GB" dirty="0" err="1"/>
              <a:t>szórakoztatás</a:t>
            </a:r>
            <a:r>
              <a:rPr lang="en-GB" dirty="0"/>
              <a:t> / </a:t>
            </a:r>
            <a:r>
              <a:rPr lang="en-GB" dirty="0" err="1"/>
              <a:t>véleményformálás</a:t>
            </a:r>
            <a:r>
              <a:rPr lang="en-GB" dirty="0"/>
              <a:t> / </a:t>
            </a:r>
            <a:r>
              <a:rPr lang="en-GB" dirty="0" err="1"/>
              <a:t>megtévesztés</a:t>
            </a:r>
            <a:r>
              <a:rPr lang="en-GB" dirty="0"/>
              <a:t>–</a:t>
            </a:r>
            <a:r>
              <a:rPr lang="en-GB" dirty="0" err="1"/>
              <a:t>kattintás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szenzációs</a:t>
            </a:r>
            <a:r>
              <a:rPr lang="en-GB" dirty="0"/>
              <a:t>, </a:t>
            </a:r>
            <a:r>
              <a:rPr lang="en-GB" dirty="0" err="1"/>
              <a:t>érzelmekre</a:t>
            </a:r>
            <a:r>
              <a:rPr lang="en-GB" dirty="0"/>
              <a:t> </a:t>
            </a:r>
            <a:r>
              <a:rPr lang="en-GB" dirty="0" err="1"/>
              <a:t>ható</a:t>
            </a:r>
            <a:r>
              <a:rPr lang="en-GB" dirty="0"/>
              <a:t> </a:t>
            </a:r>
            <a:r>
              <a:rPr lang="en-GB" dirty="0" err="1"/>
              <a:t>tartalmaknál</a:t>
            </a:r>
            <a:r>
              <a:rPr lang="en-GB" dirty="0"/>
              <a:t> extra </a:t>
            </a:r>
            <a:r>
              <a:rPr lang="en-GB" dirty="0" err="1"/>
              <a:t>óvatosság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 err="1"/>
              <a:t>Megjelenik</a:t>
            </a:r>
            <a:r>
              <a:rPr lang="en-GB" b="1" dirty="0"/>
              <a:t>-e </a:t>
            </a:r>
            <a:r>
              <a:rPr lang="en-GB" b="1" dirty="0" err="1"/>
              <a:t>máshol</a:t>
            </a:r>
            <a:r>
              <a:rPr lang="en-GB" b="1" dirty="0"/>
              <a:t> is?</a:t>
            </a:r>
            <a:r>
              <a:rPr lang="en-GB" dirty="0"/>
              <a:t> </a:t>
            </a:r>
            <a:r>
              <a:rPr lang="en-GB" dirty="0" err="1"/>
              <a:t>több</a:t>
            </a:r>
            <a:r>
              <a:rPr lang="en-GB" dirty="0"/>
              <a:t>, </a:t>
            </a:r>
            <a:r>
              <a:rPr lang="en-GB" dirty="0" err="1"/>
              <a:t>egymástól</a:t>
            </a:r>
            <a:r>
              <a:rPr lang="en-GB" dirty="0"/>
              <a:t> </a:t>
            </a:r>
            <a:r>
              <a:rPr lang="en-GB" dirty="0" err="1"/>
              <a:t>független</a:t>
            </a:r>
            <a:r>
              <a:rPr lang="en-GB" dirty="0"/>
              <a:t> </a:t>
            </a:r>
            <a:r>
              <a:rPr lang="en-GB" dirty="0" err="1"/>
              <a:t>megbízható</a:t>
            </a:r>
            <a:r>
              <a:rPr lang="en-GB" dirty="0"/>
              <a:t> </a:t>
            </a:r>
            <a:r>
              <a:rPr lang="en-GB" dirty="0" err="1"/>
              <a:t>forrás</a:t>
            </a:r>
            <a:r>
              <a:rPr lang="en-GB" dirty="0"/>
              <a:t> </a:t>
            </a:r>
            <a:r>
              <a:rPr lang="en-GB" dirty="0" err="1"/>
              <a:t>megerősíti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→ ha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helyen</a:t>
            </a:r>
            <a:r>
              <a:rPr lang="en-GB" dirty="0"/>
              <a:t> van,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gyanús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54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Kulcskérdések</a:t>
            </a:r>
            <a:r>
              <a:rPr lang="en-GB" b="1" dirty="0"/>
              <a:t>: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Ki </a:t>
            </a:r>
            <a:r>
              <a:rPr lang="en-GB" b="1" dirty="0" err="1"/>
              <a:t>készítette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magánszemély</a:t>
            </a:r>
            <a:r>
              <a:rPr lang="en-GB" dirty="0"/>
              <a:t> / </a:t>
            </a:r>
            <a:r>
              <a:rPr lang="en-GB" dirty="0" err="1"/>
              <a:t>influenszer</a:t>
            </a:r>
            <a:r>
              <a:rPr lang="en-GB" dirty="0"/>
              <a:t> / </a:t>
            </a:r>
            <a:r>
              <a:rPr lang="en-GB" dirty="0" err="1"/>
              <a:t>hírportál</a:t>
            </a:r>
            <a:r>
              <a:rPr lang="en-GB" dirty="0"/>
              <a:t> / </a:t>
            </a:r>
            <a:r>
              <a:rPr lang="en-GB" dirty="0" err="1"/>
              <a:t>hivatalos</a:t>
            </a:r>
            <a:r>
              <a:rPr lang="en-GB" dirty="0"/>
              <a:t> </a:t>
            </a:r>
            <a:r>
              <a:rPr lang="en-GB" dirty="0" err="1"/>
              <a:t>szervezet</a:t>
            </a:r>
            <a:r>
              <a:rPr lang="en-GB" dirty="0"/>
              <a:t>) + van-e </a:t>
            </a:r>
            <a:r>
              <a:rPr lang="en-GB" dirty="0" err="1"/>
              <a:t>érdeke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Hol </a:t>
            </a:r>
            <a:r>
              <a:rPr lang="en-GB" b="1" dirty="0" err="1"/>
              <a:t>jelent</a:t>
            </a:r>
            <a:r>
              <a:rPr lang="en-GB" b="1" dirty="0"/>
              <a:t> meg?</a:t>
            </a:r>
            <a:r>
              <a:rPr lang="en-GB" dirty="0"/>
              <a:t> (platform: </a:t>
            </a:r>
            <a:r>
              <a:rPr lang="en-GB" dirty="0" err="1"/>
              <a:t>közösségi</a:t>
            </a:r>
            <a:r>
              <a:rPr lang="en-GB" dirty="0"/>
              <a:t> </a:t>
            </a:r>
            <a:r>
              <a:rPr lang="en-GB" dirty="0" err="1"/>
              <a:t>poszt</a:t>
            </a:r>
            <a:r>
              <a:rPr lang="en-GB" dirty="0"/>
              <a:t> vs. blog vs. </a:t>
            </a:r>
            <a:r>
              <a:rPr lang="en-GB" dirty="0" err="1"/>
              <a:t>ismert</a:t>
            </a:r>
            <a:r>
              <a:rPr lang="en-GB" dirty="0"/>
              <a:t> </a:t>
            </a:r>
            <a:r>
              <a:rPr lang="en-GB" dirty="0" err="1"/>
              <a:t>hírportál</a:t>
            </a:r>
            <a:r>
              <a:rPr lang="en-GB" dirty="0"/>
              <a:t>) –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jelez</a:t>
            </a:r>
            <a:r>
              <a:rPr lang="en-GB" dirty="0"/>
              <a:t> a </a:t>
            </a:r>
            <a:r>
              <a:rPr lang="en-GB" dirty="0" err="1"/>
              <a:t>felület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Mi </a:t>
            </a:r>
            <a:r>
              <a:rPr lang="en-GB" b="1" dirty="0" err="1"/>
              <a:t>lehetett</a:t>
            </a:r>
            <a:r>
              <a:rPr lang="en-GB" b="1" dirty="0"/>
              <a:t> a </a:t>
            </a:r>
            <a:r>
              <a:rPr lang="en-GB" b="1" dirty="0" err="1"/>
              <a:t>cél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tájékoztatás</a:t>
            </a:r>
            <a:r>
              <a:rPr lang="en-GB" dirty="0"/>
              <a:t> / </a:t>
            </a:r>
            <a:r>
              <a:rPr lang="en-GB" dirty="0" err="1"/>
              <a:t>szórakoztatás</a:t>
            </a:r>
            <a:r>
              <a:rPr lang="en-GB" dirty="0"/>
              <a:t> / </a:t>
            </a:r>
            <a:r>
              <a:rPr lang="en-GB" dirty="0" err="1"/>
              <a:t>véleményformálás</a:t>
            </a:r>
            <a:r>
              <a:rPr lang="en-GB" dirty="0"/>
              <a:t> / </a:t>
            </a:r>
            <a:r>
              <a:rPr lang="en-GB" dirty="0" err="1"/>
              <a:t>megtévesztés</a:t>
            </a:r>
            <a:r>
              <a:rPr lang="en-GB" dirty="0"/>
              <a:t>–</a:t>
            </a:r>
            <a:r>
              <a:rPr lang="en-GB" dirty="0" err="1"/>
              <a:t>kattintás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szenzációs</a:t>
            </a:r>
            <a:r>
              <a:rPr lang="en-GB" dirty="0"/>
              <a:t>, </a:t>
            </a:r>
            <a:r>
              <a:rPr lang="en-GB" dirty="0" err="1"/>
              <a:t>érzelmekre</a:t>
            </a:r>
            <a:r>
              <a:rPr lang="en-GB" dirty="0"/>
              <a:t> </a:t>
            </a:r>
            <a:r>
              <a:rPr lang="en-GB" dirty="0" err="1"/>
              <a:t>ható</a:t>
            </a:r>
            <a:r>
              <a:rPr lang="en-GB" dirty="0"/>
              <a:t> </a:t>
            </a:r>
            <a:r>
              <a:rPr lang="en-GB" dirty="0" err="1"/>
              <a:t>tartalmaknál</a:t>
            </a:r>
            <a:r>
              <a:rPr lang="en-GB" dirty="0"/>
              <a:t> extra </a:t>
            </a:r>
            <a:r>
              <a:rPr lang="en-GB" dirty="0" err="1"/>
              <a:t>óvatosság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 err="1"/>
              <a:t>Megjelenik</a:t>
            </a:r>
            <a:r>
              <a:rPr lang="en-GB" b="1" dirty="0"/>
              <a:t>-e </a:t>
            </a:r>
            <a:r>
              <a:rPr lang="en-GB" b="1" dirty="0" err="1"/>
              <a:t>máshol</a:t>
            </a:r>
            <a:r>
              <a:rPr lang="en-GB" b="1" dirty="0"/>
              <a:t> is?</a:t>
            </a:r>
            <a:r>
              <a:rPr lang="en-GB" dirty="0"/>
              <a:t> </a:t>
            </a:r>
            <a:r>
              <a:rPr lang="en-GB" dirty="0" err="1"/>
              <a:t>több</a:t>
            </a:r>
            <a:r>
              <a:rPr lang="en-GB" dirty="0"/>
              <a:t>, </a:t>
            </a:r>
            <a:r>
              <a:rPr lang="en-GB" dirty="0" err="1"/>
              <a:t>egymástól</a:t>
            </a:r>
            <a:r>
              <a:rPr lang="en-GB" dirty="0"/>
              <a:t> </a:t>
            </a:r>
            <a:r>
              <a:rPr lang="en-GB" dirty="0" err="1"/>
              <a:t>független</a:t>
            </a:r>
            <a:r>
              <a:rPr lang="en-GB" dirty="0"/>
              <a:t> </a:t>
            </a:r>
            <a:r>
              <a:rPr lang="en-GB" dirty="0" err="1"/>
              <a:t>megbízható</a:t>
            </a:r>
            <a:r>
              <a:rPr lang="en-GB" dirty="0"/>
              <a:t> </a:t>
            </a:r>
            <a:r>
              <a:rPr lang="en-GB" dirty="0" err="1"/>
              <a:t>forrás</a:t>
            </a:r>
            <a:r>
              <a:rPr lang="en-GB" dirty="0"/>
              <a:t> </a:t>
            </a:r>
            <a:r>
              <a:rPr lang="en-GB" dirty="0" err="1"/>
              <a:t>megerősíti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→ ha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helyen</a:t>
            </a:r>
            <a:r>
              <a:rPr lang="en-GB" dirty="0"/>
              <a:t> van,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gyanús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360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Kulcskérdések</a:t>
            </a:r>
            <a:r>
              <a:rPr lang="en-GB" b="1" dirty="0"/>
              <a:t>: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Ki </a:t>
            </a:r>
            <a:r>
              <a:rPr lang="en-GB" b="1" dirty="0" err="1"/>
              <a:t>készítette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magánszemély</a:t>
            </a:r>
            <a:r>
              <a:rPr lang="en-GB" dirty="0"/>
              <a:t> / </a:t>
            </a:r>
            <a:r>
              <a:rPr lang="en-GB" dirty="0" err="1"/>
              <a:t>influenszer</a:t>
            </a:r>
            <a:r>
              <a:rPr lang="en-GB" dirty="0"/>
              <a:t> / </a:t>
            </a:r>
            <a:r>
              <a:rPr lang="en-GB" dirty="0" err="1"/>
              <a:t>hírportál</a:t>
            </a:r>
            <a:r>
              <a:rPr lang="en-GB" dirty="0"/>
              <a:t> / </a:t>
            </a:r>
            <a:r>
              <a:rPr lang="en-GB" dirty="0" err="1"/>
              <a:t>hivatalos</a:t>
            </a:r>
            <a:r>
              <a:rPr lang="en-GB" dirty="0"/>
              <a:t> </a:t>
            </a:r>
            <a:r>
              <a:rPr lang="en-GB" dirty="0" err="1"/>
              <a:t>szervezet</a:t>
            </a:r>
            <a:r>
              <a:rPr lang="en-GB" dirty="0"/>
              <a:t>) + van-e </a:t>
            </a:r>
            <a:r>
              <a:rPr lang="en-GB" dirty="0" err="1"/>
              <a:t>érdeke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Hol </a:t>
            </a:r>
            <a:r>
              <a:rPr lang="en-GB" b="1" dirty="0" err="1"/>
              <a:t>jelent</a:t>
            </a:r>
            <a:r>
              <a:rPr lang="en-GB" b="1" dirty="0"/>
              <a:t> meg?</a:t>
            </a:r>
            <a:r>
              <a:rPr lang="en-GB" dirty="0"/>
              <a:t> (platform: </a:t>
            </a:r>
            <a:r>
              <a:rPr lang="en-GB" dirty="0" err="1"/>
              <a:t>közösségi</a:t>
            </a:r>
            <a:r>
              <a:rPr lang="en-GB" dirty="0"/>
              <a:t> </a:t>
            </a:r>
            <a:r>
              <a:rPr lang="en-GB" dirty="0" err="1"/>
              <a:t>poszt</a:t>
            </a:r>
            <a:r>
              <a:rPr lang="en-GB" dirty="0"/>
              <a:t> vs. blog vs. </a:t>
            </a:r>
            <a:r>
              <a:rPr lang="en-GB" dirty="0" err="1"/>
              <a:t>ismert</a:t>
            </a:r>
            <a:r>
              <a:rPr lang="en-GB" dirty="0"/>
              <a:t> </a:t>
            </a:r>
            <a:r>
              <a:rPr lang="en-GB" dirty="0" err="1"/>
              <a:t>hírportál</a:t>
            </a:r>
            <a:r>
              <a:rPr lang="en-GB" dirty="0"/>
              <a:t>) –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jelez</a:t>
            </a:r>
            <a:r>
              <a:rPr lang="en-GB" dirty="0"/>
              <a:t> a </a:t>
            </a:r>
            <a:r>
              <a:rPr lang="en-GB" dirty="0" err="1"/>
              <a:t>felület</a:t>
            </a:r>
            <a:r>
              <a:rPr lang="en-GB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Mi </a:t>
            </a:r>
            <a:r>
              <a:rPr lang="en-GB" b="1" dirty="0" err="1"/>
              <a:t>lehetett</a:t>
            </a:r>
            <a:r>
              <a:rPr lang="en-GB" b="1" dirty="0"/>
              <a:t> a </a:t>
            </a:r>
            <a:r>
              <a:rPr lang="en-GB" b="1" dirty="0" err="1"/>
              <a:t>cél</a:t>
            </a:r>
            <a:r>
              <a:rPr lang="en-GB" b="1" dirty="0"/>
              <a:t>?</a:t>
            </a:r>
            <a:r>
              <a:rPr lang="en-GB" dirty="0"/>
              <a:t> (</a:t>
            </a:r>
            <a:r>
              <a:rPr lang="en-GB" dirty="0" err="1"/>
              <a:t>tájékoztatás</a:t>
            </a:r>
            <a:r>
              <a:rPr lang="en-GB" dirty="0"/>
              <a:t> / </a:t>
            </a:r>
            <a:r>
              <a:rPr lang="en-GB" dirty="0" err="1"/>
              <a:t>szórakoztatás</a:t>
            </a:r>
            <a:r>
              <a:rPr lang="en-GB" dirty="0"/>
              <a:t> / </a:t>
            </a:r>
            <a:r>
              <a:rPr lang="en-GB" dirty="0" err="1"/>
              <a:t>véleményformálás</a:t>
            </a:r>
            <a:r>
              <a:rPr lang="en-GB" dirty="0"/>
              <a:t> / </a:t>
            </a:r>
            <a:r>
              <a:rPr lang="en-GB" dirty="0" err="1"/>
              <a:t>megtévesztés</a:t>
            </a:r>
            <a:r>
              <a:rPr lang="en-GB" dirty="0"/>
              <a:t>–</a:t>
            </a:r>
            <a:r>
              <a:rPr lang="en-GB" dirty="0" err="1"/>
              <a:t>kattintás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szenzációs</a:t>
            </a:r>
            <a:r>
              <a:rPr lang="en-GB" dirty="0"/>
              <a:t>, </a:t>
            </a:r>
            <a:r>
              <a:rPr lang="en-GB" dirty="0" err="1"/>
              <a:t>érzelmekre</a:t>
            </a:r>
            <a:r>
              <a:rPr lang="en-GB" dirty="0"/>
              <a:t> </a:t>
            </a:r>
            <a:r>
              <a:rPr lang="en-GB" dirty="0" err="1"/>
              <a:t>ható</a:t>
            </a:r>
            <a:r>
              <a:rPr lang="en-GB" dirty="0"/>
              <a:t> </a:t>
            </a:r>
            <a:r>
              <a:rPr lang="en-GB" dirty="0" err="1"/>
              <a:t>tartalmaknál</a:t>
            </a:r>
            <a:r>
              <a:rPr lang="en-GB" dirty="0"/>
              <a:t> extra </a:t>
            </a:r>
            <a:r>
              <a:rPr lang="en-GB" dirty="0" err="1"/>
              <a:t>óvatosság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 err="1"/>
              <a:t>Megjelenik</a:t>
            </a:r>
            <a:r>
              <a:rPr lang="en-GB" b="1" dirty="0"/>
              <a:t>-e </a:t>
            </a:r>
            <a:r>
              <a:rPr lang="en-GB" b="1" dirty="0" err="1"/>
              <a:t>máshol</a:t>
            </a:r>
            <a:r>
              <a:rPr lang="en-GB" b="1" dirty="0"/>
              <a:t> is?</a:t>
            </a:r>
            <a:r>
              <a:rPr lang="en-GB" dirty="0"/>
              <a:t> </a:t>
            </a:r>
            <a:r>
              <a:rPr lang="en-GB" dirty="0" err="1"/>
              <a:t>több</a:t>
            </a:r>
            <a:r>
              <a:rPr lang="en-GB" dirty="0"/>
              <a:t>, </a:t>
            </a:r>
            <a:r>
              <a:rPr lang="en-GB" dirty="0" err="1"/>
              <a:t>egymástól</a:t>
            </a:r>
            <a:r>
              <a:rPr lang="en-GB" dirty="0"/>
              <a:t> </a:t>
            </a:r>
            <a:r>
              <a:rPr lang="en-GB" dirty="0" err="1"/>
              <a:t>független</a:t>
            </a:r>
            <a:r>
              <a:rPr lang="en-GB" dirty="0"/>
              <a:t> </a:t>
            </a:r>
            <a:r>
              <a:rPr lang="en-GB" dirty="0" err="1"/>
              <a:t>megbízható</a:t>
            </a:r>
            <a:r>
              <a:rPr lang="en-GB" dirty="0"/>
              <a:t> </a:t>
            </a:r>
            <a:r>
              <a:rPr lang="en-GB" dirty="0" err="1"/>
              <a:t>forrás</a:t>
            </a:r>
            <a:r>
              <a:rPr lang="en-GB" dirty="0"/>
              <a:t> </a:t>
            </a:r>
            <a:r>
              <a:rPr lang="en-GB" dirty="0" err="1"/>
              <a:t>megerősíti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→ ha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helyen</a:t>
            </a:r>
            <a:r>
              <a:rPr lang="en-GB" dirty="0"/>
              <a:t> van,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gyanús</a:t>
            </a: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223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Miért tűnhetett sokaknak hitelesnek?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Milyen vizuális részletek / hatások miatt nem kérdőjelezzük meg elsőre?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Mi hiányzik a megbízhatósághoz? (forrás, dátum, pontos leírás, kontextus)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7FA9F-D0EF-4C11-97A2-AAD5ED4DE642}" type="slidenum">
              <a:rPr lang="hu-HU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6990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BB2CE-C8EF-CA20-781F-394ED014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B831D-24CA-131B-2CB7-97435E823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65053-F047-15D9-7A22-AD6E73E70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 err="1"/>
              <a:t>Gyanús</a:t>
            </a:r>
            <a:r>
              <a:rPr lang="en-GB" b="0" dirty="0"/>
              <a:t> </a:t>
            </a:r>
            <a:r>
              <a:rPr lang="en-GB" b="0" dirty="0" err="1"/>
              <a:t>jelek</a:t>
            </a:r>
            <a:r>
              <a:rPr lang="en-GB" b="0" dirty="0"/>
              <a:t> (</a:t>
            </a:r>
            <a:r>
              <a:rPr lang="en-GB" b="0" dirty="0" err="1"/>
              <a:t>gyakori</a:t>
            </a:r>
            <a:r>
              <a:rPr lang="en-GB" b="0" dirty="0"/>
              <a:t>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 err="1"/>
              <a:t>Túl</a:t>
            </a:r>
            <a:r>
              <a:rPr lang="en-GB" b="0" dirty="0"/>
              <a:t> </a:t>
            </a:r>
            <a:r>
              <a:rPr lang="en-GB" b="0" dirty="0" err="1"/>
              <a:t>tökéletes</a:t>
            </a:r>
            <a:r>
              <a:rPr lang="en-GB" b="0" dirty="0"/>
              <a:t> / </a:t>
            </a:r>
            <a:r>
              <a:rPr lang="en-GB" b="0" dirty="0" err="1"/>
              <a:t>furcsa</a:t>
            </a:r>
            <a:r>
              <a:rPr lang="en-GB" b="0" dirty="0"/>
              <a:t> </a:t>
            </a:r>
            <a:r>
              <a:rPr lang="en-GB" b="0" dirty="0" err="1"/>
              <a:t>részletek</a:t>
            </a:r>
            <a:br>
              <a:rPr lang="en-GB" b="0" dirty="0"/>
            </a:br>
            <a:r>
              <a:rPr lang="en-GB" b="0" dirty="0"/>
              <a:t>(</a:t>
            </a:r>
            <a:r>
              <a:rPr lang="en-GB" b="0" dirty="0" err="1"/>
              <a:t>aránytalan</a:t>
            </a:r>
            <a:r>
              <a:rPr lang="en-GB" b="0" dirty="0"/>
              <a:t> </a:t>
            </a:r>
            <a:r>
              <a:rPr lang="en-GB" b="0" dirty="0" err="1"/>
              <a:t>testrészek</a:t>
            </a:r>
            <a:r>
              <a:rPr lang="en-GB" b="0" dirty="0"/>
              <a:t>, </a:t>
            </a:r>
            <a:r>
              <a:rPr lang="en-GB" b="0" dirty="0" err="1"/>
              <a:t>szokatlan</a:t>
            </a:r>
            <a:r>
              <a:rPr lang="en-GB" b="0" dirty="0"/>
              <a:t> </a:t>
            </a:r>
            <a:r>
              <a:rPr lang="en-GB" b="0" dirty="0" err="1"/>
              <a:t>fények</a:t>
            </a:r>
            <a:r>
              <a:rPr lang="en-GB" b="0" dirty="0"/>
              <a:t>, </a:t>
            </a:r>
            <a:r>
              <a:rPr lang="en-GB" b="0" dirty="0" err="1"/>
              <a:t>elmosódó</a:t>
            </a:r>
            <a:r>
              <a:rPr lang="en-GB" b="0" dirty="0"/>
              <a:t> </a:t>
            </a:r>
            <a:r>
              <a:rPr lang="en-GB" b="0" dirty="0" err="1"/>
              <a:t>háttér</a:t>
            </a:r>
            <a:r>
              <a:rPr lang="en-GB" b="0" dirty="0"/>
              <a:t>, „</a:t>
            </a:r>
            <a:r>
              <a:rPr lang="en-GB" b="0" dirty="0" err="1"/>
              <a:t>furcsa</a:t>
            </a:r>
            <a:r>
              <a:rPr lang="en-GB" b="0" dirty="0"/>
              <a:t>” </a:t>
            </a:r>
            <a:r>
              <a:rPr lang="en-GB" b="0" dirty="0" err="1"/>
              <a:t>tárgyak</a:t>
            </a:r>
            <a:r>
              <a:rPr lang="en-GB" b="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 err="1"/>
              <a:t>Nincs</a:t>
            </a:r>
            <a:r>
              <a:rPr lang="en-GB" b="0" dirty="0"/>
              <a:t> </a:t>
            </a:r>
            <a:r>
              <a:rPr lang="en-GB" b="0" dirty="0" err="1"/>
              <a:t>forrás</a:t>
            </a:r>
            <a:r>
              <a:rPr lang="en-GB" b="0" dirty="0"/>
              <a:t> </a:t>
            </a:r>
            <a:r>
              <a:rPr lang="en-GB" b="0" dirty="0" err="1"/>
              <a:t>vagy</a:t>
            </a:r>
            <a:r>
              <a:rPr lang="en-GB" b="0" dirty="0"/>
              <a:t> </a:t>
            </a:r>
            <a:r>
              <a:rPr lang="en-GB" b="0" dirty="0" err="1"/>
              <a:t>készítő</a:t>
            </a:r>
            <a:r>
              <a:rPr lang="en-GB" b="0" dirty="0"/>
              <a:t> </a:t>
            </a:r>
            <a:r>
              <a:rPr lang="en-GB" b="0" dirty="0" err="1"/>
              <a:t>megjelölve</a:t>
            </a:r>
            <a:endParaRPr lang="en-GB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 err="1"/>
              <a:t>Csak</a:t>
            </a:r>
            <a:r>
              <a:rPr lang="en-GB" b="0" dirty="0"/>
              <a:t> </a:t>
            </a:r>
            <a:r>
              <a:rPr lang="en-GB" b="0" dirty="0" err="1"/>
              <a:t>egy</a:t>
            </a:r>
            <a:r>
              <a:rPr lang="en-GB" b="0" dirty="0"/>
              <a:t> </a:t>
            </a:r>
            <a:r>
              <a:rPr lang="en-GB" b="0" dirty="0" err="1"/>
              <a:t>helyen</a:t>
            </a:r>
            <a:r>
              <a:rPr lang="en-GB" b="0" dirty="0"/>
              <a:t> </a:t>
            </a:r>
            <a:r>
              <a:rPr lang="en-GB" b="0" dirty="0" err="1"/>
              <a:t>jelenik</a:t>
            </a:r>
            <a:r>
              <a:rPr lang="en-GB" b="0" dirty="0"/>
              <a:t> meg (</a:t>
            </a:r>
            <a:r>
              <a:rPr lang="en-GB" b="0" dirty="0" err="1"/>
              <a:t>egy</a:t>
            </a:r>
            <a:r>
              <a:rPr lang="en-GB" b="0" dirty="0"/>
              <a:t> </a:t>
            </a:r>
            <a:r>
              <a:rPr lang="en-GB" b="0" dirty="0" err="1"/>
              <a:t>oldal</a:t>
            </a:r>
            <a:r>
              <a:rPr lang="en-GB" b="0" dirty="0"/>
              <a:t> / </a:t>
            </a:r>
            <a:r>
              <a:rPr lang="en-GB" b="0" dirty="0" err="1"/>
              <a:t>egy</a:t>
            </a:r>
            <a:r>
              <a:rPr lang="en-GB" b="0" dirty="0"/>
              <a:t> </a:t>
            </a:r>
            <a:r>
              <a:rPr lang="en-GB" b="0" dirty="0" err="1"/>
              <a:t>poszt</a:t>
            </a:r>
            <a:r>
              <a:rPr lang="en-GB" b="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 err="1"/>
              <a:t>Szenzációs</a:t>
            </a:r>
            <a:r>
              <a:rPr lang="en-GB" b="0" dirty="0"/>
              <a:t>, </a:t>
            </a:r>
            <a:r>
              <a:rPr lang="en-GB" b="0" dirty="0" err="1"/>
              <a:t>érzelmekre</a:t>
            </a:r>
            <a:r>
              <a:rPr lang="en-GB" b="0" dirty="0"/>
              <a:t> </a:t>
            </a:r>
            <a:r>
              <a:rPr lang="en-GB" b="0" dirty="0" err="1"/>
              <a:t>ható</a:t>
            </a:r>
            <a:r>
              <a:rPr lang="en-GB" b="0" dirty="0"/>
              <a:t> </a:t>
            </a:r>
            <a:r>
              <a:rPr lang="en-GB" b="0" dirty="0" err="1"/>
              <a:t>cím</a:t>
            </a:r>
            <a:r>
              <a:rPr lang="en-GB" b="0" dirty="0"/>
              <a:t> </a:t>
            </a:r>
            <a:r>
              <a:rPr lang="en-GB" b="0" dirty="0" err="1"/>
              <a:t>vagy</a:t>
            </a:r>
            <a:r>
              <a:rPr lang="en-GB" b="0" dirty="0"/>
              <a:t> </a:t>
            </a:r>
            <a:r>
              <a:rPr lang="en-GB" b="0" dirty="0" err="1"/>
              <a:t>képaláírás</a:t>
            </a:r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2763-0FCD-C2ED-634E-EB6B87032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631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B49B-30FB-724F-FC6A-7307D1FD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7B330-FD2E-31C1-A56F-8953395E0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CAB52-23CF-2ACF-3454-7AF5B9C69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Nem </a:t>
            </a:r>
            <a:r>
              <a:rPr lang="en-GB" b="1" dirty="0" err="1"/>
              <a:t>csak</a:t>
            </a:r>
            <a:r>
              <a:rPr lang="en-GB" b="1" dirty="0"/>
              <a:t> </a:t>
            </a:r>
            <a:r>
              <a:rPr lang="en-GB" b="1" dirty="0" err="1"/>
              <a:t>képek</a:t>
            </a:r>
            <a:r>
              <a:rPr lang="en-GB" b="1" dirty="0"/>
              <a:t>: </a:t>
            </a:r>
            <a:r>
              <a:rPr lang="en-GB" dirty="0"/>
              <a:t>MI-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létrehozott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módosított</a:t>
            </a:r>
            <a:r>
              <a:rPr lang="en-GB" dirty="0"/>
              <a:t> </a:t>
            </a:r>
            <a:r>
              <a:rPr lang="en-GB" b="1" dirty="0" err="1"/>
              <a:t>képek</a:t>
            </a:r>
            <a:r>
              <a:rPr lang="en-GB" b="1" dirty="0"/>
              <a:t>, </a:t>
            </a:r>
            <a:r>
              <a:rPr lang="en-GB" b="1" dirty="0" err="1"/>
              <a:t>hangok</a:t>
            </a:r>
            <a:r>
              <a:rPr lang="en-GB" b="1" dirty="0"/>
              <a:t> </a:t>
            </a:r>
            <a:r>
              <a:rPr lang="en-GB" b="1" dirty="0" err="1"/>
              <a:t>és</a:t>
            </a:r>
            <a:r>
              <a:rPr lang="en-GB" b="1" dirty="0"/>
              <a:t> </a:t>
            </a:r>
            <a:r>
              <a:rPr lang="en-GB" b="1" dirty="0" err="1"/>
              <a:t>videók</a:t>
            </a:r>
            <a:r>
              <a:rPr lang="en-GB" dirty="0"/>
              <a:t> is </a:t>
            </a:r>
            <a:r>
              <a:rPr lang="en-GB" dirty="0" err="1"/>
              <a:t>léteznek</a:t>
            </a:r>
            <a:endParaRPr lang="en-GB" dirty="0"/>
          </a:p>
          <a:p>
            <a:r>
              <a:rPr lang="en-GB" b="1" dirty="0"/>
              <a:t>Fontos </a:t>
            </a:r>
            <a:r>
              <a:rPr lang="en-GB" b="1" dirty="0" err="1"/>
              <a:t>különbség</a:t>
            </a:r>
            <a:r>
              <a:rPr lang="en-GB" b="1" dirty="0"/>
              <a:t>: </a:t>
            </a:r>
            <a:r>
              <a:rPr lang="en-GB" dirty="0"/>
              <a:t>MI-</a:t>
            </a:r>
            <a:r>
              <a:rPr lang="en-GB" dirty="0" err="1"/>
              <a:t>tartalom</a:t>
            </a:r>
            <a:r>
              <a:rPr lang="en-GB" dirty="0"/>
              <a:t> </a:t>
            </a:r>
            <a:r>
              <a:rPr lang="en-GB" dirty="0" err="1"/>
              <a:t>készülhet</a:t>
            </a:r>
            <a:r>
              <a:rPr lang="en-GB" dirty="0"/>
              <a:t> </a:t>
            </a:r>
            <a:r>
              <a:rPr lang="en-GB" b="1" dirty="0" err="1"/>
              <a:t>kitalált</a:t>
            </a:r>
            <a:r>
              <a:rPr lang="en-GB" b="1" dirty="0"/>
              <a:t> </a:t>
            </a:r>
            <a:r>
              <a:rPr lang="en-GB" b="1" dirty="0" err="1"/>
              <a:t>szereplőkkel</a:t>
            </a:r>
            <a:r>
              <a:rPr lang="en-GB" dirty="0"/>
              <a:t> → </a:t>
            </a:r>
            <a:r>
              <a:rPr lang="en-GB" dirty="0" err="1"/>
              <a:t>ez</a:t>
            </a:r>
            <a:r>
              <a:rPr lang="en-GB" dirty="0"/>
              <a:t> </a:t>
            </a:r>
            <a:r>
              <a:rPr lang="en-GB" b="1" dirty="0" err="1"/>
              <a:t>nem</a:t>
            </a:r>
            <a:r>
              <a:rPr lang="en-GB" b="1" dirty="0"/>
              <a:t> deepfake</a:t>
            </a:r>
            <a:endParaRPr lang="en-GB" dirty="0"/>
          </a:p>
          <a:p>
            <a:r>
              <a:rPr lang="en-GB" b="1" dirty="0"/>
              <a:t>Deepfake</a:t>
            </a:r>
            <a:r>
              <a:rPr lang="en-GB" dirty="0"/>
              <a:t>, ha </a:t>
            </a:r>
            <a:r>
              <a:rPr lang="en-GB" dirty="0" err="1"/>
              <a:t>az</a:t>
            </a:r>
            <a:r>
              <a:rPr lang="en-GB" dirty="0"/>
              <a:t> MI </a:t>
            </a:r>
            <a:r>
              <a:rPr lang="en-GB" b="1" dirty="0" err="1"/>
              <a:t>valós</a:t>
            </a:r>
            <a:r>
              <a:rPr lang="en-GB" b="1" dirty="0"/>
              <a:t> </a:t>
            </a:r>
            <a:r>
              <a:rPr lang="en-GB" b="1" dirty="0" err="1"/>
              <a:t>embert</a:t>
            </a:r>
            <a:r>
              <a:rPr lang="en-GB" b="1" dirty="0"/>
              <a:t> </a:t>
            </a:r>
            <a:r>
              <a:rPr lang="en-GB" b="1" dirty="0" err="1"/>
              <a:t>utánoz</a:t>
            </a:r>
            <a:r>
              <a:rPr lang="en-GB" dirty="0"/>
              <a:t>,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hamis</a:t>
            </a:r>
            <a:r>
              <a:rPr lang="en-GB" dirty="0"/>
              <a:t> </a:t>
            </a:r>
            <a:r>
              <a:rPr lang="en-GB" dirty="0" err="1"/>
              <a:t>helyzetet</a:t>
            </a:r>
            <a:r>
              <a:rPr lang="en-GB" dirty="0"/>
              <a:t> </a:t>
            </a:r>
            <a:r>
              <a:rPr lang="en-GB" dirty="0" err="1"/>
              <a:t>sugall</a:t>
            </a:r>
            <a:endParaRPr lang="en-GB" dirty="0"/>
          </a:p>
          <a:p>
            <a:r>
              <a:rPr lang="en-GB" b="1" dirty="0"/>
              <a:t>Deepfake </a:t>
            </a:r>
            <a:r>
              <a:rPr lang="en-GB" b="1" dirty="0" err="1"/>
              <a:t>definíció</a:t>
            </a:r>
            <a:r>
              <a:rPr lang="en-GB" b="1" dirty="0"/>
              <a:t> (</a:t>
            </a:r>
            <a:r>
              <a:rPr lang="en-GB" b="1" dirty="0" err="1"/>
              <a:t>rövid</a:t>
            </a:r>
            <a:r>
              <a:rPr lang="en-GB" b="1" dirty="0"/>
              <a:t>): </a:t>
            </a:r>
            <a:r>
              <a:rPr lang="en-GB" dirty="0"/>
              <a:t>MI </a:t>
            </a:r>
            <a:r>
              <a:rPr lang="en-GB" dirty="0" err="1"/>
              <a:t>által</a:t>
            </a:r>
            <a:r>
              <a:rPr lang="en-GB" dirty="0"/>
              <a:t> </a:t>
            </a:r>
            <a:r>
              <a:rPr lang="en-GB" dirty="0" err="1"/>
              <a:t>létrehozott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módosított</a:t>
            </a:r>
            <a:r>
              <a:rPr lang="en-GB" dirty="0"/>
              <a:t> </a:t>
            </a:r>
            <a:r>
              <a:rPr lang="en-GB" dirty="0" err="1"/>
              <a:t>kép</a:t>
            </a:r>
            <a:r>
              <a:rPr lang="en-GB" dirty="0"/>
              <a:t>, </a:t>
            </a:r>
            <a:r>
              <a:rPr lang="en-GB" dirty="0" err="1"/>
              <a:t>videó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hang, </a:t>
            </a:r>
            <a:r>
              <a:rPr lang="en-GB" dirty="0" err="1"/>
              <a:t>amely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b="1" dirty="0" err="1"/>
              <a:t>valós</a:t>
            </a:r>
            <a:r>
              <a:rPr lang="en-GB" b="1" dirty="0"/>
              <a:t> </a:t>
            </a:r>
            <a:r>
              <a:rPr lang="en-GB" b="1" dirty="0" err="1"/>
              <a:t>személyt</a:t>
            </a:r>
            <a:r>
              <a:rPr lang="en-GB" dirty="0"/>
              <a:t> </a:t>
            </a:r>
            <a:r>
              <a:rPr lang="en-GB" dirty="0" err="1"/>
              <a:t>mutat</a:t>
            </a:r>
            <a:r>
              <a:rPr lang="en-GB" dirty="0"/>
              <a:t> </a:t>
            </a:r>
            <a:r>
              <a:rPr lang="en-GB" dirty="0" err="1"/>
              <a:t>olyasmit</a:t>
            </a:r>
            <a:r>
              <a:rPr lang="en-GB" dirty="0"/>
              <a:t> </a:t>
            </a:r>
            <a:r>
              <a:rPr lang="en-GB" dirty="0" err="1"/>
              <a:t>mondva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téve</a:t>
            </a:r>
            <a:r>
              <a:rPr lang="en-GB" dirty="0"/>
              <a:t>, </a:t>
            </a:r>
            <a:r>
              <a:rPr lang="en-GB" dirty="0" err="1"/>
              <a:t>ami</a:t>
            </a:r>
            <a:r>
              <a:rPr lang="en-GB" dirty="0"/>
              <a:t> </a:t>
            </a:r>
            <a:r>
              <a:rPr lang="en-GB" b="1" dirty="0" err="1"/>
              <a:t>nem</a:t>
            </a:r>
            <a:r>
              <a:rPr lang="en-GB" b="1" dirty="0"/>
              <a:t> </a:t>
            </a:r>
            <a:r>
              <a:rPr lang="en-GB" b="1" dirty="0" err="1"/>
              <a:t>történt</a:t>
            </a:r>
            <a:r>
              <a:rPr lang="en-GB" b="1" dirty="0"/>
              <a:t> meg</a:t>
            </a:r>
            <a:endParaRPr lang="en-GB" dirty="0"/>
          </a:p>
          <a:p>
            <a:endParaRPr lang="en-GB" b="1" dirty="0"/>
          </a:p>
          <a:p>
            <a:r>
              <a:rPr lang="en-GB" b="1" dirty="0" err="1"/>
              <a:t>Miért</a:t>
            </a:r>
            <a:r>
              <a:rPr lang="en-GB" b="1" dirty="0"/>
              <a:t> </a:t>
            </a:r>
            <a:r>
              <a:rPr lang="en-GB" b="1" dirty="0" err="1"/>
              <a:t>probléma</a:t>
            </a:r>
            <a:r>
              <a:rPr lang="en-GB" b="1" dirty="0"/>
              <a:t>?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etikai</a:t>
            </a:r>
            <a:r>
              <a:rPr lang="en-GB" dirty="0"/>
              <a:t> </a:t>
            </a:r>
            <a:r>
              <a:rPr lang="en-GB" b="1" dirty="0" err="1"/>
              <a:t>és</a:t>
            </a:r>
            <a:r>
              <a:rPr lang="en-GB" dirty="0"/>
              <a:t> </a:t>
            </a:r>
            <a:r>
              <a:rPr lang="en-GB" dirty="0" err="1"/>
              <a:t>jogi</a:t>
            </a:r>
            <a:r>
              <a:rPr lang="en-GB" dirty="0"/>
              <a:t> </a:t>
            </a:r>
            <a:r>
              <a:rPr lang="en-GB" dirty="0" err="1"/>
              <a:t>kockázat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megtévesztés</a:t>
            </a:r>
            <a:r>
              <a:rPr lang="en-GB" dirty="0"/>
              <a:t>, </a:t>
            </a:r>
            <a:r>
              <a:rPr lang="en-GB" dirty="0" err="1"/>
              <a:t>lejáratás</a:t>
            </a:r>
            <a:r>
              <a:rPr lang="en-GB" dirty="0"/>
              <a:t> → </a:t>
            </a:r>
            <a:r>
              <a:rPr lang="en-GB" dirty="0" err="1"/>
              <a:t>súlyos</a:t>
            </a:r>
            <a:r>
              <a:rPr lang="en-GB" dirty="0"/>
              <a:t> </a:t>
            </a:r>
            <a:r>
              <a:rPr lang="en-GB" dirty="0" err="1"/>
              <a:t>következmények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engedély</a:t>
            </a:r>
            <a:r>
              <a:rPr lang="en-GB" dirty="0"/>
              <a:t> </a:t>
            </a:r>
            <a:r>
              <a:rPr lang="en-GB" dirty="0" err="1"/>
              <a:t>nélküli</a:t>
            </a:r>
            <a:r>
              <a:rPr lang="en-GB" dirty="0"/>
              <a:t> arc-/</a:t>
            </a:r>
            <a:r>
              <a:rPr lang="en-GB" dirty="0" err="1"/>
              <a:t>hanghasználat</a:t>
            </a:r>
            <a:r>
              <a:rPr lang="en-GB" dirty="0"/>
              <a:t> → </a:t>
            </a:r>
            <a:r>
              <a:rPr lang="en-GB" dirty="0" err="1"/>
              <a:t>kártérítés</a:t>
            </a:r>
            <a:r>
              <a:rPr lang="en-GB" dirty="0"/>
              <a:t>, </a:t>
            </a:r>
            <a:r>
              <a:rPr lang="en-GB" dirty="0" err="1"/>
              <a:t>akár</a:t>
            </a:r>
            <a:r>
              <a:rPr lang="en-GB" dirty="0"/>
              <a:t> </a:t>
            </a:r>
            <a:r>
              <a:rPr lang="en-GB" dirty="0" err="1"/>
              <a:t>büntetőjog</a:t>
            </a:r>
            <a:endParaRPr lang="en-GB" dirty="0"/>
          </a:p>
          <a:p>
            <a:r>
              <a:rPr lang="en-GB" b="1" dirty="0"/>
              <a:t>MI-</a:t>
            </a:r>
            <a:r>
              <a:rPr lang="en-GB" b="1" dirty="0" err="1"/>
              <a:t>korlátok</a:t>
            </a:r>
            <a:r>
              <a:rPr lang="en-GB" b="1" dirty="0"/>
              <a:t>: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dirty="0" err="1"/>
              <a:t>generatív</a:t>
            </a:r>
            <a:r>
              <a:rPr lang="en-GB" dirty="0"/>
              <a:t> MI </a:t>
            </a:r>
            <a:r>
              <a:rPr lang="en-GB" dirty="0" err="1"/>
              <a:t>technikailag</a:t>
            </a:r>
            <a:r>
              <a:rPr lang="en-GB" dirty="0"/>
              <a:t> </a:t>
            </a:r>
            <a:r>
              <a:rPr lang="en-GB" dirty="0" err="1"/>
              <a:t>képes</a:t>
            </a:r>
            <a:r>
              <a:rPr lang="en-GB" dirty="0"/>
              <a:t> </a:t>
            </a:r>
            <a:r>
              <a:rPr lang="en-GB" dirty="0" err="1"/>
              <a:t>lenne</a:t>
            </a:r>
            <a:r>
              <a:rPr lang="en-GB" dirty="0"/>
              <a:t> deepfake-re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sok</a:t>
            </a:r>
            <a:r>
              <a:rPr lang="en-GB" dirty="0"/>
              <a:t> </a:t>
            </a:r>
            <a:r>
              <a:rPr lang="en-GB" dirty="0" err="1"/>
              <a:t>eszköz</a:t>
            </a:r>
            <a:r>
              <a:rPr lang="en-GB" dirty="0"/>
              <a:t> </a:t>
            </a:r>
            <a:r>
              <a:rPr lang="en-GB" b="1" dirty="0" err="1"/>
              <a:t>szándékosan</a:t>
            </a:r>
            <a:r>
              <a:rPr lang="en-GB" b="1" dirty="0"/>
              <a:t> </a:t>
            </a:r>
            <a:r>
              <a:rPr lang="en-GB" b="1" dirty="0" err="1"/>
              <a:t>nem</a:t>
            </a:r>
            <a:r>
              <a:rPr lang="en-GB" b="1" dirty="0"/>
              <a:t> </a:t>
            </a:r>
            <a:r>
              <a:rPr lang="en-GB" b="1" dirty="0" err="1"/>
              <a:t>generál</a:t>
            </a:r>
            <a:r>
              <a:rPr lang="en-GB" dirty="0"/>
              <a:t> </a:t>
            </a:r>
            <a:r>
              <a:rPr lang="en-GB" dirty="0" err="1"/>
              <a:t>ilyen</a:t>
            </a:r>
            <a:r>
              <a:rPr lang="en-GB" dirty="0"/>
              <a:t> </a:t>
            </a:r>
            <a:r>
              <a:rPr lang="en-GB" dirty="0" err="1"/>
              <a:t>tartalmat</a:t>
            </a:r>
            <a:endParaRPr lang="en-GB" dirty="0"/>
          </a:p>
          <a:p>
            <a:endParaRPr lang="en-GB" dirty="0"/>
          </a:p>
          <a:p>
            <a:r>
              <a:rPr lang="en-GB" dirty="0"/>
              <a:t>Most </a:t>
            </a:r>
            <a:r>
              <a:rPr lang="en-GB" dirty="0" err="1"/>
              <a:t>nem</a:t>
            </a:r>
            <a:r>
              <a:rPr lang="en-GB" dirty="0"/>
              <a:t> deepfake-et </a:t>
            </a:r>
            <a:r>
              <a:rPr lang="en-GB" dirty="0" err="1"/>
              <a:t>készítünk</a:t>
            </a:r>
            <a:r>
              <a:rPr lang="en-GB" dirty="0"/>
              <a:t> </a:t>
            </a:r>
            <a:r>
              <a:rPr lang="en-GB" dirty="0" err="1"/>
              <a:t>majd</a:t>
            </a:r>
            <a:r>
              <a:rPr lang="en-GB" dirty="0"/>
              <a:t>, </a:t>
            </a:r>
            <a:r>
              <a:rPr lang="en-GB" dirty="0" err="1"/>
              <a:t>hanem</a:t>
            </a:r>
            <a:r>
              <a:rPr lang="en-GB" dirty="0"/>
              <a:t> </a:t>
            </a:r>
            <a:r>
              <a:rPr lang="en-GB" dirty="0" err="1"/>
              <a:t>azt</a:t>
            </a:r>
            <a:r>
              <a:rPr lang="en-GB" dirty="0"/>
              <a:t> </a:t>
            </a:r>
            <a:r>
              <a:rPr lang="en-GB" dirty="0" err="1"/>
              <a:t>gyakoroljuk</a:t>
            </a:r>
            <a:r>
              <a:rPr lang="en-GB" dirty="0"/>
              <a:t>, </a:t>
            </a:r>
            <a:r>
              <a:rPr lang="en-GB" dirty="0" err="1"/>
              <a:t>amire</a:t>
            </a:r>
            <a:r>
              <a:rPr lang="en-GB" dirty="0"/>
              <a:t> </a:t>
            </a:r>
            <a:r>
              <a:rPr lang="en-GB" dirty="0" err="1"/>
              <a:t>tényleg</a:t>
            </a:r>
            <a:r>
              <a:rPr lang="en-GB" dirty="0"/>
              <a:t> </a:t>
            </a:r>
            <a:r>
              <a:rPr lang="en-GB" dirty="0" err="1"/>
              <a:t>szükség</a:t>
            </a:r>
            <a:r>
              <a:rPr lang="en-GB" dirty="0"/>
              <a:t> van: </a:t>
            </a:r>
            <a:r>
              <a:rPr lang="en-GB" dirty="0" err="1"/>
              <a:t>felismerni</a:t>
            </a:r>
            <a:r>
              <a:rPr lang="en-GB" dirty="0"/>
              <a:t>, ha </a:t>
            </a:r>
            <a:r>
              <a:rPr lang="en-GB" dirty="0" err="1"/>
              <a:t>valami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valós</a:t>
            </a:r>
            <a:r>
              <a:rPr lang="en-GB" dirty="0"/>
              <a:t>:</a:t>
            </a:r>
          </a:p>
          <a:p>
            <a:pPr marL="171450" indent="-171450">
              <a:buFont typeface="Arial"/>
              <a:buChar char="•"/>
            </a:pPr>
            <a:r>
              <a:rPr lang="en-GB" dirty="0">
                <a:hlinkClick r:id="rId3"/>
              </a:rPr>
              <a:t>https://ai-vs-real.com/casual</a:t>
            </a:r>
            <a:endParaRPr lang="en-GB" dirty="0"/>
          </a:p>
          <a:p>
            <a:r>
              <a:rPr lang="en-GB" dirty="0" err="1"/>
              <a:t>Néhány</a:t>
            </a:r>
            <a:r>
              <a:rPr lang="en-GB" dirty="0"/>
              <a:t> </a:t>
            </a:r>
            <a:r>
              <a:rPr lang="en-GB" dirty="0" err="1"/>
              <a:t>képen</a:t>
            </a:r>
            <a:r>
              <a:rPr lang="en-GB" dirty="0"/>
              <a:t> </a:t>
            </a:r>
            <a:r>
              <a:rPr lang="en-GB" dirty="0" err="1"/>
              <a:t>keresztül</a:t>
            </a:r>
            <a:r>
              <a:rPr lang="en-GB" dirty="0"/>
              <a:t> </a:t>
            </a:r>
            <a:r>
              <a:rPr lang="en-GB" dirty="0" err="1"/>
              <a:t>közös</a:t>
            </a:r>
            <a:r>
              <a:rPr lang="en-GB" dirty="0"/>
              <a:t> </a:t>
            </a:r>
            <a:r>
              <a:rPr lang="en-GB" dirty="0" err="1"/>
              <a:t>játék</a:t>
            </a:r>
            <a:r>
              <a:rPr lang="en-GB" dirty="0"/>
              <a:t> a </a:t>
            </a:r>
            <a:r>
              <a:rPr lang="en-GB" dirty="0" err="1"/>
              <a:t>csoporttal</a:t>
            </a:r>
            <a:r>
              <a:rPr lang="en-GB" dirty="0"/>
              <a:t>. </a:t>
            </a:r>
            <a:r>
              <a:rPr lang="en-GB" dirty="0" err="1"/>
              <a:t>Játékszabály</a:t>
            </a:r>
            <a:r>
              <a:rPr lang="en-GB" dirty="0"/>
              <a:t> (</a:t>
            </a:r>
            <a:r>
              <a:rPr lang="en-GB" dirty="0" err="1"/>
              <a:t>javaslat</a:t>
            </a:r>
            <a:r>
              <a:rPr lang="en-GB" dirty="0"/>
              <a:t>):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/>
              <a:t>Mik </a:t>
            </a:r>
            <a:r>
              <a:rPr lang="en-GB" dirty="0" err="1"/>
              <a:t>lehetnek</a:t>
            </a:r>
            <a:r>
              <a:rPr lang="en-GB" dirty="0"/>
              <a:t> </a:t>
            </a:r>
            <a:r>
              <a:rPr lang="en-GB" dirty="0" err="1"/>
              <a:t>árulkodó</a:t>
            </a:r>
            <a:r>
              <a:rPr lang="en-GB" dirty="0"/>
              <a:t> </a:t>
            </a:r>
            <a:r>
              <a:rPr lang="en-GB" dirty="0" err="1"/>
              <a:t>jelek</a:t>
            </a:r>
            <a:r>
              <a:rPr lang="en-GB" dirty="0"/>
              <a:t>?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furcsa</a:t>
            </a:r>
            <a:r>
              <a:rPr lang="en-GB" dirty="0"/>
              <a:t> </a:t>
            </a:r>
            <a:r>
              <a:rPr lang="en-GB" dirty="0" err="1"/>
              <a:t>ujjak</a:t>
            </a:r>
            <a:r>
              <a:rPr lang="en-GB" dirty="0"/>
              <a:t>, </a:t>
            </a:r>
            <a:r>
              <a:rPr lang="en-GB" dirty="0" err="1"/>
              <a:t>fogak</a:t>
            </a:r>
            <a:r>
              <a:rPr lang="en-GB" dirty="0"/>
              <a:t>, </a:t>
            </a:r>
            <a:r>
              <a:rPr lang="en-GB" dirty="0" err="1"/>
              <a:t>ékszerek</a:t>
            </a:r>
            <a:r>
              <a:rPr lang="en-GB" dirty="0"/>
              <a:t>, </a:t>
            </a:r>
            <a:r>
              <a:rPr lang="en-GB" dirty="0" err="1"/>
              <a:t>szimmetria</a:t>
            </a:r>
            <a:endParaRPr lang="en-GB" dirty="0" err="1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túl</a:t>
            </a:r>
            <a:r>
              <a:rPr lang="en-GB" dirty="0"/>
              <a:t> “</a:t>
            </a:r>
            <a:r>
              <a:rPr lang="en-GB" dirty="0" err="1"/>
              <a:t>tökéletes</a:t>
            </a:r>
            <a:r>
              <a:rPr lang="en-GB" dirty="0"/>
              <a:t>” </a:t>
            </a:r>
            <a:r>
              <a:rPr lang="en-GB" dirty="0" err="1"/>
              <a:t>bőr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fények</a:t>
            </a:r>
            <a:endParaRPr lang="en-GB" dirty="0" err="1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elmosódó</a:t>
            </a:r>
            <a:r>
              <a:rPr lang="en-GB" dirty="0"/>
              <a:t> </a:t>
            </a:r>
            <a:r>
              <a:rPr lang="en-GB" dirty="0" err="1"/>
              <a:t>háttérrészletek</a:t>
            </a:r>
            <a:r>
              <a:rPr lang="en-GB" dirty="0"/>
              <a:t>, </a:t>
            </a:r>
            <a:r>
              <a:rPr lang="en-GB" dirty="0" err="1"/>
              <a:t>értelmetlen</a:t>
            </a:r>
            <a:r>
              <a:rPr lang="en-GB" dirty="0"/>
              <a:t> </a:t>
            </a:r>
            <a:r>
              <a:rPr lang="en-GB" dirty="0" err="1"/>
              <a:t>feliratok</a:t>
            </a:r>
            <a:endParaRPr lang="en-GB" dirty="0" err="1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logikátlan</a:t>
            </a:r>
            <a:r>
              <a:rPr lang="en-GB" dirty="0"/>
              <a:t> </a:t>
            </a:r>
            <a:r>
              <a:rPr lang="en-GB" dirty="0" err="1"/>
              <a:t>tárgyak</a:t>
            </a:r>
            <a:r>
              <a:rPr lang="en-GB" dirty="0"/>
              <a:t>, </a:t>
            </a:r>
            <a:r>
              <a:rPr lang="en-GB" dirty="0" err="1"/>
              <a:t>ismétlődő</a:t>
            </a:r>
            <a:r>
              <a:rPr lang="en-GB" dirty="0"/>
              <a:t> </a:t>
            </a:r>
            <a:r>
              <a:rPr lang="en-GB" dirty="0" err="1"/>
              <a:t>minták</a:t>
            </a:r>
            <a:endParaRPr lang="en-GB" dirty="0" err="1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41085-836B-5082-0D90-AFA5C0E5F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B1DAE1-856A-4075-989B-2C988F895DE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296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877B-99E0-690A-257F-7E5952C1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3CD78-F9A4-4580-AE5A-D9A74A87E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FAADD-9D62-50E0-3427-BF04F966E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Az MI </a:t>
            </a:r>
            <a:r>
              <a:rPr lang="en-GB" dirty="0" err="1"/>
              <a:t>hallucinációja</a:t>
            </a:r>
            <a:endParaRPr lang="en-GB" dirty="0"/>
          </a:p>
          <a:p>
            <a:r>
              <a:rPr lang="en-GB" dirty="0"/>
              <a:t>A </a:t>
            </a:r>
            <a:r>
              <a:rPr lang="en-GB" dirty="0" err="1"/>
              <a:t>leírás</a:t>
            </a:r>
            <a:r>
              <a:rPr lang="en-GB" dirty="0"/>
              <a:t> </a:t>
            </a:r>
            <a:r>
              <a:rPr lang="en-GB" dirty="0" err="1"/>
              <a:t>átolvasása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átgondolása</a:t>
            </a:r>
            <a:r>
              <a:rPr lang="en-GB" dirty="0"/>
              <a:t> </a:t>
            </a:r>
            <a:r>
              <a:rPr lang="en-GB" dirty="0" err="1"/>
              <a:t>után</a:t>
            </a:r>
            <a:r>
              <a:rPr lang="en-GB" dirty="0"/>
              <a:t> </a:t>
            </a:r>
            <a:r>
              <a:rPr lang="en-GB" dirty="0" err="1"/>
              <a:t>kérdések</a:t>
            </a:r>
            <a:r>
              <a:rPr lang="en-GB" dirty="0"/>
              <a:t> a </a:t>
            </a:r>
            <a:r>
              <a:rPr lang="en-GB" dirty="0" err="1"/>
              <a:t>diákok</a:t>
            </a:r>
            <a:r>
              <a:rPr lang="en-GB" dirty="0"/>
              <a:t> </a:t>
            </a:r>
            <a:r>
              <a:rPr lang="en-GB" dirty="0" err="1"/>
              <a:t>számára</a:t>
            </a:r>
            <a:r>
              <a:rPr lang="en-GB" dirty="0"/>
              <a:t>:</a:t>
            </a:r>
            <a:endParaRPr lang="hu-HU" dirty="0"/>
          </a:p>
          <a:p>
            <a:pPr marL="171450" indent="-171450">
              <a:buFont typeface="Arial"/>
              <a:buChar char="•"/>
            </a:pPr>
            <a:r>
              <a:rPr lang="en-GB" dirty="0" err="1"/>
              <a:t>Elhinnénk</a:t>
            </a:r>
            <a:r>
              <a:rPr lang="en-GB" dirty="0"/>
              <a:t>-e </a:t>
            </a:r>
            <a:r>
              <a:rPr lang="en-GB" dirty="0" err="1"/>
              <a:t>ezt</a:t>
            </a:r>
            <a:r>
              <a:rPr lang="en-GB" dirty="0"/>
              <a:t> a </a:t>
            </a:r>
            <a:r>
              <a:rPr lang="en-GB" dirty="0" err="1"/>
              <a:t>választ</a:t>
            </a:r>
            <a:r>
              <a:rPr lang="en-GB" dirty="0"/>
              <a:t>, ha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tudnánk</a:t>
            </a:r>
            <a:r>
              <a:rPr lang="en-GB" dirty="0"/>
              <a:t>, </a:t>
            </a:r>
            <a:r>
              <a:rPr lang="en-GB" dirty="0" err="1"/>
              <a:t>hogy</a:t>
            </a:r>
            <a:r>
              <a:rPr lang="en-GB" dirty="0"/>
              <a:t> </a:t>
            </a:r>
            <a:r>
              <a:rPr lang="en-GB" dirty="0" err="1"/>
              <a:t>hamis</a:t>
            </a:r>
            <a:r>
              <a:rPr lang="en-GB" dirty="0"/>
              <a:t>?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Miért</a:t>
            </a:r>
            <a:r>
              <a:rPr lang="en-GB" dirty="0"/>
              <a:t> </a:t>
            </a:r>
            <a:r>
              <a:rPr lang="en-GB" dirty="0" err="1"/>
              <a:t>tűnik</a:t>
            </a:r>
            <a:r>
              <a:rPr lang="en-GB" dirty="0"/>
              <a:t> </a:t>
            </a:r>
            <a:r>
              <a:rPr lang="en-GB" dirty="0" err="1"/>
              <a:t>mégis</a:t>
            </a:r>
            <a:r>
              <a:rPr lang="en-GB" dirty="0"/>
              <a:t> </a:t>
            </a:r>
            <a:r>
              <a:rPr lang="en-GB" dirty="0" err="1"/>
              <a:t>hitelesnek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meggyőzőnek</a:t>
            </a:r>
            <a:r>
              <a:rPr lang="en-GB" dirty="0"/>
              <a:t>?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/>
              <a:t>Mi </a:t>
            </a:r>
            <a:r>
              <a:rPr lang="en-GB" dirty="0" err="1"/>
              <a:t>hiányzik</a:t>
            </a:r>
            <a:r>
              <a:rPr lang="en-GB" dirty="0"/>
              <a:t> </a:t>
            </a:r>
            <a:r>
              <a:rPr lang="en-GB" dirty="0" err="1"/>
              <a:t>belőle</a:t>
            </a:r>
            <a:r>
              <a:rPr lang="en-GB" dirty="0"/>
              <a:t> </a:t>
            </a:r>
            <a:r>
              <a:rPr lang="en-GB" dirty="0" err="1"/>
              <a:t>ahhoz</a:t>
            </a:r>
            <a:r>
              <a:rPr lang="en-GB" dirty="0"/>
              <a:t>, </a:t>
            </a:r>
            <a:r>
              <a:rPr lang="en-GB" dirty="0" err="1"/>
              <a:t>hogy</a:t>
            </a:r>
            <a:r>
              <a:rPr lang="en-GB" dirty="0"/>
              <a:t> </a:t>
            </a:r>
            <a:r>
              <a:rPr lang="en-GB" dirty="0" err="1"/>
              <a:t>valóban</a:t>
            </a:r>
            <a:r>
              <a:rPr lang="en-GB" dirty="0"/>
              <a:t> </a:t>
            </a:r>
            <a:r>
              <a:rPr lang="en-GB" dirty="0" err="1"/>
              <a:t>megbízható</a:t>
            </a:r>
            <a:r>
              <a:rPr lang="en-GB" dirty="0"/>
              <a:t> </a:t>
            </a:r>
            <a:r>
              <a:rPr lang="en-GB" dirty="0" err="1"/>
              <a:t>legyen</a:t>
            </a:r>
            <a:r>
              <a:rPr lang="en-GB" dirty="0"/>
              <a:t>? (</a:t>
            </a:r>
            <a:r>
              <a:rPr lang="en-GB" dirty="0" err="1"/>
              <a:t>például</a:t>
            </a:r>
            <a:r>
              <a:rPr lang="en-GB" dirty="0"/>
              <a:t> </a:t>
            </a:r>
            <a:r>
              <a:rPr lang="en-GB" dirty="0" err="1"/>
              <a:t>forrásmegjelölés</a:t>
            </a:r>
            <a:r>
              <a:rPr lang="en-GB" dirty="0"/>
              <a:t>, </a:t>
            </a:r>
            <a:r>
              <a:rPr lang="en-GB" dirty="0" err="1"/>
              <a:t>dátum</a:t>
            </a:r>
            <a:r>
              <a:rPr lang="en-GB" dirty="0"/>
              <a:t>,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annak</a:t>
            </a:r>
            <a:r>
              <a:rPr lang="en-GB" dirty="0"/>
              <a:t> </a:t>
            </a:r>
            <a:r>
              <a:rPr lang="en-GB" dirty="0" err="1"/>
              <a:t>jelzése</a:t>
            </a:r>
            <a:r>
              <a:rPr lang="en-GB" dirty="0"/>
              <a:t>, </a:t>
            </a:r>
            <a:r>
              <a:rPr lang="en-GB" dirty="0" err="1"/>
              <a:t>hogy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információ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biztos</a:t>
            </a:r>
            <a:r>
              <a:rPr lang="en-GB" dirty="0"/>
              <a:t>)</a:t>
            </a:r>
            <a:endParaRPr lang="en-GB" dirty="0">
              <a:ea typeface="Calibri"/>
              <a:cs typeface="Calibri"/>
            </a:endParaRPr>
          </a:p>
          <a:p>
            <a:r>
              <a:rPr lang="en-GB" dirty="0" err="1"/>
              <a:t>Ezután</a:t>
            </a:r>
            <a:r>
              <a:rPr lang="en-GB" dirty="0"/>
              <a:t> </a:t>
            </a:r>
            <a:r>
              <a:rPr lang="en-GB" dirty="0" err="1"/>
              <a:t>sor</a:t>
            </a:r>
            <a:r>
              <a:rPr lang="en-GB" dirty="0"/>
              <a:t> </a:t>
            </a:r>
            <a:r>
              <a:rPr lang="en-GB" dirty="0" err="1"/>
              <a:t>kerül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fontos</a:t>
            </a:r>
            <a:r>
              <a:rPr lang="en-GB" dirty="0"/>
              <a:t> </a:t>
            </a:r>
            <a:r>
              <a:rPr lang="en-GB" dirty="0" err="1"/>
              <a:t>fogalom</a:t>
            </a:r>
            <a:r>
              <a:rPr lang="en-GB" dirty="0"/>
              <a:t> </a:t>
            </a:r>
            <a:r>
              <a:rPr lang="en-GB" dirty="0" err="1"/>
              <a:t>bevezetésére</a:t>
            </a:r>
            <a:r>
              <a:rPr lang="en-GB" dirty="0"/>
              <a:t>: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/>
              <a:t>Az MI </a:t>
            </a:r>
            <a:r>
              <a:rPr lang="en-GB" dirty="0" err="1"/>
              <a:t>hallucinál</a:t>
            </a:r>
            <a:r>
              <a:rPr lang="en-GB" dirty="0"/>
              <a:t>, </a:t>
            </a:r>
            <a:r>
              <a:rPr lang="en-GB" dirty="0" err="1"/>
              <a:t>amikor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tudja</a:t>
            </a:r>
            <a:r>
              <a:rPr lang="en-GB" dirty="0"/>
              <a:t> a </a:t>
            </a:r>
            <a:r>
              <a:rPr lang="en-GB" dirty="0" err="1"/>
              <a:t>választ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kérdésre</a:t>
            </a:r>
            <a:r>
              <a:rPr lang="en-GB" dirty="0"/>
              <a:t>, de </a:t>
            </a:r>
            <a:r>
              <a:rPr lang="en-GB" dirty="0" err="1"/>
              <a:t>mégis</a:t>
            </a:r>
            <a:r>
              <a:rPr lang="en-GB" dirty="0"/>
              <a:t> </a:t>
            </a:r>
            <a:r>
              <a:rPr lang="en-GB" dirty="0" err="1"/>
              <a:t>kitalál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valósághűnek</a:t>
            </a:r>
            <a:r>
              <a:rPr lang="en-GB" dirty="0"/>
              <a:t> </a:t>
            </a:r>
            <a:r>
              <a:rPr lang="en-GB" dirty="0" err="1"/>
              <a:t>tűnő</a:t>
            </a:r>
            <a:r>
              <a:rPr lang="en-GB" dirty="0"/>
              <a:t>, </a:t>
            </a:r>
            <a:r>
              <a:rPr lang="en-GB" dirty="0" err="1"/>
              <a:t>ám</a:t>
            </a:r>
            <a:r>
              <a:rPr lang="en-GB" dirty="0"/>
              <a:t> </a:t>
            </a:r>
            <a:r>
              <a:rPr lang="en-GB" dirty="0" err="1"/>
              <a:t>hamis</a:t>
            </a:r>
            <a:r>
              <a:rPr lang="en-GB" dirty="0"/>
              <a:t> </a:t>
            </a:r>
            <a:r>
              <a:rPr lang="en-GB" dirty="0" err="1"/>
              <a:t>információt</a:t>
            </a:r>
            <a:r>
              <a:rPr lang="en-GB" dirty="0"/>
              <a:t>.</a:t>
            </a:r>
            <a:endParaRPr lang="en-GB" dirty="0">
              <a:ea typeface="Calibri"/>
              <a:cs typeface="Calibri"/>
            </a:endParaRPr>
          </a:p>
          <a:p>
            <a:endParaRPr lang="en-GB" b="1" dirty="0">
              <a:ea typeface="Calibri"/>
              <a:cs typeface="Calibri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49AA-6193-C002-9245-12A669E11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048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Az MI:</a:t>
            </a:r>
            <a:endParaRPr lang="hu-HU" dirty="0"/>
          </a:p>
          <a:p>
            <a:pPr marL="171450" indent="-171450">
              <a:buFont typeface="Arial"/>
              <a:buChar char="•"/>
            </a:pPr>
            <a:r>
              <a:rPr lang="en-GB" dirty="0" err="1"/>
              <a:t>nem</a:t>
            </a:r>
            <a:r>
              <a:rPr lang="en-GB" dirty="0"/>
              <a:t> „</a:t>
            </a:r>
            <a:r>
              <a:rPr lang="en-GB" dirty="0" err="1"/>
              <a:t>hazudik</a:t>
            </a:r>
            <a:r>
              <a:rPr lang="en-GB" dirty="0"/>
              <a:t> </a:t>
            </a:r>
            <a:r>
              <a:rPr lang="en-GB" dirty="0" err="1"/>
              <a:t>szándékosan</a:t>
            </a:r>
            <a:r>
              <a:rPr lang="en-GB" dirty="0"/>
              <a:t>”,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képes</a:t>
            </a:r>
            <a:r>
              <a:rPr lang="en-GB" dirty="0"/>
              <a:t> </a:t>
            </a:r>
            <a:r>
              <a:rPr lang="en-GB" dirty="0" err="1"/>
              <a:t>megkülönböztetni</a:t>
            </a:r>
            <a:r>
              <a:rPr lang="en-GB" dirty="0"/>
              <a:t> a </a:t>
            </a:r>
            <a:r>
              <a:rPr lang="en-GB" dirty="0" err="1"/>
              <a:t>biztos</a:t>
            </a:r>
            <a:r>
              <a:rPr lang="en-GB" dirty="0"/>
              <a:t> </a:t>
            </a:r>
            <a:r>
              <a:rPr lang="en-GB" dirty="0" err="1"/>
              <a:t>tudást</a:t>
            </a:r>
            <a:r>
              <a:rPr lang="en-GB" dirty="0"/>
              <a:t> a </a:t>
            </a:r>
            <a:r>
              <a:rPr lang="en-GB" dirty="0" err="1"/>
              <a:t>feltételezéstől</a:t>
            </a:r>
            <a:r>
              <a:rPr lang="en-GB" dirty="0"/>
              <a:t>,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érti</a:t>
            </a:r>
            <a:r>
              <a:rPr lang="en-GB" dirty="0"/>
              <a:t> a </a:t>
            </a:r>
            <a:r>
              <a:rPr lang="en-GB" dirty="0" err="1"/>
              <a:t>tartalom</a:t>
            </a:r>
            <a:r>
              <a:rPr lang="en-GB" dirty="0"/>
              <a:t> </a:t>
            </a:r>
            <a:r>
              <a:rPr lang="en-GB" dirty="0" err="1"/>
              <a:t>valódi</a:t>
            </a:r>
            <a:r>
              <a:rPr lang="en-GB" dirty="0"/>
              <a:t> </a:t>
            </a:r>
            <a:r>
              <a:rPr lang="en-GB" dirty="0" err="1"/>
              <a:t>jelentését</a:t>
            </a:r>
            <a:r>
              <a:rPr lang="en-GB" dirty="0"/>
              <a:t>,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mintázatok</a:t>
            </a:r>
            <a:r>
              <a:rPr lang="en-GB" dirty="0"/>
              <a:t> </a:t>
            </a:r>
            <a:r>
              <a:rPr lang="en-GB" dirty="0" err="1"/>
              <a:t>alapján</a:t>
            </a:r>
            <a:r>
              <a:rPr lang="en-GB" dirty="0"/>
              <a:t> </a:t>
            </a:r>
            <a:r>
              <a:rPr lang="en-GB" dirty="0" err="1"/>
              <a:t>állít</a:t>
            </a:r>
            <a:r>
              <a:rPr lang="en-GB" dirty="0"/>
              <a:t> </a:t>
            </a:r>
            <a:r>
              <a:rPr lang="en-GB" dirty="0" err="1"/>
              <a:t>elő</a:t>
            </a:r>
            <a:r>
              <a:rPr lang="en-GB" dirty="0"/>
              <a:t> </a:t>
            </a:r>
            <a:r>
              <a:rPr lang="en-GB" dirty="0" err="1"/>
              <a:t>szöveget</a:t>
            </a:r>
            <a:r>
              <a:rPr lang="en-GB" dirty="0"/>
              <a:t>.</a:t>
            </a: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289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B77B-247E-5D0C-B1E9-3B264302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F98FA-99BD-3349-22DF-5DD4BB7C0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35CDA-812C-0CAA-8F0C-AEE018AD8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 </a:t>
            </a:r>
            <a:r>
              <a:rPr lang="en-GB" dirty="0" err="1"/>
              <a:t>az</a:t>
            </a:r>
            <a:r>
              <a:rPr lang="en-GB" dirty="0"/>
              <a:t> MI </a:t>
            </a:r>
            <a:r>
              <a:rPr lang="en-GB" dirty="0" err="1"/>
              <a:t>magabiztosan</a:t>
            </a:r>
            <a:r>
              <a:rPr lang="en-GB" dirty="0"/>
              <a:t> </a:t>
            </a:r>
            <a:r>
              <a:rPr lang="en-GB" dirty="0" err="1"/>
              <a:t>tud</a:t>
            </a:r>
            <a:r>
              <a:rPr lang="en-GB" dirty="0"/>
              <a:t> </a:t>
            </a:r>
            <a:r>
              <a:rPr lang="en-GB" dirty="0" err="1"/>
              <a:t>tévedni</a:t>
            </a:r>
            <a:r>
              <a:rPr lang="en-GB" dirty="0"/>
              <a:t>, </a:t>
            </a:r>
            <a:r>
              <a:rPr lang="en-GB" dirty="0" err="1"/>
              <a:t>akkor</a:t>
            </a:r>
            <a:r>
              <a:rPr lang="en-GB" dirty="0"/>
              <a:t> a </a:t>
            </a:r>
            <a:r>
              <a:rPr lang="en-GB" dirty="0" err="1"/>
              <a:t>kérdés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, </a:t>
            </a:r>
            <a:r>
              <a:rPr lang="en-GB" dirty="0" err="1"/>
              <a:t>hogyan</a:t>
            </a:r>
            <a:r>
              <a:rPr lang="en-GB" dirty="0"/>
              <a:t> </a:t>
            </a:r>
            <a:r>
              <a:rPr lang="en-GB" dirty="0" err="1"/>
              <a:t>válaszol</a:t>
            </a:r>
            <a:r>
              <a:rPr lang="en-GB" dirty="0"/>
              <a:t>, </a:t>
            </a:r>
            <a:r>
              <a:rPr lang="en-GB" dirty="0" err="1"/>
              <a:t>hanem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, </a:t>
            </a:r>
            <a:r>
              <a:rPr lang="en-GB" dirty="0" err="1"/>
              <a:t>hogyan</a:t>
            </a:r>
            <a:r>
              <a:rPr lang="en-GB" dirty="0"/>
              <a:t> </a:t>
            </a:r>
            <a:r>
              <a:rPr lang="en-GB" dirty="0" err="1"/>
              <a:t>kérdezünk</a:t>
            </a:r>
            <a:r>
              <a:rPr lang="en-GB" dirty="0"/>
              <a:t>.</a:t>
            </a:r>
            <a:endParaRPr lang="en-GB" dirty="0">
              <a:ea typeface="Calibri"/>
              <a:cs typeface="Calibri"/>
            </a:endParaRPr>
          </a:p>
          <a:p>
            <a:r>
              <a:rPr lang="en-GB" dirty="0" err="1"/>
              <a:t>Kiindulásként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egyszerű</a:t>
            </a:r>
            <a:r>
              <a:rPr lang="en-GB" dirty="0"/>
              <a:t>, </a:t>
            </a:r>
            <a:r>
              <a:rPr lang="en-GB" dirty="0" err="1"/>
              <a:t>pontatlan</a:t>
            </a:r>
            <a:r>
              <a:rPr lang="en-GB" dirty="0"/>
              <a:t> </a:t>
            </a:r>
            <a:r>
              <a:rPr lang="en-GB" dirty="0" err="1"/>
              <a:t>kérdést</a:t>
            </a:r>
            <a:r>
              <a:rPr lang="en-GB" dirty="0"/>
              <a:t> </a:t>
            </a:r>
            <a:r>
              <a:rPr lang="en-GB" dirty="0" err="1"/>
              <a:t>veszünk</a:t>
            </a:r>
            <a:r>
              <a:rPr lang="en-GB" dirty="0"/>
              <a:t> </a:t>
            </a:r>
            <a:r>
              <a:rPr lang="en-GB" dirty="0" err="1"/>
              <a:t>alapul</a:t>
            </a:r>
            <a:r>
              <a:rPr lang="en-GB" dirty="0"/>
              <a:t>, </a:t>
            </a:r>
            <a:r>
              <a:rPr lang="en-GB" dirty="0" err="1"/>
              <a:t>majd</a:t>
            </a:r>
            <a:r>
              <a:rPr lang="en-GB" dirty="0"/>
              <a:t> </a:t>
            </a:r>
            <a:r>
              <a:rPr lang="en-GB" dirty="0" err="1"/>
              <a:t>közösen</a:t>
            </a:r>
            <a:r>
              <a:rPr lang="en-GB" dirty="0"/>
              <a:t> </a:t>
            </a:r>
            <a:r>
              <a:rPr lang="en-GB" dirty="0" err="1"/>
              <a:t>módosítjuk</a:t>
            </a:r>
            <a:r>
              <a:rPr lang="en-GB" dirty="0"/>
              <a:t> </a:t>
            </a:r>
            <a:r>
              <a:rPr lang="en-GB" dirty="0" err="1"/>
              <a:t>azt</a:t>
            </a:r>
            <a:r>
              <a:rPr lang="en-GB" dirty="0"/>
              <a:t>. A </a:t>
            </a:r>
            <a:r>
              <a:rPr lang="en-GB" dirty="0" err="1"/>
              <a:t>cél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, </a:t>
            </a:r>
            <a:r>
              <a:rPr lang="en-GB" dirty="0" err="1"/>
              <a:t>hogy</a:t>
            </a:r>
            <a:r>
              <a:rPr lang="en-GB" dirty="0"/>
              <a:t> a </a:t>
            </a:r>
            <a:r>
              <a:rPr lang="en-GB" dirty="0" err="1"/>
              <a:t>kérdés</a:t>
            </a:r>
            <a:r>
              <a:rPr lang="en-GB" dirty="0"/>
              <a:t> </a:t>
            </a:r>
            <a:r>
              <a:rPr lang="en-GB" dirty="0" err="1"/>
              <a:t>arra</a:t>
            </a:r>
            <a:r>
              <a:rPr lang="en-GB" dirty="0"/>
              <a:t> </a:t>
            </a:r>
            <a:r>
              <a:rPr lang="en-GB" dirty="0" err="1"/>
              <a:t>ösztönözze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MI-t, </a:t>
            </a:r>
            <a:r>
              <a:rPr lang="en-GB" dirty="0" err="1"/>
              <a:t>hogy</a:t>
            </a:r>
            <a:r>
              <a:rPr lang="en-GB" dirty="0"/>
              <a:t>: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jelezze</a:t>
            </a:r>
            <a:r>
              <a:rPr lang="en-GB" dirty="0"/>
              <a:t>, ha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biztos</a:t>
            </a:r>
            <a:r>
              <a:rPr lang="en-GB" dirty="0"/>
              <a:t> a </a:t>
            </a:r>
            <a:r>
              <a:rPr lang="en-GB" dirty="0" err="1"/>
              <a:t>válaszban</a:t>
            </a:r>
            <a:r>
              <a:rPr lang="en-GB" dirty="0"/>
              <a:t>,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adjon</a:t>
            </a:r>
            <a:r>
              <a:rPr lang="en-GB" dirty="0"/>
              <a:t> meg </a:t>
            </a:r>
            <a:r>
              <a:rPr lang="en-GB" dirty="0" err="1"/>
              <a:t>forrásokat</a:t>
            </a:r>
            <a:r>
              <a:rPr lang="en-GB" dirty="0"/>
              <a:t> </a:t>
            </a:r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hivatkozásokat</a:t>
            </a:r>
            <a:r>
              <a:rPr lang="en-GB" dirty="0"/>
              <a:t>,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dirty="0" err="1"/>
              <a:t>írja</a:t>
            </a:r>
            <a:r>
              <a:rPr lang="en-GB" dirty="0"/>
              <a:t> le, </a:t>
            </a:r>
            <a:r>
              <a:rPr lang="en-GB" dirty="0" err="1"/>
              <a:t>mennyire</a:t>
            </a:r>
            <a:r>
              <a:rPr lang="en-GB" dirty="0"/>
              <a:t> </a:t>
            </a:r>
            <a:r>
              <a:rPr lang="en-GB" dirty="0" err="1"/>
              <a:t>tekinthető</a:t>
            </a:r>
            <a:r>
              <a:rPr lang="en-GB" dirty="0"/>
              <a:t> </a:t>
            </a:r>
            <a:r>
              <a:rPr lang="en-GB" dirty="0" err="1"/>
              <a:t>megbízhatónak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általa</a:t>
            </a:r>
            <a:r>
              <a:rPr lang="en-GB" dirty="0"/>
              <a:t> </a:t>
            </a:r>
            <a:r>
              <a:rPr lang="en-GB" dirty="0" err="1"/>
              <a:t>közölt</a:t>
            </a:r>
            <a:r>
              <a:rPr lang="en-GB" dirty="0"/>
              <a:t> </a:t>
            </a:r>
            <a:r>
              <a:rPr lang="en-GB" dirty="0" err="1"/>
              <a:t>információ</a:t>
            </a:r>
            <a:r>
              <a:rPr lang="en-GB" dirty="0"/>
              <a:t>.</a:t>
            </a:r>
          </a:p>
          <a:p>
            <a:pPr marL="0" indent="0">
              <a:buFont typeface="Arial"/>
              <a:buNone/>
            </a:pPr>
            <a:r>
              <a:rPr lang="en-GB" dirty="0" err="1"/>
              <a:t>Ilyenkor</a:t>
            </a:r>
            <a:r>
              <a:rPr lang="en-GB" dirty="0"/>
              <a:t> </a:t>
            </a:r>
            <a:r>
              <a:rPr lang="en-GB" dirty="0" err="1"/>
              <a:t>még</a:t>
            </a:r>
            <a:r>
              <a:rPr lang="en-GB" dirty="0"/>
              <a:t>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hallucinációról</a:t>
            </a:r>
            <a:r>
              <a:rPr lang="en-GB" dirty="0"/>
              <a:t> </a:t>
            </a:r>
            <a:r>
              <a:rPr lang="en-GB" dirty="0" err="1"/>
              <a:t>sem</a:t>
            </a:r>
            <a:r>
              <a:rPr lang="en-GB" dirty="0"/>
              <a:t> </a:t>
            </a:r>
            <a:r>
              <a:rPr lang="en-GB" dirty="0" err="1"/>
              <a:t>kell</a:t>
            </a:r>
            <a:r>
              <a:rPr lang="en-GB" dirty="0"/>
              <a:t> </a:t>
            </a:r>
            <a:r>
              <a:rPr lang="en-GB" dirty="0" err="1"/>
              <a:t>beszélni</a:t>
            </a:r>
            <a:r>
              <a:rPr lang="en-GB" dirty="0"/>
              <a:t>, </a:t>
            </a:r>
            <a:r>
              <a:rPr lang="en-GB" dirty="0" err="1"/>
              <a:t>hiszen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MI </a:t>
            </a:r>
            <a:r>
              <a:rPr lang="en-GB" dirty="0" err="1"/>
              <a:t>válaszai</a:t>
            </a:r>
            <a:r>
              <a:rPr lang="en-GB" dirty="0"/>
              <a:t> </a:t>
            </a:r>
            <a:r>
              <a:rPr lang="en-GB" dirty="0" err="1"/>
              <a:t>legtöbb</a:t>
            </a:r>
            <a:r>
              <a:rPr lang="en-GB" dirty="0"/>
              <a:t> </a:t>
            </a:r>
            <a:r>
              <a:rPr lang="en-GB" dirty="0" err="1"/>
              <a:t>esetben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is </a:t>
            </a:r>
            <a:r>
              <a:rPr lang="en-GB" dirty="0" err="1"/>
              <a:t>tévesek</a:t>
            </a:r>
            <a:r>
              <a:rPr lang="en-GB" dirty="0"/>
              <a:t>,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ismeri</a:t>
            </a:r>
            <a:r>
              <a:rPr lang="en-GB" dirty="0"/>
              <a:t> </a:t>
            </a:r>
            <a:r>
              <a:rPr lang="en-GB" dirty="0" err="1"/>
              <a:t>még</a:t>
            </a:r>
            <a:r>
              <a:rPr lang="en-GB" dirty="0"/>
              <a:t> </a:t>
            </a:r>
            <a:r>
              <a:rPr lang="en-GB" dirty="0" err="1"/>
              <a:t>megfelelően</a:t>
            </a:r>
            <a:r>
              <a:rPr lang="en-GB" dirty="0"/>
              <a:t> a </a:t>
            </a:r>
            <a:r>
              <a:rPr lang="en-GB" dirty="0" err="1"/>
              <a:t>kérdésünket</a:t>
            </a:r>
            <a:r>
              <a:rPr lang="en-GB" dirty="0"/>
              <a:t>,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kérdeztünk</a:t>
            </a:r>
            <a:r>
              <a:rPr lang="en-GB" dirty="0"/>
              <a:t> </a:t>
            </a:r>
            <a:r>
              <a:rPr lang="en-GB" dirty="0" err="1"/>
              <a:t>elég</a:t>
            </a:r>
            <a:r>
              <a:rPr lang="en-GB" dirty="0"/>
              <a:t> </a:t>
            </a:r>
            <a:r>
              <a:rPr lang="en-GB" dirty="0" err="1"/>
              <a:t>pontosan</a:t>
            </a:r>
            <a:r>
              <a:rPr lang="en-GB"/>
              <a:t>.</a:t>
            </a:r>
            <a:endParaRPr lang="en-GB" dirty="0"/>
          </a:p>
          <a:p>
            <a:pPr marL="0" indent="0">
              <a:buFont typeface="Arial"/>
              <a:buNone/>
            </a:pPr>
            <a:r>
              <a:rPr lang="en-GB" dirty="0" err="1">
                <a:ea typeface="Calibri"/>
                <a:cs typeface="Calibri"/>
              </a:rPr>
              <a:t>Kérdések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lehetnek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az</a:t>
            </a:r>
            <a:r>
              <a:rPr lang="en-GB" dirty="0">
                <a:ea typeface="Calibri"/>
                <a:cs typeface="Calibri"/>
              </a:rPr>
              <a:t> MI-nek: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ea typeface="Calibri"/>
                <a:cs typeface="Calibri"/>
              </a:rPr>
              <a:t>Ki a </a:t>
            </a:r>
            <a:r>
              <a:rPr lang="en-GB" dirty="0" err="1">
                <a:ea typeface="Calibri"/>
                <a:cs typeface="Calibri"/>
              </a:rPr>
              <a:t>leggyorsabb</a:t>
            </a:r>
            <a:r>
              <a:rPr lang="en-GB" dirty="0">
                <a:ea typeface="Calibri"/>
                <a:cs typeface="Calibri"/>
              </a:rPr>
              <a:t> ember a </a:t>
            </a:r>
            <a:r>
              <a:rPr lang="en-GB" dirty="0" err="1">
                <a:ea typeface="Calibri"/>
                <a:cs typeface="Calibri"/>
              </a:rPr>
              <a:t>Földön</a:t>
            </a:r>
            <a:r>
              <a:rPr lang="en-GB" dirty="0">
                <a:ea typeface="Calibri"/>
                <a:cs typeface="Calibri"/>
              </a:rPr>
              <a:t>? – </a:t>
            </a:r>
            <a:r>
              <a:rPr lang="en-GB" dirty="0" err="1">
                <a:ea typeface="Calibri"/>
                <a:cs typeface="Calibri"/>
              </a:rPr>
              <a:t>nagyjából</a:t>
            </a:r>
            <a:r>
              <a:rPr lang="en-GB" dirty="0">
                <a:ea typeface="Calibri"/>
                <a:cs typeface="Calibri"/>
              </a:rPr>
              <a:t> 100% </a:t>
            </a:r>
            <a:r>
              <a:rPr lang="en-GB" dirty="0" err="1">
                <a:ea typeface="Calibri"/>
                <a:cs typeface="Calibri"/>
              </a:rPr>
              <a:t>bizonyossággal</a:t>
            </a:r>
            <a:r>
              <a:rPr lang="en-GB" dirty="0">
                <a:ea typeface="Calibri"/>
                <a:cs typeface="Calibri"/>
              </a:rPr>
              <a:t> Usain Bolt neve fog </a:t>
            </a:r>
            <a:r>
              <a:rPr lang="en-GB" dirty="0" err="1">
                <a:ea typeface="Calibri"/>
                <a:cs typeface="Calibri"/>
              </a:rPr>
              <a:t>előjönni</a:t>
            </a:r>
            <a:endParaRPr lang="en-GB" dirty="0">
              <a:ea typeface="Calibri"/>
              <a:cs typeface="Calibri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ea typeface="Calibri"/>
                <a:cs typeface="Calibri"/>
              </a:rPr>
              <a:t>Ki a </a:t>
            </a:r>
            <a:r>
              <a:rPr lang="en-GB" dirty="0" err="1">
                <a:ea typeface="Calibri"/>
                <a:cs typeface="Calibri"/>
              </a:rPr>
              <a:t>leggyorsabb</a:t>
            </a:r>
            <a:r>
              <a:rPr lang="en-GB" dirty="0">
                <a:ea typeface="Calibri"/>
                <a:cs typeface="Calibri"/>
              </a:rPr>
              <a:t> ember a </a:t>
            </a:r>
            <a:r>
              <a:rPr lang="en-GB" dirty="0" err="1">
                <a:ea typeface="Calibri"/>
                <a:cs typeface="Calibri"/>
              </a:rPr>
              <a:t>Földön</a:t>
            </a:r>
            <a:r>
              <a:rPr lang="en-GB" dirty="0">
                <a:ea typeface="Calibri"/>
                <a:cs typeface="Calibri"/>
              </a:rPr>
              <a:t>, ha </a:t>
            </a:r>
            <a:r>
              <a:rPr lang="en-GB" dirty="0" err="1">
                <a:ea typeface="Calibri"/>
                <a:cs typeface="Calibri"/>
              </a:rPr>
              <a:t>nem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csak</a:t>
            </a:r>
            <a:r>
              <a:rPr lang="en-GB" dirty="0">
                <a:ea typeface="Calibri"/>
                <a:cs typeface="Calibri"/>
              </a:rPr>
              <a:t> a </a:t>
            </a:r>
            <a:r>
              <a:rPr lang="en-GB" dirty="0" err="1">
                <a:ea typeface="Calibri"/>
                <a:cs typeface="Calibri"/>
              </a:rPr>
              <a:t>futást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vesszük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figyelembe</a:t>
            </a:r>
            <a:r>
              <a:rPr lang="en-GB" dirty="0">
                <a:ea typeface="Calibri"/>
                <a:cs typeface="Calibri"/>
              </a:rPr>
              <a:t>? – </a:t>
            </a:r>
            <a:r>
              <a:rPr lang="en-GB" dirty="0" err="1">
                <a:ea typeface="Calibri"/>
                <a:cs typeface="Calibri"/>
              </a:rPr>
              <a:t>ebben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az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esetben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már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nagy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valószínűséggel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az</a:t>
            </a:r>
            <a:r>
              <a:rPr lang="en-GB" dirty="0">
                <a:ea typeface="Calibri"/>
                <a:cs typeface="Calibri"/>
              </a:rPr>
              <a:t> Apollo-10 </a:t>
            </a:r>
            <a:r>
              <a:rPr lang="en-GB" dirty="0" err="1">
                <a:ea typeface="Calibri"/>
                <a:cs typeface="Calibri"/>
              </a:rPr>
              <a:t>űrhajósai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lesznek</a:t>
            </a:r>
            <a:r>
              <a:rPr lang="en-GB" dirty="0">
                <a:ea typeface="Calibri"/>
                <a:cs typeface="Calibri"/>
              </a:rPr>
              <a:t> a </a:t>
            </a:r>
            <a:r>
              <a:rPr lang="en-GB" dirty="0" err="1">
                <a:ea typeface="Calibri"/>
                <a:cs typeface="Calibri"/>
              </a:rPr>
              <a:t>nyertesek</a:t>
            </a:r>
            <a:endParaRPr lang="en-GB" dirty="0">
              <a:ea typeface="Calibri"/>
              <a:cs typeface="Calibri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ea typeface="Calibri"/>
                <a:cs typeface="Calibri"/>
              </a:rPr>
              <a:t>Ki a </a:t>
            </a:r>
            <a:r>
              <a:rPr lang="en-GB" dirty="0" err="1">
                <a:ea typeface="Calibri"/>
                <a:cs typeface="Calibri"/>
              </a:rPr>
              <a:t>leggyorsabb</a:t>
            </a:r>
            <a:r>
              <a:rPr lang="en-GB" dirty="0">
                <a:ea typeface="Calibri"/>
                <a:cs typeface="Calibri"/>
              </a:rPr>
              <a:t> ember a </a:t>
            </a:r>
            <a:r>
              <a:rPr lang="en-GB" dirty="0" err="1">
                <a:ea typeface="Calibri"/>
                <a:cs typeface="Calibri"/>
              </a:rPr>
              <a:t>Földön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földi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körülmények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között</a:t>
            </a:r>
            <a:r>
              <a:rPr lang="en-GB" dirty="0">
                <a:ea typeface="Calibri"/>
                <a:cs typeface="Calibri"/>
              </a:rPr>
              <a:t>, </a:t>
            </a:r>
            <a:r>
              <a:rPr lang="en-GB" dirty="0" err="1">
                <a:ea typeface="Calibri"/>
                <a:cs typeface="Calibri"/>
              </a:rPr>
              <a:t>szárazföldön</a:t>
            </a:r>
            <a:r>
              <a:rPr lang="en-GB" dirty="0">
                <a:ea typeface="Calibri"/>
                <a:cs typeface="Calibri"/>
              </a:rPr>
              <a:t>? – Andy Green, </a:t>
            </a:r>
            <a:r>
              <a:rPr lang="en-GB" dirty="0" err="1">
                <a:ea typeface="Calibri"/>
                <a:cs typeface="Calibri"/>
              </a:rPr>
              <a:t>sugárhajtású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autóval</a:t>
            </a:r>
            <a:r>
              <a:rPr lang="en-GB" dirty="0">
                <a:ea typeface="Calibri"/>
                <a:cs typeface="Calibri"/>
              </a:rPr>
              <a:t> 1228km/h, </a:t>
            </a:r>
            <a:r>
              <a:rPr lang="en-GB" dirty="0" err="1">
                <a:ea typeface="Calibri"/>
                <a:cs typeface="Calibri"/>
              </a:rPr>
              <a:t>az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első</a:t>
            </a:r>
            <a:r>
              <a:rPr lang="en-GB" dirty="0">
                <a:ea typeface="Calibri"/>
                <a:cs typeface="Calibri"/>
              </a:rPr>
              <a:t> (</a:t>
            </a:r>
            <a:r>
              <a:rPr lang="en-GB" dirty="0" err="1">
                <a:ea typeface="Calibri"/>
                <a:cs typeface="Calibri"/>
              </a:rPr>
              <a:t>és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egyetlen</a:t>
            </a:r>
            <a:r>
              <a:rPr lang="en-GB" dirty="0">
                <a:ea typeface="Calibri"/>
                <a:cs typeface="Calibri"/>
              </a:rPr>
              <a:t>) ember, </a:t>
            </a:r>
            <a:r>
              <a:rPr lang="en-GB" dirty="0" err="1">
                <a:ea typeface="Calibri"/>
                <a:cs typeface="Calibri"/>
              </a:rPr>
              <a:t>aki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átlépte</a:t>
            </a:r>
            <a:r>
              <a:rPr lang="en-GB" dirty="0">
                <a:ea typeface="Calibri"/>
                <a:cs typeface="Calibri"/>
              </a:rPr>
              <a:t> </a:t>
            </a:r>
            <a:r>
              <a:rPr lang="en-GB" dirty="0" err="1">
                <a:ea typeface="Calibri"/>
                <a:cs typeface="Calibri"/>
              </a:rPr>
              <a:t>szárazföldön</a:t>
            </a:r>
            <a:r>
              <a:rPr lang="en-GB" dirty="0">
                <a:ea typeface="Calibri"/>
                <a:cs typeface="Calibri"/>
              </a:rPr>
              <a:t> a </a:t>
            </a:r>
            <a:r>
              <a:rPr lang="en-GB" dirty="0" err="1">
                <a:ea typeface="Calibri"/>
                <a:cs typeface="Calibri"/>
              </a:rPr>
              <a:t>hangsebességet</a:t>
            </a:r>
            <a:endParaRPr lang="en-GB" dirty="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5EDAA-BFF0-39D6-0504-F2BCE3C1E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70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A47D-4D53-9AE8-5C54-6E6FF681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3A7F0019-90A9-03DA-24A5-689E05C6AC0D}"/>
              </a:ext>
            </a:extLst>
          </p:cNvPr>
          <p:cNvSpPr/>
          <p:nvPr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F0CCA180-B07D-3912-69C1-D204467F3C7F}"/>
              </a:ext>
            </a:extLst>
          </p:cNvPr>
          <p:cNvSpPr/>
          <p:nvPr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9E4EFF1-1E77-EAB5-A32D-42EB929E03F8}"/>
              </a:ext>
            </a:extLst>
          </p:cNvPr>
          <p:cNvSpPr/>
          <p:nvPr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33991-B854-12E9-29F5-4204F5649868}"/>
              </a:ext>
            </a:extLst>
          </p:cNvPr>
          <p:cNvSpPr txBox="1">
            <a:spLocks/>
          </p:cNvSpPr>
          <p:nvPr/>
        </p:nvSpPr>
        <p:spPr>
          <a:xfrm>
            <a:off x="6228706" y="2359045"/>
            <a:ext cx="5426241" cy="1016913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6000" b="1" err="1">
                <a:solidFill>
                  <a:srgbClr val="00426A"/>
                </a:solidFill>
                <a:ea typeface="+mj-lt"/>
                <a:cs typeface="+mj-lt"/>
              </a:rPr>
              <a:t>Forráskritika</a:t>
            </a:r>
            <a:endParaRPr lang="hu-HU" sz="6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7E346-B7AD-C70A-69D8-5F035550ABF5}"/>
              </a:ext>
            </a:extLst>
          </p:cNvPr>
          <p:cNvSpPr/>
          <p:nvPr/>
        </p:nvSpPr>
        <p:spPr>
          <a:xfrm>
            <a:off x="6265380" y="3305848"/>
            <a:ext cx="4907867" cy="125711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C4D6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26D472C-AC38-5954-1DB2-11EB75A3E644}"/>
              </a:ext>
            </a:extLst>
          </p:cNvPr>
          <p:cNvSpPr txBox="1">
            <a:spLocks/>
          </p:cNvSpPr>
          <p:nvPr/>
        </p:nvSpPr>
        <p:spPr>
          <a:xfrm>
            <a:off x="6262814" y="4415038"/>
            <a:ext cx="5400358" cy="725001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Mesterséges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Intelligencia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tananyag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– 9. </a:t>
            </a: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osztály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9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AF95-FC7F-B72E-0FEE-857641AE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AE1961A-4F67-23D5-A12C-A3F0B7F50872}"/>
              </a:ext>
            </a:extLst>
          </p:cNvPr>
          <p:cNvGrpSpPr/>
          <p:nvPr/>
        </p:nvGrpSpPr>
        <p:grpSpPr>
          <a:xfrm>
            <a:off x="9733808" y="0"/>
            <a:ext cx="2471057" cy="2232931"/>
            <a:chOff x="9156192" y="0"/>
            <a:chExt cx="3035808" cy="303580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CEA39C5-0EB2-43D7-DB23-079A2CC79BE0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266C9A5-4F3B-1E59-EFCA-B7A19031837B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4094862-A66C-932D-A2F8-4E7B38138EFE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94E514-87DB-7E13-1C73-34E39082BE77}"/>
              </a:ext>
            </a:extLst>
          </p:cNvPr>
          <p:cNvSpPr txBox="1">
            <a:spLocks/>
          </p:cNvSpPr>
          <p:nvPr/>
        </p:nvSpPr>
        <p:spPr>
          <a:xfrm>
            <a:off x="6300461" y="662006"/>
            <a:ext cx="4501900" cy="1722403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5400" b="1" dirty="0">
                <a:solidFill>
                  <a:srgbClr val="00426A"/>
                </a:solidFill>
                <a:ea typeface="+mj-lt"/>
                <a:cs typeface="+mj-lt"/>
              </a:rPr>
              <a:t>A </a:t>
            </a:r>
            <a:r>
              <a:rPr lang="en-GB" sz="5400" b="1" dirty="0" err="1">
                <a:solidFill>
                  <a:srgbClr val="00426A"/>
                </a:solidFill>
                <a:ea typeface="+mj-lt"/>
                <a:cs typeface="+mj-lt"/>
              </a:rPr>
              <a:t>forráskritika</a:t>
            </a:r>
            <a:r>
              <a:rPr lang="en-GB" sz="5400" b="1" dirty="0">
                <a:solidFill>
                  <a:srgbClr val="00426A"/>
                </a:solidFill>
                <a:ea typeface="+mj-lt"/>
                <a:cs typeface="+mj-lt"/>
              </a:rPr>
              <a:t> </a:t>
            </a:r>
            <a:r>
              <a:rPr lang="en-GB" sz="5400" b="1" dirty="0" err="1">
                <a:solidFill>
                  <a:srgbClr val="00426A"/>
                </a:solidFill>
                <a:ea typeface="+mj-lt"/>
                <a:cs typeface="+mj-lt"/>
              </a:rPr>
              <a:t>alapjai</a:t>
            </a:r>
            <a:endParaRPr lang="en-GB" sz="5400" b="1" dirty="0" err="1">
              <a:solidFill>
                <a:srgbClr val="00426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74EFD5-5492-473F-8545-29B1EBB3AC56}"/>
              </a:ext>
            </a:extLst>
          </p:cNvPr>
          <p:cNvSpPr txBox="1">
            <a:spLocks/>
          </p:cNvSpPr>
          <p:nvPr/>
        </p:nvSpPr>
        <p:spPr>
          <a:xfrm>
            <a:off x="6305099" y="2894093"/>
            <a:ext cx="4498586" cy="133381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sz="3000" b="1" dirty="0">
                <a:solidFill>
                  <a:srgbClr val="009CDE"/>
                </a:solidFill>
                <a:ea typeface="+mn-lt"/>
                <a:cs typeface="+mn-lt"/>
              </a:rPr>
              <a:t>A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forráskritika</a:t>
            </a:r>
            <a:r>
              <a:rPr lang="en-GB" sz="3000" b="1" dirty="0">
                <a:solidFill>
                  <a:srgbClr val="009CDE"/>
                </a:solidFill>
                <a:ea typeface="+mn-lt"/>
                <a:cs typeface="+mn-lt"/>
              </a:rPr>
              <a:t> </a:t>
            </a:r>
            <a:r>
              <a:rPr lang="en-GB" sz="3000" b="1" err="1">
                <a:solidFill>
                  <a:srgbClr val="009CDE"/>
                </a:solidFill>
                <a:ea typeface="+mn-lt"/>
                <a:cs typeface="+mn-lt"/>
              </a:rPr>
              <a:t>lényege</a:t>
            </a:r>
            <a:r>
              <a:rPr lang="en-GB" sz="3000" b="1" dirty="0">
                <a:solidFill>
                  <a:srgbClr val="009CDE"/>
                </a:solidFill>
                <a:ea typeface="+mn-lt"/>
                <a:cs typeface="+mn-lt"/>
              </a:rPr>
              <a:t>:</a:t>
            </a:r>
            <a:endParaRPr lang="hu-HU" b="1">
              <a:ea typeface="+mn-lt"/>
              <a:cs typeface="+mn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F71323-2AD4-2ECB-C7E4-864B5AB34D88}"/>
              </a:ext>
            </a:extLst>
          </p:cNvPr>
          <p:cNvSpPr/>
          <p:nvPr/>
        </p:nvSpPr>
        <p:spPr>
          <a:xfrm>
            <a:off x="6295308" y="2310518"/>
            <a:ext cx="4503777" cy="137256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ED55AEB-E919-5360-1135-0BA535E079C9}"/>
              </a:ext>
            </a:extLst>
          </p:cNvPr>
          <p:cNvSpPr txBox="1"/>
          <p:nvPr/>
        </p:nvSpPr>
        <p:spPr>
          <a:xfrm>
            <a:off x="6305384" y="3663358"/>
            <a:ext cx="519535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Nem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hiszünk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el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automatikusan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mindent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,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amit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online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látunk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/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olvasunk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.</a:t>
            </a:r>
            <a:endParaRPr lang="hu-HU" sz="2400"/>
          </a:p>
          <a:p>
            <a:pPr marL="285750" indent="-285750">
              <a:buFont typeface="Arial"/>
              <a:buChar char="•"/>
            </a:pP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Az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interneten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bárki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közzétehet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képet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,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videót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,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szöveget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.</a:t>
            </a:r>
            <a:endParaRPr lang="en-GB" sz="2400"/>
          </a:p>
          <a:p>
            <a:pPr marL="285750" indent="-285750">
              <a:buFont typeface="Arial"/>
              <a:buChar char="•"/>
            </a:pP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Tudatosan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és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kritikusan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kell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kezelni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és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ellenőrizni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az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 </a:t>
            </a:r>
            <a:r>
              <a:rPr lang="en-GB" sz="2400" err="1">
                <a:solidFill>
                  <a:srgbClr val="00426A"/>
                </a:solidFill>
                <a:ea typeface="+mn-lt"/>
                <a:cs typeface="+mn-lt"/>
              </a:rPr>
              <a:t>információkat</a:t>
            </a:r>
            <a:r>
              <a:rPr lang="en-GB" sz="2400" dirty="0">
                <a:solidFill>
                  <a:srgbClr val="00426A"/>
                </a:solidFill>
                <a:ea typeface="+mn-lt"/>
                <a:cs typeface="+mn-lt"/>
              </a:rPr>
              <a:t>.</a:t>
            </a:r>
            <a:endParaRPr lang="en-GB" sz="2000" dirty="0">
              <a:ea typeface="+mn-lt"/>
              <a:cs typeface="+mn-lt"/>
            </a:endParaRPr>
          </a:p>
        </p:txBody>
      </p:sp>
      <p:pic>
        <p:nvPicPr>
          <p:cNvPr id="6" name="Kép 5" descr="A képen kör, fedett pályás látható&#10;&#10;Lehet, hogy az AI által létrehozott tartalom helytelen.">
            <a:extLst>
              <a:ext uri="{FF2B5EF4-FFF2-40B4-BE49-F238E27FC236}">
                <a16:creationId xmlns:a16="http://schemas.microsoft.com/office/drawing/2014/main" id="{FA918E33-5FE3-06CD-720A-43F97DD250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32" t="8742" r="14538" b="11377"/>
          <a:stretch>
            <a:fillRect/>
          </a:stretch>
        </p:blipFill>
        <p:spPr>
          <a:xfrm>
            <a:off x="-1721305" y="-980"/>
            <a:ext cx="7819091" cy="688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63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BB60BCF4-33ED-7A7E-E1C2-0DDD2458C2D5}"/>
              </a:ext>
            </a:extLst>
          </p:cNvPr>
          <p:cNvGrpSpPr/>
          <p:nvPr/>
        </p:nvGrpSpPr>
        <p:grpSpPr>
          <a:xfrm>
            <a:off x="3524" y="7122"/>
            <a:ext cx="5033718" cy="6855735"/>
            <a:chOff x="3524" y="7122"/>
            <a:chExt cx="5033718" cy="6855735"/>
          </a:xfrm>
        </p:grpSpPr>
        <p:sp>
          <p:nvSpPr>
            <p:cNvPr id="2" name="Téglalap: lekerekített 1">
              <a:extLst>
                <a:ext uri="{FF2B5EF4-FFF2-40B4-BE49-F238E27FC236}">
                  <a16:creationId xmlns:a16="http://schemas.microsoft.com/office/drawing/2014/main" id="{2E1C9491-FA4A-698B-2CE2-30C4F1D37322}"/>
                </a:ext>
              </a:extLst>
            </p:cNvPr>
            <p:cNvSpPr/>
            <p:nvPr/>
          </p:nvSpPr>
          <p:spPr>
            <a:xfrm>
              <a:off x="3524" y="7122"/>
              <a:ext cx="4723183" cy="6855735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F70A535A-1F1C-43F9-43B5-CD96AE77FC8B}"/>
                </a:ext>
              </a:extLst>
            </p:cNvPr>
            <p:cNvSpPr/>
            <p:nvPr/>
          </p:nvSpPr>
          <p:spPr>
            <a:xfrm>
              <a:off x="4415733" y="851982"/>
              <a:ext cx="621509" cy="622408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9005A308-05FF-8D22-7940-68F89041B7D0}"/>
              </a:ext>
            </a:extLst>
          </p:cNvPr>
          <p:cNvGrpSpPr/>
          <p:nvPr/>
        </p:nvGrpSpPr>
        <p:grpSpPr>
          <a:xfrm>
            <a:off x="-550657" y="-4424"/>
            <a:ext cx="5056808" cy="6867280"/>
            <a:chOff x="-700749" y="7122"/>
            <a:chExt cx="5033718" cy="6844190"/>
          </a:xfrm>
        </p:grpSpPr>
        <p:sp>
          <p:nvSpPr>
            <p:cNvPr id="3" name="Téglalap: lekerekített 2">
              <a:extLst>
                <a:ext uri="{FF2B5EF4-FFF2-40B4-BE49-F238E27FC236}">
                  <a16:creationId xmlns:a16="http://schemas.microsoft.com/office/drawing/2014/main" id="{B6926304-CB64-0D56-D9F1-EA4084F3C0EC}"/>
                </a:ext>
              </a:extLst>
            </p:cNvPr>
            <p:cNvSpPr/>
            <p:nvPr/>
          </p:nvSpPr>
          <p:spPr>
            <a:xfrm>
              <a:off x="-700749" y="7122"/>
              <a:ext cx="4723183" cy="6844190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D91BDE8C-4557-D4C4-2B94-2DE0956ACDF1}"/>
                </a:ext>
              </a:extLst>
            </p:cNvPr>
            <p:cNvSpPr/>
            <p:nvPr/>
          </p:nvSpPr>
          <p:spPr>
            <a:xfrm>
              <a:off x="3711460" y="1717891"/>
              <a:ext cx="621509" cy="622408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A062CFC4-B954-EF02-A50C-E078613A11CF}"/>
              </a:ext>
            </a:extLst>
          </p:cNvPr>
          <p:cNvGrpSpPr/>
          <p:nvPr/>
        </p:nvGrpSpPr>
        <p:grpSpPr>
          <a:xfrm>
            <a:off x="-1116384" y="-4424"/>
            <a:ext cx="5079899" cy="6855736"/>
            <a:chOff x="-1405021" y="7122"/>
            <a:chExt cx="5079899" cy="6855736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A95C827A-CA05-2148-5690-E61FC51F9C19}"/>
                </a:ext>
              </a:extLst>
            </p:cNvPr>
            <p:cNvSpPr/>
            <p:nvPr/>
          </p:nvSpPr>
          <p:spPr>
            <a:xfrm>
              <a:off x="-1405021" y="7122"/>
              <a:ext cx="4723183" cy="6855736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F6AB9C31-4AA7-70EB-0822-8B35840C1647}"/>
                </a:ext>
              </a:extLst>
            </p:cNvPr>
            <p:cNvSpPr/>
            <p:nvPr/>
          </p:nvSpPr>
          <p:spPr>
            <a:xfrm>
              <a:off x="3053369" y="2664618"/>
              <a:ext cx="621509" cy="622408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8BDD73E9-E09B-53E9-A063-D023F69E3077}"/>
              </a:ext>
            </a:extLst>
          </p:cNvPr>
          <p:cNvGrpSpPr/>
          <p:nvPr/>
        </p:nvGrpSpPr>
        <p:grpSpPr>
          <a:xfrm>
            <a:off x="-1682112" y="7123"/>
            <a:ext cx="5102990" cy="6855736"/>
            <a:chOff x="-2120839" y="-4423"/>
            <a:chExt cx="5102990" cy="6855736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2595FCC8-94D2-C903-5E9A-C4DE814C4815}"/>
                </a:ext>
              </a:extLst>
            </p:cNvPr>
            <p:cNvSpPr/>
            <p:nvPr/>
          </p:nvSpPr>
          <p:spPr>
            <a:xfrm>
              <a:off x="-2120839" y="-4423"/>
              <a:ext cx="4723183" cy="6855736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7A07E796-75BE-B540-2C69-747AD0C4F1D4}"/>
                </a:ext>
              </a:extLst>
            </p:cNvPr>
            <p:cNvSpPr/>
            <p:nvPr/>
          </p:nvSpPr>
          <p:spPr>
            <a:xfrm>
              <a:off x="2360642" y="3530527"/>
              <a:ext cx="621509" cy="622408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D8B49DD-9319-B26F-7B88-407688784CD1}"/>
              </a:ext>
            </a:extLst>
          </p:cNvPr>
          <p:cNvSpPr txBox="1"/>
          <p:nvPr/>
        </p:nvSpPr>
        <p:spPr>
          <a:xfrm>
            <a:off x="5459462" y="2322945"/>
            <a:ext cx="639412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800" b="1" dirty="0">
                <a:solidFill>
                  <a:srgbClr val="00426A"/>
                </a:solidFill>
                <a:latin typeface="Poppins"/>
                <a:cs typeface="Poppins"/>
              </a:rPr>
              <a:t>Alapkérdések a megbízhatósághoz</a:t>
            </a:r>
            <a:endParaRPr lang="hu-HU" dirty="0"/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3A6E2335-CB3F-5B4C-EBE4-39FECAB0ADD1}"/>
              </a:ext>
            </a:extLst>
          </p:cNvPr>
          <p:cNvSpPr/>
          <p:nvPr/>
        </p:nvSpPr>
        <p:spPr>
          <a:xfrm flipV="1">
            <a:off x="5478006" y="3895319"/>
            <a:ext cx="6369207" cy="53059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76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AF47-47DD-F3C4-8264-7A1266B3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2190D678-69F7-8A65-93B8-EA1D36DCB42F}"/>
              </a:ext>
            </a:extLst>
          </p:cNvPr>
          <p:cNvGrpSpPr/>
          <p:nvPr/>
        </p:nvGrpSpPr>
        <p:grpSpPr>
          <a:xfrm>
            <a:off x="3524" y="7122"/>
            <a:ext cx="14997445" cy="6855735"/>
            <a:chOff x="3524" y="7122"/>
            <a:chExt cx="5033718" cy="6855735"/>
          </a:xfrm>
        </p:grpSpPr>
        <p:sp>
          <p:nvSpPr>
            <p:cNvPr id="2" name="Téglalap: lekerekített 1">
              <a:extLst>
                <a:ext uri="{FF2B5EF4-FFF2-40B4-BE49-F238E27FC236}">
                  <a16:creationId xmlns:a16="http://schemas.microsoft.com/office/drawing/2014/main" id="{DA83EA6E-D5F7-6C09-5C13-5680EDCC8B01}"/>
                </a:ext>
              </a:extLst>
            </p:cNvPr>
            <p:cNvSpPr/>
            <p:nvPr/>
          </p:nvSpPr>
          <p:spPr>
            <a:xfrm>
              <a:off x="3524" y="7122"/>
              <a:ext cx="4723183" cy="6855735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76F19C65-0270-D7EB-C326-251D3784D000}"/>
                </a:ext>
              </a:extLst>
            </p:cNvPr>
            <p:cNvSpPr/>
            <p:nvPr/>
          </p:nvSpPr>
          <p:spPr>
            <a:xfrm>
              <a:off x="4415733" y="851982"/>
              <a:ext cx="621509" cy="622408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304EDD1D-648D-BC20-5B79-7CCF32A7C52C}"/>
              </a:ext>
            </a:extLst>
          </p:cNvPr>
          <p:cNvGrpSpPr/>
          <p:nvPr/>
        </p:nvGrpSpPr>
        <p:grpSpPr>
          <a:xfrm>
            <a:off x="-550657" y="-4424"/>
            <a:ext cx="5056808" cy="6867280"/>
            <a:chOff x="-700749" y="7122"/>
            <a:chExt cx="5033718" cy="6844190"/>
          </a:xfrm>
        </p:grpSpPr>
        <p:sp>
          <p:nvSpPr>
            <p:cNvPr id="3" name="Téglalap: lekerekített 2">
              <a:extLst>
                <a:ext uri="{FF2B5EF4-FFF2-40B4-BE49-F238E27FC236}">
                  <a16:creationId xmlns:a16="http://schemas.microsoft.com/office/drawing/2014/main" id="{981B3EF6-899C-4D1A-2660-DD1F3DFA6A15}"/>
                </a:ext>
              </a:extLst>
            </p:cNvPr>
            <p:cNvSpPr/>
            <p:nvPr/>
          </p:nvSpPr>
          <p:spPr>
            <a:xfrm>
              <a:off x="-700749" y="7122"/>
              <a:ext cx="4723183" cy="6844190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14CF1257-7915-A511-B2C7-3CB77BC2C7D8}"/>
                </a:ext>
              </a:extLst>
            </p:cNvPr>
            <p:cNvSpPr/>
            <p:nvPr/>
          </p:nvSpPr>
          <p:spPr>
            <a:xfrm>
              <a:off x="3711460" y="1717891"/>
              <a:ext cx="621509" cy="622408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BFC02A9D-0AAF-873B-3FB6-1455177E6DE2}"/>
              </a:ext>
            </a:extLst>
          </p:cNvPr>
          <p:cNvGrpSpPr/>
          <p:nvPr/>
        </p:nvGrpSpPr>
        <p:grpSpPr>
          <a:xfrm>
            <a:off x="-1116384" y="-4424"/>
            <a:ext cx="5079899" cy="6855736"/>
            <a:chOff x="-1405021" y="7122"/>
            <a:chExt cx="5079899" cy="6855736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9C92B042-044B-4CE5-BAE4-131DDB7E7FE2}"/>
                </a:ext>
              </a:extLst>
            </p:cNvPr>
            <p:cNvSpPr/>
            <p:nvPr/>
          </p:nvSpPr>
          <p:spPr>
            <a:xfrm>
              <a:off x="-1405021" y="7122"/>
              <a:ext cx="4723183" cy="6855736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76376BB7-D12C-4AAD-5971-3F71AF79A063}"/>
                </a:ext>
              </a:extLst>
            </p:cNvPr>
            <p:cNvSpPr/>
            <p:nvPr/>
          </p:nvSpPr>
          <p:spPr>
            <a:xfrm>
              <a:off x="3053369" y="2664618"/>
              <a:ext cx="621509" cy="622408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E71C61D1-A966-8E3B-5392-322773FF3585}"/>
              </a:ext>
            </a:extLst>
          </p:cNvPr>
          <p:cNvGrpSpPr/>
          <p:nvPr/>
        </p:nvGrpSpPr>
        <p:grpSpPr>
          <a:xfrm>
            <a:off x="-1682112" y="7123"/>
            <a:ext cx="5102990" cy="6855736"/>
            <a:chOff x="-2120839" y="-4423"/>
            <a:chExt cx="5102990" cy="6855736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124A0EF8-7069-15D8-D6F4-93B443DC93B5}"/>
                </a:ext>
              </a:extLst>
            </p:cNvPr>
            <p:cNvSpPr/>
            <p:nvPr/>
          </p:nvSpPr>
          <p:spPr>
            <a:xfrm>
              <a:off x="-2120839" y="-4423"/>
              <a:ext cx="4723183" cy="6855736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E5403B60-1E77-3749-851A-C708679A6F60}"/>
                </a:ext>
              </a:extLst>
            </p:cNvPr>
            <p:cNvSpPr/>
            <p:nvPr/>
          </p:nvSpPr>
          <p:spPr>
            <a:xfrm>
              <a:off x="2360642" y="3530527"/>
              <a:ext cx="621509" cy="622408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7" name="Szövegdoboz 6">
            <a:extLst>
              <a:ext uri="{FF2B5EF4-FFF2-40B4-BE49-F238E27FC236}">
                <a16:creationId xmlns:a16="http://schemas.microsoft.com/office/drawing/2014/main" id="{1B10DEC1-F506-34C9-E7FF-DBFA71C0230F}"/>
              </a:ext>
            </a:extLst>
          </p:cNvPr>
          <p:cNvSpPr txBox="1"/>
          <p:nvPr/>
        </p:nvSpPr>
        <p:spPr>
          <a:xfrm>
            <a:off x="6224481" y="1345130"/>
            <a:ext cx="554772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b="1" dirty="0">
                <a:solidFill>
                  <a:schemeClr val="bg1"/>
                </a:solidFill>
                <a:ea typeface="+mn-lt"/>
                <a:cs typeface="+mn-lt"/>
              </a:rPr>
              <a:t>Ki készítette a tartalmat?</a:t>
            </a:r>
            <a:endParaRPr lang="hu-HU" sz="5400" b="1">
              <a:solidFill>
                <a:schemeClr val="bg1"/>
              </a:solidFill>
            </a:endParaRPr>
          </a:p>
        </p:txBody>
      </p:sp>
      <p:pic>
        <p:nvPicPr>
          <p:cNvPr id="19" name="Kép 18" descr="A képen tűzijáték, sötétség, lámpa látható&#10;&#10;Lehet, hogy az AI által létrehozott tartalom helytelen.">
            <a:extLst>
              <a:ext uri="{FF2B5EF4-FFF2-40B4-BE49-F238E27FC236}">
                <a16:creationId xmlns:a16="http://schemas.microsoft.com/office/drawing/2014/main" id="{B03E6B96-C8FB-9370-3177-CACD81BC3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81" y="935182"/>
            <a:ext cx="8878454" cy="887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54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5982C-AC4C-E7B5-BF91-20A1B823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3BF3C15D-1F52-C253-6FBB-3E14B2F01596}"/>
              </a:ext>
            </a:extLst>
          </p:cNvPr>
          <p:cNvGrpSpPr/>
          <p:nvPr/>
        </p:nvGrpSpPr>
        <p:grpSpPr>
          <a:xfrm>
            <a:off x="3524" y="7122"/>
            <a:ext cx="14997445" cy="6855735"/>
            <a:chOff x="3524" y="7122"/>
            <a:chExt cx="5033718" cy="6855735"/>
          </a:xfrm>
        </p:grpSpPr>
        <p:sp>
          <p:nvSpPr>
            <p:cNvPr id="2" name="Téglalap: lekerekített 1">
              <a:extLst>
                <a:ext uri="{FF2B5EF4-FFF2-40B4-BE49-F238E27FC236}">
                  <a16:creationId xmlns:a16="http://schemas.microsoft.com/office/drawing/2014/main" id="{FF94C14C-D2BD-E67D-6039-3CD6A9E359B9}"/>
                </a:ext>
              </a:extLst>
            </p:cNvPr>
            <p:cNvSpPr/>
            <p:nvPr/>
          </p:nvSpPr>
          <p:spPr>
            <a:xfrm>
              <a:off x="3524" y="7122"/>
              <a:ext cx="4723183" cy="6855735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FB3E61C4-A2A7-54CD-103C-A3172BCE8AEB}"/>
                </a:ext>
              </a:extLst>
            </p:cNvPr>
            <p:cNvSpPr/>
            <p:nvPr/>
          </p:nvSpPr>
          <p:spPr>
            <a:xfrm>
              <a:off x="4415733" y="851982"/>
              <a:ext cx="621509" cy="622408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AEBD259B-ACF0-3568-9945-CD79EDE4D14A}"/>
              </a:ext>
            </a:extLst>
          </p:cNvPr>
          <p:cNvGrpSpPr/>
          <p:nvPr/>
        </p:nvGrpSpPr>
        <p:grpSpPr>
          <a:xfrm>
            <a:off x="-550657" y="-4424"/>
            <a:ext cx="16452171" cy="6867280"/>
            <a:chOff x="-700749" y="7122"/>
            <a:chExt cx="5033718" cy="6844190"/>
          </a:xfrm>
        </p:grpSpPr>
        <p:sp>
          <p:nvSpPr>
            <p:cNvPr id="3" name="Téglalap: lekerekített 2">
              <a:extLst>
                <a:ext uri="{FF2B5EF4-FFF2-40B4-BE49-F238E27FC236}">
                  <a16:creationId xmlns:a16="http://schemas.microsoft.com/office/drawing/2014/main" id="{C29BE3C1-8178-04C6-0F89-CEEA56915A9E}"/>
                </a:ext>
              </a:extLst>
            </p:cNvPr>
            <p:cNvSpPr/>
            <p:nvPr/>
          </p:nvSpPr>
          <p:spPr>
            <a:xfrm>
              <a:off x="-700749" y="7122"/>
              <a:ext cx="4723183" cy="6844190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9241D082-5D28-04F8-BC94-F6919ED4BB40}"/>
                </a:ext>
              </a:extLst>
            </p:cNvPr>
            <p:cNvSpPr/>
            <p:nvPr/>
          </p:nvSpPr>
          <p:spPr>
            <a:xfrm>
              <a:off x="3711460" y="1717891"/>
              <a:ext cx="621509" cy="622408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C6E148DC-74DB-DF7B-9C39-6E70F67C54E8}"/>
              </a:ext>
            </a:extLst>
          </p:cNvPr>
          <p:cNvGrpSpPr/>
          <p:nvPr/>
        </p:nvGrpSpPr>
        <p:grpSpPr>
          <a:xfrm>
            <a:off x="-1116384" y="-4424"/>
            <a:ext cx="5079899" cy="6855736"/>
            <a:chOff x="-1405021" y="7122"/>
            <a:chExt cx="5079899" cy="6855736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DD18549C-3278-6CF0-91B9-2E3B734B7192}"/>
                </a:ext>
              </a:extLst>
            </p:cNvPr>
            <p:cNvSpPr/>
            <p:nvPr/>
          </p:nvSpPr>
          <p:spPr>
            <a:xfrm>
              <a:off x="-1405021" y="7122"/>
              <a:ext cx="4723183" cy="6855736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9A363FBE-5817-360B-CEF7-7BB70090968F}"/>
                </a:ext>
              </a:extLst>
            </p:cNvPr>
            <p:cNvSpPr/>
            <p:nvPr/>
          </p:nvSpPr>
          <p:spPr>
            <a:xfrm>
              <a:off x="3053369" y="2664618"/>
              <a:ext cx="621509" cy="622408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FE5E8E2A-93B7-2935-9734-A80D733E811E}"/>
              </a:ext>
            </a:extLst>
          </p:cNvPr>
          <p:cNvGrpSpPr/>
          <p:nvPr/>
        </p:nvGrpSpPr>
        <p:grpSpPr>
          <a:xfrm>
            <a:off x="-1682112" y="7123"/>
            <a:ext cx="5102990" cy="6855736"/>
            <a:chOff x="-2120839" y="-4423"/>
            <a:chExt cx="5102990" cy="6855736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2F1200DE-2F59-24BE-AF29-567ED38F6724}"/>
                </a:ext>
              </a:extLst>
            </p:cNvPr>
            <p:cNvSpPr/>
            <p:nvPr/>
          </p:nvSpPr>
          <p:spPr>
            <a:xfrm>
              <a:off x="-2120839" y="-4423"/>
              <a:ext cx="4723183" cy="6855736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4C794AB3-DB4C-6949-7472-531103A6820E}"/>
                </a:ext>
              </a:extLst>
            </p:cNvPr>
            <p:cNvSpPr/>
            <p:nvPr/>
          </p:nvSpPr>
          <p:spPr>
            <a:xfrm>
              <a:off x="2360642" y="3530527"/>
              <a:ext cx="621509" cy="622408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pic>
        <p:nvPicPr>
          <p:cNvPr id="19" name="Kép 18" descr="A képen tűzijáték, sötétség, lámpa látható&#10;&#10;Lehet, hogy az AI által létrehozott tartalom helytelen.">
            <a:extLst>
              <a:ext uri="{FF2B5EF4-FFF2-40B4-BE49-F238E27FC236}">
                <a16:creationId xmlns:a16="http://schemas.microsoft.com/office/drawing/2014/main" id="{C5F4418E-034E-4A4E-97D4-CBB374CB2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81" y="935182"/>
            <a:ext cx="8878454" cy="8878454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E4845BA7-D2ED-23C6-06A8-745E5FD9CD70}"/>
              </a:ext>
            </a:extLst>
          </p:cNvPr>
          <p:cNvSpPr txBox="1"/>
          <p:nvPr/>
        </p:nvSpPr>
        <p:spPr>
          <a:xfrm>
            <a:off x="6224481" y="1079584"/>
            <a:ext cx="507435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b="1" dirty="0">
                <a:solidFill>
                  <a:schemeClr val="bg1"/>
                </a:solidFill>
                <a:ea typeface="+mn-lt"/>
                <a:cs typeface="+mn-lt"/>
              </a:rPr>
              <a:t>Hol jelent meg a tartalom?</a:t>
            </a:r>
            <a:endParaRPr lang="hu-HU" sz="5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88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9E99-762D-8CB4-7928-20800CC24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F9AAB612-D8D8-F345-53EF-287D039597A2}"/>
              </a:ext>
            </a:extLst>
          </p:cNvPr>
          <p:cNvGrpSpPr/>
          <p:nvPr/>
        </p:nvGrpSpPr>
        <p:grpSpPr>
          <a:xfrm>
            <a:off x="3524" y="7122"/>
            <a:ext cx="14997445" cy="6855735"/>
            <a:chOff x="3524" y="7122"/>
            <a:chExt cx="5033718" cy="6855735"/>
          </a:xfrm>
        </p:grpSpPr>
        <p:sp>
          <p:nvSpPr>
            <p:cNvPr id="2" name="Téglalap: lekerekített 1">
              <a:extLst>
                <a:ext uri="{FF2B5EF4-FFF2-40B4-BE49-F238E27FC236}">
                  <a16:creationId xmlns:a16="http://schemas.microsoft.com/office/drawing/2014/main" id="{D4EE583F-595D-BAE8-28AA-C54B9D0EE21E}"/>
                </a:ext>
              </a:extLst>
            </p:cNvPr>
            <p:cNvSpPr/>
            <p:nvPr/>
          </p:nvSpPr>
          <p:spPr>
            <a:xfrm>
              <a:off x="3524" y="7122"/>
              <a:ext cx="4723183" cy="6855735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CC4B9BC8-C53B-6658-20AF-05A7AAA1CCEB}"/>
                </a:ext>
              </a:extLst>
            </p:cNvPr>
            <p:cNvSpPr/>
            <p:nvPr/>
          </p:nvSpPr>
          <p:spPr>
            <a:xfrm>
              <a:off x="4415733" y="851982"/>
              <a:ext cx="621509" cy="622408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A1261077-F1CC-F856-6152-978691CE8444}"/>
              </a:ext>
            </a:extLst>
          </p:cNvPr>
          <p:cNvGrpSpPr/>
          <p:nvPr/>
        </p:nvGrpSpPr>
        <p:grpSpPr>
          <a:xfrm>
            <a:off x="-550657" y="-4424"/>
            <a:ext cx="16452171" cy="6867280"/>
            <a:chOff x="-700749" y="7122"/>
            <a:chExt cx="5033718" cy="6844190"/>
          </a:xfrm>
        </p:grpSpPr>
        <p:sp>
          <p:nvSpPr>
            <p:cNvPr id="3" name="Téglalap: lekerekített 2">
              <a:extLst>
                <a:ext uri="{FF2B5EF4-FFF2-40B4-BE49-F238E27FC236}">
                  <a16:creationId xmlns:a16="http://schemas.microsoft.com/office/drawing/2014/main" id="{1921BC9F-3FC5-D8CA-0D37-DF6E0F97A84D}"/>
                </a:ext>
              </a:extLst>
            </p:cNvPr>
            <p:cNvSpPr/>
            <p:nvPr/>
          </p:nvSpPr>
          <p:spPr>
            <a:xfrm>
              <a:off x="-700749" y="7122"/>
              <a:ext cx="4723183" cy="6844190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032D596F-4C55-16B2-83FA-95A225BA564A}"/>
                </a:ext>
              </a:extLst>
            </p:cNvPr>
            <p:cNvSpPr/>
            <p:nvPr/>
          </p:nvSpPr>
          <p:spPr>
            <a:xfrm>
              <a:off x="3711460" y="1717891"/>
              <a:ext cx="621509" cy="622408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6EA7FA0B-AB30-CCED-B71A-2165849E957C}"/>
              </a:ext>
            </a:extLst>
          </p:cNvPr>
          <p:cNvGrpSpPr/>
          <p:nvPr/>
        </p:nvGrpSpPr>
        <p:grpSpPr>
          <a:xfrm>
            <a:off x="-1116384" y="-4424"/>
            <a:ext cx="17017899" cy="6867281"/>
            <a:chOff x="-1405021" y="7122"/>
            <a:chExt cx="5079899" cy="6855736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2FBF9955-7128-84F9-B9F0-74895614535D}"/>
                </a:ext>
              </a:extLst>
            </p:cNvPr>
            <p:cNvSpPr/>
            <p:nvPr/>
          </p:nvSpPr>
          <p:spPr>
            <a:xfrm>
              <a:off x="-1405021" y="7122"/>
              <a:ext cx="4723183" cy="6855736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645B27D1-7887-405B-45FB-C73D459A3CA7}"/>
                </a:ext>
              </a:extLst>
            </p:cNvPr>
            <p:cNvSpPr/>
            <p:nvPr/>
          </p:nvSpPr>
          <p:spPr>
            <a:xfrm>
              <a:off x="3053369" y="2664618"/>
              <a:ext cx="621509" cy="622408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07B6E5B4-0C56-C096-4B4C-0CB3C641685E}"/>
              </a:ext>
            </a:extLst>
          </p:cNvPr>
          <p:cNvGrpSpPr/>
          <p:nvPr/>
        </p:nvGrpSpPr>
        <p:grpSpPr>
          <a:xfrm>
            <a:off x="-1682112" y="7123"/>
            <a:ext cx="5102990" cy="6855736"/>
            <a:chOff x="-2120839" y="-4423"/>
            <a:chExt cx="5102990" cy="6855736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56BDD668-EDE7-0CEF-5F60-90D1782221C3}"/>
                </a:ext>
              </a:extLst>
            </p:cNvPr>
            <p:cNvSpPr/>
            <p:nvPr/>
          </p:nvSpPr>
          <p:spPr>
            <a:xfrm>
              <a:off x="-2120839" y="-4423"/>
              <a:ext cx="4723183" cy="6855736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CEE868AF-2402-24B1-E7ED-EF5EE5817DB8}"/>
                </a:ext>
              </a:extLst>
            </p:cNvPr>
            <p:cNvSpPr/>
            <p:nvPr/>
          </p:nvSpPr>
          <p:spPr>
            <a:xfrm>
              <a:off x="2360642" y="3530527"/>
              <a:ext cx="621509" cy="622408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pic>
        <p:nvPicPr>
          <p:cNvPr id="19" name="Kép 18" descr="A képen tűzijáték, sötétség, lámpa látható&#10;&#10;Lehet, hogy az AI által létrehozott tartalom helytelen.">
            <a:extLst>
              <a:ext uri="{FF2B5EF4-FFF2-40B4-BE49-F238E27FC236}">
                <a16:creationId xmlns:a16="http://schemas.microsoft.com/office/drawing/2014/main" id="{EACC796C-0CFB-F554-2FA1-43E7FFB7C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81" y="935182"/>
            <a:ext cx="8878454" cy="8878454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B11F99DD-C14E-F57E-B86C-BC5F8DE4F2A5}"/>
              </a:ext>
            </a:extLst>
          </p:cNvPr>
          <p:cNvSpPr txBox="1"/>
          <p:nvPr/>
        </p:nvSpPr>
        <p:spPr>
          <a:xfrm>
            <a:off x="6224481" y="1079584"/>
            <a:ext cx="465872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b="1" dirty="0">
                <a:solidFill>
                  <a:schemeClr val="bg1"/>
                </a:solidFill>
                <a:ea typeface="+mn-lt"/>
                <a:cs typeface="+mn-lt"/>
              </a:rPr>
              <a:t>Mi lehetett a célja? </a:t>
            </a:r>
            <a:endParaRPr lang="hu-HU" sz="5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389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C838-9B78-F432-9248-41C6A0B8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F37F04F7-3FDA-E73A-DEE3-EE80BC374830}"/>
              </a:ext>
            </a:extLst>
          </p:cNvPr>
          <p:cNvGrpSpPr/>
          <p:nvPr/>
        </p:nvGrpSpPr>
        <p:grpSpPr>
          <a:xfrm>
            <a:off x="3524" y="7122"/>
            <a:ext cx="14997445" cy="6855735"/>
            <a:chOff x="3524" y="7122"/>
            <a:chExt cx="5033718" cy="6855735"/>
          </a:xfrm>
        </p:grpSpPr>
        <p:sp>
          <p:nvSpPr>
            <p:cNvPr id="2" name="Téglalap: lekerekített 1">
              <a:extLst>
                <a:ext uri="{FF2B5EF4-FFF2-40B4-BE49-F238E27FC236}">
                  <a16:creationId xmlns:a16="http://schemas.microsoft.com/office/drawing/2014/main" id="{9B1A5143-6F31-BDF3-9DC2-008CB1EBFB56}"/>
                </a:ext>
              </a:extLst>
            </p:cNvPr>
            <p:cNvSpPr/>
            <p:nvPr/>
          </p:nvSpPr>
          <p:spPr>
            <a:xfrm>
              <a:off x="3524" y="7122"/>
              <a:ext cx="4723183" cy="6855735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06D260A1-6DAB-D509-AFF4-5F2859498A2A}"/>
                </a:ext>
              </a:extLst>
            </p:cNvPr>
            <p:cNvSpPr/>
            <p:nvPr/>
          </p:nvSpPr>
          <p:spPr>
            <a:xfrm>
              <a:off x="4415733" y="851982"/>
              <a:ext cx="621509" cy="622408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C5DA0F0A-DB25-926A-C431-18EE8C57BDBF}"/>
              </a:ext>
            </a:extLst>
          </p:cNvPr>
          <p:cNvGrpSpPr/>
          <p:nvPr/>
        </p:nvGrpSpPr>
        <p:grpSpPr>
          <a:xfrm>
            <a:off x="-550657" y="-4424"/>
            <a:ext cx="16452171" cy="6867280"/>
            <a:chOff x="-700749" y="7122"/>
            <a:chExt cx="5033718" cy="6844190"/>
          </a:xfrm>
        </p:grpSpPr>
        <p:sp>
          <p:nvSpPr>
            <p:cNvPr id="3" name="Téglalap: lekerekített 2">
              <a:extLst>
                <a:ext uri="{FF2B5EF4-FFF2-40B4-BE49-F238E27FC236}">
                  <a16:creationId xmlns:a16="http://schemas.microsoft.com/office/drawing/2014/main" id="{0CC19AB2-91B0-7BE2-0542-9AF85BE54700}"/>
                </a:ext>
              </a:extLst>
            </p:cNvPr>
            <p:cNvSpPr/>
            <p:nvPr/>
          </p:nvSpPr>
          <p:spPr>
            <a:xfrm>
              <a:off x="-700749" y="7122"/>
              <a:ext cx="4723183" cy="6844190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0465693C-A3C7-AD1E-85F4-A661A9118EDE}"/>
                </a:ext>
              </a:extLst>
            </p:cNvPr>
            <p:cNvSpPr/>
            <p:nvPr/>
          </p:nvSpPr>
          <p:spPr>
            <a:xfrm>
              <a:off x="3711460" y="1717891"/>
              <a:ext cx="621509" cy="622408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F41AA56C-B546-8696-DBAA-EE18BA402237}"/>
              </a:ext>
            </a:extLst>
          </p:cNvPr>
          <p:cNvGrpSpPr/>
          <p:nvPr/>
        </p:nvGrpSpPr>
        <p:grpSpPr>
          <a:xfrm>
            <a:off x="-1116384" y="-4424"/>
            <a:ext cx="17017899" cy="6867281"/>
            <a:chOff x="-1405021" y="7122"/>
            <a:chExt cx="5079899" cy="6855736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0E8DA4B4-811E-8009-C263-AF76AF3D944F}"/>
                </a:ext>
              </a:extLst>
            </p:cNvPr>
            <p:cNvSpPr/>
            <p:nvPr/>
          </p:nvSpPr>
          <p:spPr>
            <a:xfrm>
              <a:off x="-1405021" y="7122"/>
              <a:ext cx="4723183" cy="6855736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B9968FC2-7185-43F4-C936-9B8E1C223C77}"/>
                </a:ext>
              </a:extLst>
            </p:cNvPr>
            <p:cNvSpPr/>
            <p:nvPr/>
          </p:nvSpPr>
          <p:spPr>
            <a:xfrm>
              <a:off x="3053369" y="2664618"/>
              <a:ext cx="621509" cy="622408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5C3B0CB7-0AA1-1A1E-4AC6-6430067748E1}"/>
              </a:ext>
            </a:extLst>
          </p:cNvPr>
          <p:cNvGrpSpPr/>
          <p:nvPr/>
        </p:nvGrpSpPr>
        <p:grpSpPr>
          <a:xfrm>
            <a:off x="-1682112" y="7123"/>
            <a:ext cx="17572080" cy="6855736"/>
            <a:chOff x="-2120839" y="-4423"/>
            <a:chExt cx="5102990" cy="6855736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30B05A7F-33D3-CBF1-36F9-099AB6EF96B4}"/>
                </a:ext>
              </a:extLst>
            </p:cNvPr>
            <p:cNvSpPr/>
            <p:nvPr/>
          </p:nvSpPr>
          <p:spPr>
            <a:xfrm>
              <a:off x="-2120839" y="-4423"/>
              <a:ext cx="4723183" cy="6855736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0A045DB0-193D-8264-FDB1-9B1585D95A18}"/>
                </a:ext>
              </a:extLst>
            </p:cNvPr>
            <p:cNvSpPr/>
            <p:nvPr/>
          </p:nvSpPr>
          <p:spPr>
            <a:xfrm>
              <a:off x="2360642" y="3530527"/>
              <a:ext cx="621509" cy="622408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pic>
        <p:nvPicPr>
          <p:cNvPr id="19" name="Kép 18" descr="A képen tűzijáték, sötétség, lámpa látható&#10;&#10;Lehet, hogy az AI által létrehozott tartalom helytelen.">
            <a:extLst>
              <a:ext uri="{FF2B5EF4-FFF2-40B4-BE49-F238E27FC236}">
                <a16:creationId xmlns:a16="http://schemas.microsoft.com/office/drawing/2014/main" id="{F53AAB86-AA7D-37E6-8CFF-53F32D2AD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181" y="935182"/>
            <a:ext cx="8878454" cy="8878454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594DF5C5-5EBC-3D08-74D7-DAAECA07C1F8}"/>
              </a:ext>
            </a:extLst>
          </p:cNvPr>
          <p:cNvSpPr txBox="1"/>
          <p:nvPr/>
        </p:nvSpPr>
        <p:spPr>
          <a:xfrm>
            <a:off x="5866572" y="929493"/>
            <a:ext cx="599799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b="1" dirty="0">
                <a:solidFill>
                  <a:schemeClr val="bg1"/>
                </a:solidFill>
                <a:ea typeface="+mn-lt"/>
                <a:cs typeface="+mn-lt"/>
              </a:rPr>
              <a:t>Megjelenik-e más, megbízható forrásban is?</a:t>
            </a:r>
            <a:endParaRPr lang="hu-HU" sz="5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03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ruházat, személy, Emberi arc, kültéri látható&#10;&#10;Lehet, hogy az AI által létrehozott tartalom helytelen.">
            <a:extLst>
              <a:ext uri="{FF2B5EF4-FFF2-40B4-BE49-F238E27FC236}">
                <a16:creationId xmlns:a16="http://schemas.microsoft.com/office/drawing/2014/main" id="{FC0A491A-CFB3-60E7-4662-F05E4FAF3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5182"/>
          <a:stretch>
            <a:fillRect/>
          </a:stretch>
        </p:blipFill>
        <p:spPr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5" name="Kép 4" descr="A képen kültéri, felhő, ég, fagyos látható&#10;&#10;Lehet, hogy az AI által létrehozott tartalom helytelen.">
            <a:extLst>
              <a:ext uri="{FF2B5EF4-FFF2-40B4-BE49-F238E27FC236}">
                <a16:creationId xmlns:a16="http://schemas.microsoft.com/office/drawing/2014/main" id="{7433C202-3DC1-C872-97DF-707DB06B63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7823"/>
          <a:stretch>
            <a:fillRect/>
          </a:stretch>
        </p:blipFill>
        <p:spPr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AF053F7-52AE-38C4-0C3A-44FA3025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61" y="1719125"/>
            <a:ext cx="3665895" cy="806520"/>
          </a:xfrm>
        </p:spPr>
        <p:txBody>
          <a:bodyPr anchor="ctr">
            <a:normAutofit fontScale="90000"/>
          </a:bodyPr>
          <a:lstStyle/>
          <a:p>
            <a:r>
              <a:rPr lang="en-GB" sz="6000" b="1" dirty="0">
                <a:solidFill>
                  <a:srgbClr val="00426A"/>
                </a:solidFill>
              </a:rPr>
              <a:t>Hamis </a:t>
            </a:r>
            <a:r>
              <a:rPr lang="en-GB" sz="6000" b="1" dirty="0" err="1">
                <a:solidFill>
                  <a:srgbClr val="00426A"/>
                </a:solidFill>
              </a:rPr>
              <a:t>képek</a:t>
            </a:r>
            <a:r>
              <a:rPr lang="en-GB" sz="6000" b="1" dirty="0">
                <a:solidFill>
                  <a:srgbClr val="00426A"/>
                </a:solidFill>
              </a:rPr>
              <a:t> </a:t>
            </a:r>
            <a:r>
              <a:rPr lang="en-GB" sz="6000" b="1" dirty="0" err="1">
                <a:solidFill>
                  <a:srgbClr val="00426A"/>
                </a:solidFill>
              </a:rPr>
              <a:t>és</a:t>
            </a:r>
            <a:r>
              <a:rPr lang="en-GB" sz="6000" b="1" dirty="0">
                <a:solidFill>
                  <a:srgbClr val="00426A"/>
                </a:solidFill>
              </a:rPr>
              <a:t> </a:t>
            </a:r>
            <a:r>
              <a:rPr lang="en-GB" sz="6000" b="1" dirty="0" err="1">
                <a:solidFill>
                  <a:srgbClr val="00426A"/>
                </a:solidFill>
              </a:rPr>
              <a:t>vizuális</a:t>
            </a:r>
            <a:r>
              <a:rPr lang="en-GB" sz="6000" b="1" dirty="0">
                <a:solidFill>
                  <a:srgbClr val="00426A"/>
                </a:solidFill>
              </a:rPr>
              <a:t> </a:t>
            </a:r>
            <a:r>
              <a:rPr lang="en-GB" sz="6000" b="1" dirty="0" err="1">
                <a:solidFill>
                  <a:srgbClr val="00426A"/>
                </a:solidFill>
              </a:rPr>
              <a:t>tartalmak</a:t>
            </a:r>
            <a:endParaRPr lang="hu-HU" sz="6000" dirty="0" err="1"/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EA69EA58-D16A-82A9-C1DF-644779CBE626}"/>
              </a:ext>
            </a:extLst>
          </p:cNvPr>
          <p:cNvGrpSpPr/>
          <p:nvPr/>
        </p:nvGrpSpPr>
        <p:grpSpPr>
          <a:xfrm rot="10800000">
            <a:off x="-161146" y="4627217"/>
            <a:ext cx="2471058" cy="2232931"/>
            <a:chOff x="9156192" y="0"/>
            <a:chExt cx="3035808" cy="3035808"/>
          </a:xfrm>
        </p:grpSpPr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05395663-CC65-CC6B-6F4F-4F3C8A2A99C8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Freeform: Shape 24">
              <a:extLst>
                <a:ext uri="{FF2B5EF4-FFF2-40B4-BE49-F238E27FC236}">
                  <a16:creationId xmlns:a16="http://schemas.microsoft.com/office/drawing/2014/main" id="{49AE34DC-3AFC-EC58-BF15-6D4E7977AB1E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Freeform: Shape 25">
              <a:extLst>
                <a:ext uri="{FF2B5EF4-FFF2-40B4-BE49-F238E27FC236}">
                  <a16:creationId xmlns:a16="http://schemas.microsoft.com/office/drawing/2014/main" id="{7EEC311D-F938-4EAE-0BB1-DDB8B507DB34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" name="Rectangle 29">
            <a:extLst>
              <a:ext uri="{FF2B5EF4-FFF2-40B4-BE49-F238E27FC236}">
                <a16:creationId xmlns:a16="http://schemas.microsoft.com/office/drawing/2014/main" id="{4EDE7572-B0C3-627D-5943-40B061457965}"/>
              </a:ext>
            </a:extLst>
          </p:cNvPr>
          <p:cNvSpPr/>
          <p:nvPr/>
        </p:nvSpPr>
        <p:spPr>
          <a:xfrm>
            <a:off x="276528" y="3882117"/>
            <a:ext cx="3166599" cy="68419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668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2933-C842-CD91-1AA6-85E66CCD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F2A1715A-DEF7-BBD3-C70D-71D3D2565B01}"/>
              </a:ext>
            </a:extLst>
          </p:cNvPr>
          <p:cNvGrpSpPr/>
          <p:nvPr/>
        </p:nvGrpSpPr>
        <p:grpSpPr>
          <a:xfrm>
            <a:off x="201080" y="4432466"/>
            <a:ext cx="4578685" cy="1039059"/>
            <a:chOff x="201080" y="2908466"/>
            <a:chExt cx="4578685" cy="1039059"/>
          </a:xfrm>
        </p:grpSpPr>
        <p:sp>
          <p:nvSpPr>
            <p:cNvPr id="25" name="Téglalap: lekerekített 24">
              <a:extLst>
                <a:ext uri="{FF2B5EF4-FFF2-40B4-BE49-F238E27FC236}">
                  <a16:creationId xmlns:a16="http://schemas.microsoft.com/office/drawing/2014/main" id="{A7561F89-AA70-6ACE-A228-86C950F0490F}"/>
                </a:ext>
              </a:extLst>
            </p:cNvPr>
            <p:cNvSpPr/>
            <p:nvPr/>
          </p:nvSpPr>
          <p:spPr>
            <a:xfrm>
              <a:off x="616230" y="2912294"/>
              <a:ext cx="4163535" cy="10352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6" name="Ellipszis 25">
              <a:extLst>
                <a:ext uri="{FF2B5EF4-FFF2-40B4-BE49-F238E27FC236}">
                  <a16:creationId xmlns:a16="http://schemas.microsoft.com/office/drawing/2014/main" id="{4E788C43-BF8D-60F1-6381-DC8DDA7B9BD2}"/>
                </a:ext>
              </a:extLst>
            </p:cNvPr>
            <p:cNvSpPr/>
            <p:nvPr/>
          </p:nvSpPr>
          <p:spPr>
            <a:xfrm>
              <a:off x="201080" y="2908466"/>
              <a:ext cx="1212262" cy="10371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4F98038F-EC2A-90FE-6DD5-3A6CAB903870}"/>
              </a:ext>
            </a:extLst>
          </p:cNvPr>
          <p:cNvGrpSpPr/>
          <p:nvPr/>
        </p:nvGrpSpPr>
        <p:grpSpPr>
          <a:xfrm>
            <a:off x="189535" y="3012375"/>
            <a:ext cx="4578685" cy="1039059"/>
            <a:chOff x="201080" y="2908466"/>
            <a:chExt cx="4578685" cy="1039059"/>
          </a:xfrm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80B23B6A-9946-1B4C-2539-978CE702FC97}"/>
                </a:ext>
              </a:extLst>
            </p:cNvPr>
            <p:cNvSpPr/>
            <p:nvPr/>
          </p:nvSpPr>
          <p:spPr>
            <a:xfrm>
              <a:off x="616230" y="2912294"/>
              <a:ext cx="4163535" cy="10352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" name="Ellipszis 15">
              <a:extLst>
                <a:ext uri="{FF2B5EF4-FFF2-40B4-BE49-F238E27FC236}">
                  <a16:creationId xmlns:a16="http://schemas.microsoft.com/office/drawing/2014/main" id="{4252D39D-9C97-8144-0CC7-8F68958F8F92}"/>
                </a:ext>
              </a:extLst>
            </p:cNvPr>
            <p:cNvSpPr/>
            <p:nvPr/>
          </p:nvSpPr>
          <p:spPr>
            <a:xfrm>
              <a:off x="201080" y="2908466"/>
              <a:ext cx="1212262" cy="10371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C5350F70-B2AB-90DA-8C1A-D9079F4B8BCB}"/>
              </a:ext>
            </a:extLst>
          </p:cNvPr>
          <p:cNvGrpSpPr/>
          <p:nvPr/>
        </p:nvGrpSpPr>
        <p:grpSpPr>
          <a:xfrm>
            <a:off x="7416503" y="4432465"/>
            <a:ext cx="4584021" cy="1039059"/>
            <a:chOff x="1112685" y="3254830"/>
            <a:chExt cx="4584021" cy="1039059"/>
          </a:xfrm>
        </p:grpSpPr>
        <p:sp>
          <p:nvSpPr>
            <p:cNvPr id="31" name="Téglalap: lekerekített 30">
              <a:extLst>
                <a:ext uri="{FF2B5EF4-FFF2-40B4-BE49-F238E27FC236}">
                  <a16:creationId xmlns:a16="http://schemas.microsoft.com/office/drawing/2014/main" id="{5D7327D9-CB30-193E-6BE2-4ED0ABFED483}"/>
                </a:ext>
              </a:extLst>
            </p:cNvPr>
            <p:cNvSpPr/>
            <p:nvPr/>
          </p:nvSpPr>
          <p:spPr>
            <a:xfrm>
              <a:off x="1112685" y="3258658"/>
              <a:ext cx="4163535" cy="10352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" name="Ellipszis 31">
              <a:extLst>
                <a:ext uri="{FF2B5EF4-FFF2-40B4-BE49-F238E27FC236}">
                  <a16:creationId xmlns:a16="http://schemas.microsoft.com/office/drawing/2014/main" id="{B5BBB91A-A974-9AE6-E666-83131187B5F2}"/>
                </a:ext>
              </a:extLst>
            </p:cNvPr>
            <p:cNvSpPr/>
            <p:nvPr/>
          </p:nvSpPr>
          <p:spPr>
            <a:xfrm>
              <a:off x="4484444" y="3254830"/>
              <a:ext cx="1212262" cy="10371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9FEC357B-8C63-66DD-ED78-B37424C58AD7}"/>
              </a:ext>
            </a:extLst>
          </p:cNvPr>
          <p:cNvGrpSpPr/>
          <p:nvPr/>
        </p:nvGrpSpPr>
        <p:grpSpPr>
          <a:xfrm>
            <a:off x="7416503" y="3012375"/>
            <a:ext cx="4584021" cy="1039059"/>
            <a:chOff x="1112685" y="3254830"/>
            <a:chExt cx="4584021" cy="1039059"/>
          </a:xfrm>
        </p:grpSpPr>
        <p:sp>
          <p:nvSpPr>
            <p:cNvPr id="28" name="Téglalap: lekerekített 27">
              <a:extLst>
                <a:ext uri="{FF2B5EF4-FFF2-40B4-BE49-F238E27FC236}">
                  <a16:creationId xmlns:a16="http://schemas.microsoft.com/office/drawing/2014/main" id="{2B029E19-E48F-D6D5-C405-55F07703DC36}"/>
                </a:ext>
              </a:extLst>
            </p:cNvPr>
            <p:cNvSpPr/>
            <p:nvPr/>
          </p:nvSpPr>
          <p:spPr>
            <a:xfrm>
              <a:off x="1112685" y="3258658"/>
              <a:ext cx="4163535" cy="10352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Ellipszis 28">
              <a:extLst>
                <a:ext uri="{FF2B5EF4-FFF2-40B4-BE49-F238E27FC236}">
                  <a16:creationId xmlns:a16="http://schemas.microsoft.com/office/drawing/2014/main" id="{AA5E6A11-B523-34D4-DA17-531B67A04DAC}"/>
                </a:ext>
              </a:extLst>
            </p:cNvPr>
            <p:cNvSpPr/>
            <p:nvPr/>
          </p:nvSpPr>
          <p:spPr>
            <a:xfrm>
              <a:off x="4484444" y="3254830"/>
              <a:ext cx="1212262" cy="103715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3" name="Ellipszis 32">
            <a:extLst>
              <a:ext uri="{FF2B5EF4-FFF2-40B4-BE49-F238E27FC236}">
                <a16:creationId xmlns:a16="http://schemas.microsoft.com/office/drawing/2014/main" id="{C201D6D3-A877-55D5-317C-66E3D004ABFD}"/>
              </a:ext>
            </a:extLst>
          </p:cNvPr>
          <p:cNvSpPr/>
          <p:nvPr/>
        </p:nvSpPr>
        <p:spPr>
          <a:xfrm>
            <a:off x="3953640" y="2159550"/>
            <a:ext cx="4271460" cy="41278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D29034-244B-54E3-96A6-A7A028683790}"/>
              </a:ext>
            </a:extLst>
          </p:cNvPr>
          <p:cNvGrpSpPr/>
          <p:nvPr/>
        </p:nvGrpSpPr>
        <p:grpSpPr>
          <a:xfrm rot="10800000">
            <a:off x="9852018" y="-1"/>
            <a:ext cx="2339982" cy="2318657"/>
            <a:chOff x="0" y="3819525"/>
            <a:chExt cx="3038474" cy="303847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5BC70BF-EE74-EBFE-60F5-2FC766C31229}"/>
                </a:ext>
              </a:extLst>
            </p:cNvPr>
            <p:cNvSpPr/>
            <p:nvPr/>
          </p:nvSpPr>
          <p:spPr>
            <a:xfrm>
              <a:off x="0" y="6096000"/>
              <a:ext cx="762000" cy="762000"/>
            </a:xfrm>
            <a:custGeom>
              <a:avLst/>
              <a:gdLst>
                <a:gd name="connsiteX0" fmla="*/ 0 w 762000"/>
                <a:gd name="connsiteY0" fmla="*/ 0 h 762000"/>
                <a:gd name="connsiteX1" fmla="*/ 0 w 762000"/>
                <a:gd name="connsiteY1" fmla="*/ 762000 h 762000"/>
                <a:gd name="connsiteX2" fmla="*/ 762000 w 762000"/>
                <a:gd name="connsiteY2" fmla="*/ 762000 h 762000"/>
                <a:gd name="connsiteX3" fmla="*/ 0 w 76200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0" y="0"/>
                  </a:moveTo>
                  <a:lnTo>
                    <a:pt x="0" y="762000"/>
                  </a:lnTo>
                  <a:lnTo>
                    <a:pt x="76200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90D4B9-08A2-C4EF-B2D8-79DE054018BD}"/>
                </a:ext>
              </a:extLst>
            </p:cNvPr>
            <p:cNvSpPr/>
            <p:nvPr/>
          </p:nvSpPr>
          <p:spPr>
            <a:xfrm>
              <a:off x="0" y="3819525"/>
              <a:ext cx="1138237" cy="2276475"/>
            </a:xfrm>
            <a:custGeom>
              <a:avLst/>
              <a:gdLst>
                <a:gd name="connsiteX0" fmla="*/ 0 w 1138237"/>
                <a:gd name="connsiteY0" fmla="*/ 2276475 h 2276475"/>
                <a:gd name="connsiteX1" fmla="*/ 1138238 w 1138237"/>
                <a:gd name="connsiteY1" fmla="*/ 1138238 h 2276475"/>
                <a:gd name="connsiteX2" fmla="*/ 0 w 1138237"/>
                <a:gd name="connsiteY2" fmla="*/ 0 h 2276475"/>
                <a:gd name="connsiteX3" fmla="*/ 0 w 1138237"/>
                <a:gd name="connsiteY3" fmla="*/ 2276475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237" h="2276475">
                  <a:moveTo>
                    <a:pt x="0" y="2276475"/>
                  </a:moveTo>
                  <a:lnTo>
                    <a:pt x="1138238" y="1138238"/>
                  </a:lnTo>
                  <a:lnTo>
                    <a:pt x="0" y="0"/>
                  </a:lnTo>
                  <a:lnTo>
                    <a:pt x="0" y="2276475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CBFA306-534F-4025-05C9-5A1D89C87EF1}"/>
                </a:ext>
              </a:extLst>
            </p:cNvPr>
            <p:cNvSpPr/>
            <p:nvPr/>
          </p:nvSpPr>
          <p:spPr>
            <a:xfrm>
              <a:off x="1138237" y="5496559"/>
              <a:ext cx="1900237" cy="1361440"/>
            </a:xfrm>
            <a:custGeom>
              <a:avLst/>
              <a:gdLst>
                <a:gd name="connsiteX0" fmla="*/ 1900238 w 1900237"/>
                <a:gd name="connsiteY0" fmla="*/ 1361440 h 1361440"/>
                <a:gd name="connsiteX1" fmla="*/ 822579 w 1900237"/>
                <a:gd name="connsiteY1" fmla="*/ 1361440 h 1361440"/>
                <a:gd name="connsiteX2" fmla="*/ 0 w 1900237"/>
                <a:gd name="connsiteY2" fmla="*/ 538861 h 1361440"/>
                <a:gd name="connsiteX3" fmla="*/ 538798 w 1900237"/>
                <a:gd name="connsiteY3" fmla="*/ 0 h 1361440"/>
                <a:gd name="connsiteX4" fmla="*/ 1900238 w 1900237"/>
                <a:gd name="connsiteY4" fmla="*/ 1361440 h 136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237" h="1361440">
                  <a:moveTo>
                    <a:pt x="1900238" y="1361440"/>
                  </a:moveTo>
                  <a:lnTo>
                    <a:pt x="822579" y="1361440"/>
                  </a:lnTo>
                  <a:lnTo>
                    <a:pt x="0" y="538861"/>
                  </a:lnTo>
                  <a:lnTo>
                    <a:pt x="538798" y="0"/>
                  </a:lnTo>
                  <a:lnTo>
                    <a:pt x="1900238" y="1361440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9FB6B1-1A74-24E6-0FE0-8B469077D6BA}"/>
              </a:ext>
            </a:extLst>
          </p:cNvPr>
          <p:cNvSpPr txBox="1">
            <a:spLocks/>
          </p:cNvSpPr>
          <p:nvPr/>
        </p:nvSpPr>
        <p:spPr>
          <a:xfrm>
            <a:off x="392601" y="335640"/>
            <a:ext cx="7545883" cy="813826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b="1" dirty="0" err="1">
                <a:solidFill>
                  <a:srgbClr val="00426A"/>
                </a:solidFill>
                <a:latin typeface="Arial"/>
                <a:cs typeface="Arial"/>
              </a:rPr>
              <a:t>Leggyakrabban</a:t>
            </a:r>
            <a:r>
              <a:rPr lang="en-GB" sz="4800" b="1" dirty="0">
                <a:solidFill>
                  <a:srgbClr val="00426A"/>
                </a:solidFill>
                <a:latin typeface="Arial"/>
                <a:cs typeface="Arial"/>
              </a:rPr>
              <a:t> </a:t>
            </a:r>
            <a:r>
              <a:rPr lang="en-GB" sz="4800" b="1" dirty="0" err="1">
                <a:solidFill>
                  <a:srgbClr val="00426A"/>
                </a:solidFill>
                <a:latin typeface="Arial"/>
                <a:cs typeface="Arial"/>
              </a:rPr>
              <a:t>előforduló</a:t>
            </a:r>
            <a:r>
              <a:rPr lang="en-GB" sz="4800" b="1" dirty="0">
                <a:solidFill>
                  <a:srgbClr val="00426A"/>
                </a:solidFill>
                <a:latin typeface="Arial"/>
                <a:cs typeface="Arial"/>
              </a:rPr>
              <a:t> </a:t>
            </a:r>
            <a:r>
              <a:rPr lang="en-GB" sz="4800" b="1" dirty="0" err="1">
                <a:solidFill>
                  <a:srgbClr val="00426A"/>
                </a:solidFill>
                <a:latin typeface="Arial"/>
                <a:cs typeface="Arial"/>
              </a:rPr>
              <a:t>gyanús</a:t>
            </a:r>
            <a:r>
              <a:rPr lang="en-GB" sz="4800" b="1" dirty="0">
                <a:solidFill>
                  <a:srgbClr val="00426A"/>
                </a:solidFill>
                <a:latin typeface="Arial"/>
                <a:cs typeface="Arial"/>
              </a:rPr>
              <a:t> </a:t>
            </a:r>
            <a:r>
              <a:rPr lang="en-GB" sz="4800" b="1" dirty="0" err="1">
                <a:solidFill>
                  <a:srgbClr val="00426A"/>
                </a:solidFill>
                <a:latin typeface="Arial"/>
                <a:cs typeface="Arial"/>
              </a:rPr>
              <a:t>jelek</a:t>
            </a:r>
            <a:endParaRPr lang="hu-HU" dirty="0" err="1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178DA3E-DD8E-190B-9359-5C743C859BA9}"/>
              </a:ext>
            </a:extLst>
          </p:cNvPr>
          <p:cNvSpPr txBox="1">
            <a:spLocks/>
          </p:cNvSpPr>
          <p:nvPr/>
        </p:nvSpPr>
        <p:spPr>
          <a:xfrm>
            <a:off x="431006" y="3183590"/>
            <a:ext cx="3271226" cy="82899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Túl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tökéletes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vagy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furcsa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részletek</a:t>
            </a:r>
            <a:endParaRPr lang="hu-HU" b="1">
              <a:solidFill>
                <a:srgbClr val="00426A"/>
              </a:solidFill>
              <a:latin typeface="Aptos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6878B23-3967-3ACB-CDE4-92A4FE528A1E}"/>
              </a:ext>
            </a:extLst>
          </p:cNvPr>
          <p:cNvSpPr txBox="1">
            <a:spLocks/>
          </p:cNvSpPr>
          <p:nvPr/>
        </p:nvSpPr>
        <p:spPr>
          <a:xfrm>
            <a:off x="361733" y="4474446"/>
            <a:ext cx="3804710" cy="6667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Csak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egyetlen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oldalon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,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közösségi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felületen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jelenik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meg</a:t>
            </a:r>
            <a:endParaRPr lang="hu-HU" b="1">
              <a:solidFill>
                <a:srgbClr val="00426A"/>
              </a:solidFill>
              <a:latin typeface="Aptos"/>
            </a:endParaRPr>
          </a:p>
          <a:p>
            <a:pPr marL="0" indent="0">
              <a:buNone/>
            </a:pPr>
            <a:endParaRPr lang="en-GB" sz="2200" b="1" dirty="0">
              <a:solidFill>
                <a:srgbClr val="00426A"/>
              </a:solidFill>
              <a:ea typeface="+mj-e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7FFF-9DF5-857F-882A-6F9D71C31657}"/>
              </a:ext>
            </a:extLst>
          </p:cNvPr>
          <p:cNvSpPr txBox="1">
            <a:spLocks/>
          </p:cNvSpPr>
          <p:nvPr/>
        </p:nvSpPr>
        <p:spPr>
          <a:xfrm>
            <a:off x="8519225" y="3173845"/>
            <a:ext cx="3002359" cy="70642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Nincs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megjelölt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forrás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vagy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készítő</a:t>
            </a:r>
            <a:endParaRPr lang="hu-HU" b="1">
              <a:solidFill>
                <a:srgbClr val="00426A"/>
              </a:solidFill>
              <a:latin typeface="Aptos"/>
            </a:endParaRPr>
          </a:p>
          <a:p>
            <a:pPr marL="0" indent="0" algn="r">
              <a:buNone/>
            </a:pPr>
            <a:endParaRPr lang="en-GB" sz="2200" b="1" dirty="0">
              <a:solidFill>
                <a:srgbClr val="00426A"/>
              </a:solidFill>
              <a:ea typeface="+mj-ea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5AEF08-4D64-D2F8-D7C1-E057C7E7DFFC}"/>
              </a:ext>
            </a:extLst>
          </p:cNvPr>
          <p:cNvSpPr txBox="1">
            <a:spLocks/>
          </p:cNvSpPr>
          <p:nvPr/>
        </p:nvSpPr>
        <p:spPr>
          <a:xfrm>
            <a:off x="7941093" y="4620712"/>
            <a:ext cx="3987043" cy="65803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Érzelmekre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ható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,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szenzációs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jellegű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képaláírás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vagy</a:t>
            </a:r>
            <a:r>
              <a:rPr lang="en-GB" sz="22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 </a:t>
            </a:r>
            <a:r>
              <a:rPr lang="en-GB" sz="2200" b="1" dirty="0" err="1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cím</a:t>
            </a:r>
            <a:endParaRPr lang="hu-HU" sz="2200" b="1" dirty="0">
              <a:solidFill>
                <a:srgbClr val="00426A"/>
              </a:solidFill>
              <a:latin typeface="Aptos"/>
            </a:endParaRPr>
          </a:p>
          <a:p>
            <a:pPr marL="0" indent="0" algn="r">
              <a:buNone/>
            </a:pPr>
            <a:endParaRPr lang="en-GB" sz="2200" b="1" dirty="0">
              <a:solidFill>
                <a:srgbClr val="00426A"/>
              </a:solidFill>
              <a:ea typeface="+mj-ea"/>
            </a:endParaRP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43EECF2F-1793-4BFE-05F5-613DF0EA90DE}"/>
              </a:ext>
            </a:extLst>
          </p:cNvPr>
          <p:cNvSpPr/>
          <p:nvPr/>
        </p:nvSpPr>
        <p:spPr>
          <a:xfrm>
            <a:off x="4163534" y="2361504"/>
            <a:ext cx="3877313" cy="3743098"/>
          </a:xfrm>
          <a:prstGeom prst="ellipse">
            <a:avLst/>
          </a:prstGeom>
          <a:solidFill>
            <a:srgbClr val="00426A"/>
          </a:solidFill>
          <a:ln>
            <a:solidFill>
              <a:srgbClr val="0042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1A48D207-37D1-2B4A-9E80-7CDE12EF73E6}"/>
              </a:ext>
            </a:extLst>
          </p:cNvPr>
          <p:cNvSpPr/>
          <p:nvPr/>
        </p:nvSpPr>
        <p:spPr>
          <a:xfrm>
            <a:off x="6040627" y="2323987"/>
            <a:ext cx="109200" cy="3889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4AE1EB17-FBF4-CF23-C048-526F80EFE66F}"/>
              </a:ext>
            </a:extLst>
          </p:cNvPr>
          <p:cNvSpPr/>
          <p:nvPr/>
        </p:nvSpPr>
        <p:spPr>
          <a:xfrm rot="5400000">
            <a:off x="6052170" y="2231624"/>
            <a:ext cx="86110" cy="399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09D6D54C-FCA6-CB5D-4450-C2111858F280}"/>
              </a:ext>
            </a:extLst>
          </p:cNvPr>
          <p:cNvSpPr/>
          <p:nvPr/>
        </p:nvSpPr>
        <p:spPr>
          <a:xfrm>
            <a:off x="5134807" y="3311582"/>
            <a:ext cx="1923743" cy="195356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EA08FEB0-FDB1-E08E-27E0-96194D1CE0ED}"/>
              </a:ext>
            </a:extLst>
          </p:cNvPr>
          <p:cNvSpPr/>
          <p:nvPr/>
        </p:nvSpPr>
        <p:spPr>
          <a:xfrm>
            <a:off x="492502" y="1713906"/>
            <a:ext cx="7102848" cy="37382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Ábra 3" descr="Blog egyszínű kitöltéssel">
            <a:extLst>
              <a:ext uri="{FF2B5EF4-FFF2-40B4-BE49-F238E27FC236}">
                <a16:creationId xmlns:a16="http://schemas.microsoft.com/office/drawing/2014/main" id="{7EFF14E3-5AE2-F529-542C-2E836F70F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072" y="2983345"/>
            <a:ext cx="729673" cy="683491"/>
          </a:xfrm>
          <a:prstGeom prst="rect">
            <a:avLst/>
          </a:prstGeom>
        </p:spPr>
      </p:pic>
      <p:pic>
        <p:nvPicPr>
          <p:cNvPr id="5" name="Ábra 4" descr="Online hálózat egyszínű kitöltéssel">
            <a:extLst>
              <a:ext uri="{FF2B5EF4-FFF2-40B4-BE49-F238E27FC236}">
                <a16:creationId xmlns:a16="http://schemas.microsoft.com/office/drawing/2014/main" id="{DCA1BAE2-57A7-35A1-77CE-91B49AC285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5519" y="4800824"/>
            <a:ext cx="706583" cy="671946"/>
          </a:xfrm>
          <a:prstGeom prst="rect">
            <a:avLst/>
          </a:prstGeom>
        </p:spPr>
      </p:pic>
      <p:pic>
        <p:nvPicPr>
          <p:cNvPr id="6" name="Ábra 5" descr="Szerelmes arc egyszínű kitöltéssel egyszínű kitöltéssel">
            <a:extLst>
              <a:ext uri="{FF2B5EF4-FFF2-40B4-BE49-F238E27FC236}">
                <a16:creationId xmlns:a16="http://schemas.microsoft.com/office/drawing/2014/main" id="{C8CE368B-38AE-F486-A1A6-748835CE0C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2413" y="4782574"/>
            <a:ext cx="701368" cy="693175"/>
          </a:xfrm>
          <a:prstGeom prst="rect">
            <a:avLst/>
          </a:prstGeom>
        </p:spPr>
      </p:pic>
      <p:pic>
        <p:nvPicPr>
          <p:cNvPr id="7" name="Ábra 6" descr="Báj egyszínű kitöltéssel">
            <a:extLst>
              <a:ext uri="{FF2B5EF4-FFF2-40B4-BE49-F238E27FC236}">
                <a16:creationId xmlns:a16="http://schemas.microsoft.com/office/drawing/2014/main" id="{E393F946-E6F8-496F-E53E-23679280F5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55574" y="3012767"/>
            <a:ext cx="693175" cy="6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1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2642-0887-4E39-664A-CD40EC80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2B2DB03-7E3E-130B-62A6-C90BB09FD23E}"/>
              </a:ext>
            </a:extLst>
          </p:cNvPr>
          <p:cNvGrpSpPr/>
          <p:nvPr/>
        </p:nvGrpSpPr>
        <p:grpSpPr>
          <a:xfrm rot="5400000">
            <a:off x="-11052" y="10731"/>
            <a:ext cx="2339982" cy="2318657"/>
            <a:chOff x="0" y="3819525"/>
            <a:chExt cx="3038474" cy="303847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E7A7141-D053-D683-A1EE-A7E9DE97545C}"/>
                </a:ext>
              </a:extLst>
            </p:cNvPr>
            <p:cNvSpPr/>
            <p:nvPr/>
          </p:nvSpPr>
          <p:spPr>
            <a:xfrm>
              <a:off x="0" y="6096000"/>
              <a:ext cx="762000" cy="762000"/>
            </a:xfrm>
            <a:custGeom>
              <a:avLst/>
              <a:gdLst>
                <a:gd name="connsiteX0" fmla="*/ 0 w 762000"/>
                <a:gd name="connsiteY0" fmla="*/ 0 h 762000"/>
                <a:gd name="connsiteX1" fmla="*/ 0 w 762000"/>
                <a:gd name="connsiteY1" fmla="*/ 762000 h 762000"/>
                <a:gd name="connsiteX2" fmla="*/ 762000 w 762000"/>
                <a:gd name="connsiteY2" fmla="*/ 762000 h 762000"/>
                <a:gd name="connsiteX3" fmla="*/ 0 w 76200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0" y="0"/>
                  </a:moveTo>
                  <a:lnTo>
                    <a:pt x="0" y="762000"/>
                  </a:lnTo>
                  <a:lnTo>
                    <a:pt x="76200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D6CEDA-84FB-42CA-0CD9-BBBE02830053}"/>
                </a:ext>
              </a:extLst>
            </p:cNvPr>
            <p:cNvSpPr/>
            <p:nvPr/>
          </p:nvSpPr>
          <p:spPr>
            <a:xfrm>
              <a:off x="0" y="3819525"/>
              <a:ext cx="1138237" cy="2276475"/>
            </a:xfrm>
            <a:custGeom>
              <a:avLst/>
              <a:gdLst>
                <a:gd name="connsiteX0" fmla="*/ 0 w 1138237"/>
                <a:gd name="connsiteY0" fmla="*/ 2276475 h 2276475"/>
                <a:gd name="connsiteX1" fmla="*/ 1138238 w 1138237"/>
                <a:gd name="connsiteY1" fmla="*/ 1138238 h 2276475"/>
                <a:gd name="connsiteX2" fmla="*/ 0 w 1138237"/>
                <a:gd name="connsiteY2" fmla="*/ 0 h 2276475"/>
                <a:gd name="connsiteX3" fmla="*/ 0 w 1138237"/>
                <a:gd name="connsiteY3" fmla="*/ 2276475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237" h="2276475">
                  <a:moveTo>
                    <a:pt x="0" y="2276475"/>
                  </a:moveTo>
                  <a:lnTo>
                    <a:pt x="1138238" y="1138238"/>
                  </a:lnTo>
                  <a:lnTo>
                    <a:pt x="0" y="0"/>
                  </a:lnTo>
                  <a:lnTo>
                    <a:pt x="0" y="2276475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54A368-FDE8-B57D-02D5-FB35C1C20158}"/>
                </a:ext>
              </a:extLst>
            </p:cNvPr>
            <p:cNvSpPr/>
            <p:nvPr/>
          </p:nvSpPr>
          <p:spPr>
            <a:xfrm>
              <a:off x="1138237" y="5496559"/>
              <a:ext cx="1900237" cy="1361440"/>
            </a:xfrm>
            <a:custGeom>
              <a:avLst/>
              <a:gdLst>
                <a:gd name="connsiteX0" fmla="*/ 1900238 w 1900237"/>
                <a:gd name="connsiteY0" fmla="*/ 1361440 h 1361440"/>
                <a:gd name="connsiteX1" fmla="*/ 822579 w 1900237"/>
                <a:gd name="connsiteY1" fmla="*/ 1361440 h 1361440"/>
                <a:gd name="connsiteX2" fmla="*/ 0 w 1900237"/>
                <a:gd name="connsiteY2" fmla="*/ 538861 h 1361440"/>
                <a:gd name="connsiteX3" fmla="*/ 538798 w 1900237"/>
                <a:gd name="connsiteY3" fmla="*/ 0 h 1361440"/>
                <a:gd name="connsiteX4" fmla="*/ 1900238 w 1900237"/>
                <a:gd name="connsiteY4" fmla="*/ 1361440 h 136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237" h="1361440">
                  <a:moveTo>
                    <a:pt x="1900238" y="1361440"/>
                  </a:moveTo>
                  <a:lnTo>
                    <a:pt x="822579" y="1361440"/>
                  </a:lnTo>
                  <a:lnTo>
                    <a:pt x="0" y="538861"/>
                  </a:lnTo>
                  <a:lnTo>
                    <a:pt x="538798" y="0"/>
                  </a:lnTo>
                  <a:lnTo>
                    <a:pt x="1900238" y="1361440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0CB511-E232-0EB1-7894-E937FD4DAFCA}"/>
              </a:ext>
            </a:extLst>
          </p:cNvPr>
          <p:cNvSpPr txBox="1">
            <a:spLocks/>
          </p:cNvSpPr>
          <p:nvPr/>
        </p:nvSpPr>
        <p:spPr>
          <a:xfrm>
            <a:off x="8012602" y="840062"/>
            <a:ext cx="3317319" cy="856755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5400" b="1" dirty="0">
                <a:solidFill>
                  <a:srgbClr val="00426A"/>
                </a:solidFill>
                <a:latin typeface="Arial"/>
                <a:cs typeface="Arial"/>
              </a:rPr>
              <a:t>Deepfake</a:t>
            </a:r>
            <a:endParaRPr lang="hu-HU" sz="5400" dirty="0"/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6200A649-FFF1-C008-0C53-EC6971BC7486}"/>
              </a:ext>
            </a:extLst>
          </p:cNvPr>
          <p:cNvSpPr/>
          <p:nvPr/>
        </p:nvSpPr>
        <p:spPr>
          <a:xfrm flipV="1">
            <a:off x="7972980" y="1697626"/>
            <a:ext cx="3292848" cy="1628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210EF5C1-A14E-C98A-D432-156E2DC9E794}"/>
              </a:ext>
            </a:extLst>
          </p:cNvPr>
          <p:cNvGrpSpPr/>
          <p:nvPr/>
        </p:nvGrpSpPr>
        <p:grpSpPr>
          <a:xfrm>
            <a:off x="-241480" y="2706170"/>
            <a:ext cx="3032436" cy="3564228"/>
            <a:chOff x="-241480" y="2706170"/>
            <a:chExt cx="3032436" cy="3564228"/>
          </a:xfrm>
        </p:grpSpPr>
        <p:sp>
          <p:nvSpPr>
            <p:cNvPr id="36" name="Téglalap: lekerekített 35">
              <a:extLst>
                <a:ext uri="{FF2B5EF4-FFF2-40B4-BE49-F238E27FC236}">
                  <a16:creationId xmlns:a16="http://schemas.microsoft.com/office/drawing/2014/main" id="{539FD53C-AE57-C530-ECEC-A65F01E72424}"/>
                </a:ext>
              </a:extLst>
            </p:cNvPr>
            <p:cNvSpPr/>
            <p:nvPr/>
          </p:nvSpPr>
          <p:spPr>
            <a:xfrm>
              <a:off x="-5368" y="2706170"/>
              <a:ext cx="2796324" cy="3564227"/>
            </a:xfrm>
            <a:prstGeom prst="roundRect">
              <a:avLst/>
            </a:prstGeom>
            <a:solidFill>
              <a:srgbClr val="C4D600"/>
            </a:solidFill>
            <a:ln>
              <a:solidFill>
                <a:srgbClr val="C4D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B0244B0F-D9DA-72CD-F499-ED5FC98D1947}"/>
                </a:ext>
              </a:extLst>
            </p:cNvPr>
            <p:cNvSpPr/>
            <p:nvPr/>
          </p:nvSpPr>
          <p:spPr>
            <a:xfrm>
              <a:off x="-241480" y="2706171"/>
              <a:ext cx="2796324" cy="356422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4E33F23C-A0C1-9CF5-08F8-DB50B3976DA0}"/>
                </a:ext>
              </a:extLst>
            </p:cNvPr>
            <p:cNvSpPr txBox="1"/>
            <p:nvPr/>
          </p:nvSpPr>
          <p:spPr>
            <a:xfrm>
              <a:off x="246844" y="2947651"/>
              <a:ext cx="2310683" cy="19389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MI nemcsak képet, hanem </a:t>
              </a:r>
              <a:r>
                <a:rPr lang="hu-HU" sz="2400" b="1" dirty="0">
                  <a:solidFill>
                    <a:srgbClr val="00426A"/>
                  </a:solidFill>
                  <a:ea typeface="+mn-lt"/>
                  <a:cs typeface="+mn-lt"/>
                </a:rPr>
                <a:t>hangot és videót</a:t>
              </a:r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 is tud manipulálni.</a:t>
              </a:r>
              <a:endParaRPr lang="hu-HU" sz="2400">
                <a:solidFill>
                  <a:srgbClr val="00426A"/>
                </a:solidFill>
              </a:endParaRPr>
            </a:p>
          </p:txBody>
        </p:sp>
      </p:grp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19E4D585-FD8A-E77A-9EBF-6227D8CD90E6}"/>
              </a:ext>
            </a:extLst>
          </p:cNvPr>
          <p:cNvGrpSpPr/>
          <p:nvPr/>
        </p:nvGrpSpPr>
        <p:grpSpPr>
          <a:xfrm>
            <a:off x="3053365" y="2706170"/>
            <a:ext cx="3043168" cy="3564228"/>
            <a:chOff x="3053365" y="2706170"/>
            <a:chExt cx="3043168" cy="3564228"/>
          </a:xfrm>
        </p:grpSpPr>
        <p:sp>
          <p:nvSpPr>
            <p:cNvPr id="37" name="Téglalap: lekerekített 36">
              <a:extLst>
                <a:ext uri="{FF2B5EF4-FFF2-40B4-BE49-F238E27FC236}">
                  <a16:creationId xmlns:a16="http://schemas.microsoft.com/office/drawing/2014/main" id="{FD96F73B-CAF9-936A-472E-C6597865A752}"/>
                </a:ext>
              </a:extLst>
            </p:cNvPr>
            <p:cNvSpPr/>
            <p:nvPr/>
          </p:nvSpPr>
          <p:spPr>
            <a:xfrm>
              <a:off x="3300209" y="2706170"/>
              <a:ext cx="2796324" cy="3564227"/>
            </a:xfrm>
            <a:prstGeom prst="roundRect">
              <a:avLst/>
            </a:prstGeom>
            <a:solidFill>
              <a:srgbClr val="A50050"/>
            </a:solidFill>
            <a:ln>
              <a:solidFill>
                <a:srgbClr val="A5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" name="Téglalap: lekerekített 13">
              <a:extLst>
                <a:ext uri="{FF2B5EF4-FFF2-40B4-BE49-F238E27FC236}">
                  <a16:creationId xmlns:a16="http://schemas.microsoft.com/office/drawing/2014/main" id="{3913272F-4B00-C01D-A351-97122B7C8BA6}"/>
                </a:ext>
              </a:extLst>
            </p:cNvPr>
            <p:cNvSpPr/>
            <p:nvPr/>
          </p:nvSpPr>
          <p:spPr>
            <a:xfrm>
              <a:off x="3053365" y="2706171"/>
              <a:ext cx="2796324" cy="356422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Szövegdoboz 40">
              <a:extLst>
                <a:ext uri="{FF2B5EF4-FFF2-40B4-BE49-F238E27FC236}">
                  <a16:creationId xmlns:a16="http://schemas.microsoft.com/office/drawing/2014/main" id="{1F97C72E-8FF0-CAEF-BA4A-5EC6669059D4}"/>
                </a:ext>
              </a:extLst>
            </p:cNvPr>
            <p:cNvSpPr txBox="1"/>
            <p:nvPr/>
          </p:nvSpPr>
          <p:spPr>
            <a:xfrm>
              <a:off x="3294845" y="2946042"/>
              <a:ext cx="2522113" cy="332398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 b="1" dirty="0" err="1">
                  <a:solidFill>
                    <a:srgbClr val="00426A"/>
                  </a:solidFill>
                  <a:ea typeface="+mn-lt"/>
                  <a:cs typeface="+mn-lt"/>
                </a:rPr>
                <a:t>Deepfake</a:t>
              </a:r>
              <a:r>
                <a:rPr lang="hu-HU" sz="2400" b="1" dirty="0">
                  <a:solidFill>
                    <a:srgbClr val="00426A"/>
                  </a:solidFill>
                  <a:ea typeface="+mn-lt"/>
                  <a:cs typeface="+mn-lt"/>
                </a:rPr>
                <a:t>:</a:t>
              </a:r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 amikor az </a:t>
              </a:r>
              <a:r>
                <a:rPr lang="hu-HU" sz="2400" b="0" i="0" u="none" strike="noStrike" baseline="0" dirty="0">
                  <a:solidFill>
                    <a:srgbClr val="00426A"/>
                  </a:solidFill>
                  <a:ea typeface="+mn-lt"/>
                  <a:cs typeface="+mn-lt"/>
                </a:rPr>
                <a:t>MI </a:t>
              </a:r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egy </a:t>
              </a:r>
              <a:r>
                <a:rPr lang="hu-HU" sz="2400" b="1" dirty="0">
                  <a:solidFill>
                    <a:srgbClr val="00426A"/>
                  </a:solidFill>
                  <a:ea typeface="+mn-lt"/>
                  <a:cs typeface="+mn-lt"/>
                </a:rPr>
                <a:t>valós személyt utánoz</a:t>
              </a:r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, mintha olyasmit mondott vagy tett volna</a:t>
              </a:r>
              <a:r>
                <a:rPr lang="hu-HU" sz="2400" b="0" i="0" u="none" strike="noStrike" baseline="0" dirty="0">
                  <a:solidFill>
                    <a:srgbClr val="00426A"/>
                  </a:solidFill>
                  <a:ea typeface="+mn-lt"/>
                  <a:cs typeface="+mn-lt"/>
                </a:rPr>
                <a:t>, </a:t>
              </a:r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ami nem történt meg</a:t>
              </a:r>
              <a:r>
                <a:rPr lang="hu-HU" sz="2400" b="0" i="0" u="none" strike="noStrike" baseline="0" dirty="0">
                  <a:solidFill>
                    <a:srgbClr val="00426A"/>
                  </a:solidFill>
                  <a:ea typeface="+mn-lt"/>
                  <a:cs typeface="+mn-lt"/>
                </a:rPr>
                <a:t>.</a:t>
              </a:r>
              <a:endParaRPr lang="hu-HU" dirty="0">
                <a:ea typeface="+mn-lt"/>
                <a:cs typeface="+mn-lt"/>
              </a:endParaRPr>
            </a:p>
            <a:p>
              <a:pPr algn="ctr"/>
              <a:endParaRPr lang="hu-HU"/>
            </a:p>
          </p:txBody>
        </p:sp>
      </p:grpSp>
      <p:grpSp>
        <p:nvGrpSpPr>
          <p:cNvPr id="5" name="Csoportba foglalás 4">
            <a:extLst>
              <a:ext uri="{FF2B5EF4-FFF2-40B4-BE49-F238E27FC236}">
                <a16:creationId xmlns:a16="http://schemas.microsoft.com/office/drawing/2014/main" id="{F10F3551-F352-EB94-AD5A-80A96D14EBA6}"/>
              </a:ext>
            </a:extLst>
          </p:cNvPr>
          <p:cNvGrpSpPr/>
          <p:nvPr/>
        </p:nvGrpSpPr>
        <p:grpSpPr>
          <a:xfrm>
            <a:off x="6573590" y="2706170"/>
            <a:ext cx="3053901" cy="3564228"/>
            <a:chOff x="6573590" y="2706170"/>
            <a:chExt cx="3053901" cy="3564228"/>
          </a:xfrm>
        </p:grpSpPr>
        <p:sp>
          <p:nvSpPr>
            <p:cNvPr id="38" name="Téglalap: lekerekített 37">
              <a:extLst>
                <a:ext uri="{FF2B5EF4-FFF2-40B4-BE49-F238E27FC236}">
                  <a16:creationId xmlns:a16="http://schemas.microsoft.com/office/drawing/2014/main" id="{E5547BBA-49EE-C7B0-67B9-BB5478047E13}"/>
                </a:ext>
              </a:extLst>
            </p:cNvPr>
            <p:cNvSpPr/>
            <p:nvPr/>
          </p:nvSpPr>
          <p:spPr>
            <a:xfrm>
              <a:off x="6831167" y="2706170"/>
              <a:ext cx="2796324" cy="3564227"/>
            </a:xfrm>
            <a:prstGeom prst="roundRect">
              <a:avLst/>
            </a:prstGeom>
            <a:solidFill>
              <a:srgbClr val="009CDE"/>
            </a:solidFill>
            <a:ln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" name="Téglalap: lekerekített 33">
              <a:extLst>
                <a:ext uri="{FF2B5EF4-FFF2-40B4-BE49-F238E27FC236}">
                  <a16:creationId xmlns:a16="http://schemas.microsoft.com/office/drawing/2014/main" id="{76C21E94-DDD2-9E7E-80F0-0D169E80F2C1}"/>
                </a:ext>
              </a:extLst>
            </p:cNvPr>
            <p:cNvSpPr/>
            <p:nvPr/>
          </p:nvSpPr>
          <p:spPr>
            <a:xfrm>
              <a:off x="6573590" y="2706171"/>
              <a:ext cx="2796324" cy="356422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2" name="Szövegdoboz 41">
              <a:extLst>
                <a:ext uri="{FF2B5EF4-FFF2-40B4-BE49-F238E27FC236}">
                  <a16:creationId xmlns:a16="http://schemas.microsoft.com/office/drawing/2014/main" id="{00584941-AB54-4270-EBC0-D6D896A824F6}"/>
                </a:ext>
              </a:extLst>
            </p:cNvPr>
            <p:cNvSpPr txBox="1"/>
            <p:nvPr/>
          </p:nvSpPr>
          <p:spPr>
            <a:xfrm>
              <a:off x="6825803" y="2946042"/>
              <a:ext cx="2532846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 err="1">
                  <a:solidFill>
                    <a:srgbClr val="00426A"/>
                  </a:solidFill>
                  <a:ea typeface="+mn-lt"/>
                  <a:cs typeface="+mn-lt"/>
                </a:rPr>
                <a:t>Veszély</a:t>
              </a:r>
              <a:r>
                <a:rPr lang="en-US" sz="2400" b="1" dirty="0">
                  <a:solidFill>
                    <a:srgbClr val="00426A"/>
                  </a:solidFill>
                  <a:ea typeface="+mn-lt"/>
                  <a:cs typeface="+mn-lt"/>
                </a:rPr>
                <a:t>:</a:t>
              </a:r>
              <a:r>
                <a:rPr lang="en-US" sz="2400" dirty="0">
                  <a:solidFill>
                    <a:srgbClr val="00426A"/>
                  </a:solidFill>
                  <a:ea typeface="+mn-lt"/>
                  <a:cs typeface="+mn-lt"/>
                </a:rPr>
                <a:t> </a:t>
              </a:r>
              <a:r>
                <a:rPr lang="en-US" sz="2400" dirty="0" err="1">
                  <a:solidFill>
                    <a:srgbClr val="00426A"/>
                  </a:solidFill>
                  <a:ea typeface="+mn-lt"/>
                  <a:cs typeface="+mn-lt"/>
                </a:rPr>
                <a:t>megtévesztés</a:t>
              </a:r>
              <a:r>
                <a:rPr lang="en-US" sz="2400" dirty="0">
                  <a:solidFill>
                    <a:srgbClr val="00426A"/>
                  </a:solidFill>
                  <a:ea typeface="+mn-lt"/>
                  <a:cs typeface="+mn-lt"/>
                </a:rPr>
                <a:t>, </a:t>
              </a:r>
              <a:r>
                <a:rPr lang="en-US" sz="2400" dirty="0" err="1">
                  <a:solidFill>
                    <a:srgbClr val="00426A"/>
                  </a:solidFill>
                  <a:ea typeface="+mn-lt"/>
                  <a:cs typeface="+mn-lt"/>
                </a:rPr>
                <a:t>lejáratás</a:t>
              </a:r>
              <a:r>
                <a:rPr lang="en-US" sz="2400" dirty="0">
                  <a:solidFill>
                    <a:srgbClr val="00426A"/>
                  </a:solidFill>
                  <a:ea typeface="+mn-lt"/>
                  <a:cs typeface="+mn-lt"/>
                </a:rPr>
                <a:t> – </a:t>
              </a:r>
              <a:r>
                <a:rPr lang="en-US" sz="2400" dirty="0" err="1">
                  <a:solidFill>
                    <a:srgbClr val="00426A"/>
                  </a:solidFill>
                  <a:ea typeface="+mn-lt"/>
                  <a:cs typeface="+mn-lt"/>
                </a:rPr>
                <a:t>akár</a:t>
              </a:r>
              <a:r>
                <a:rPr lang="en-US" sz="2400" dirty="0">
                  <a:solidFill>
                    <a:srgbClr val="00426A"/>
                  </a:solidFill>
                  <a:ea typeface="+mn-lt"/>
                  <a:cs typeface="+mn-lt"/>
                </a:rPr>
                <a:t> </a:t>
              </a:r>
              <a:r>
                <a:rPr lang="en-US" sz="2400" b="1" dirty="0" err="1">
                  <a:solidFill>
                    <a:srgbClr val="00426A"/>
                  </a:solidFill>
                  <a:ea typeface="+mn-lt"/>
                  <a:cs typeface="+mn-lt"/>
                </a:rPr>
                <a:t>jogi</a:t>
              </a:r>
              <a:r>
                <a:rPr lang="en-US" sz="2400" b="1" dirty="0">
                  <a:solidFill>
                    <a:srgbClr val="00426A"/>
                  </a:solidFill>
                  <a:ea typeface="+mn-lt"/>
                  <a:cs typeface="+mn-lt"/>
                </a:rPr>
                <a:t> </a:t>
              </a:r>
              <a:r>
                <a:rPr lang="en-US" sz="2400" b="1" dirty="0" err="1">
                  <a:solidFill>
                    <a:srgbClr val="00426A"/>
                  </a:solidFill>
                  <a:ea typeface="+mn-lt"/>
                  <a:cs typeface="+mn-lt"/>
                </a:rPr>
                <a:t>következmények</a:t>
              </a:r>
              <a:r>
                <a:rPr lang="en-US" sz="2400" dirty="0">
                  <a:solidFill>
                    <a:srgbClr val="00426A"/>
                  </a:solidFill>
                  <a:ea typeface="+mn-lt"/>
                  <a:cs typeface="+mn-lt"/>
                </a:rPr>
                <a:t> is </a:t>
              </a:r>
              <a:r>
                <a:rPr lang="en-US" sz="2400" dirty="0" err="1">
                  <a:solidFill>
                    <a:srgbClr val="00426A"/>
                  </a:solidFill>
                  <a:ea typeface="+mn-lt"/>
                  <a:cs typeface="+mn-lt"/>
                </a:rPr>
                <a:t>lehetnek</a:t>
              </a:r>
              <a:r>
                <a:rPr lang="en-US" sz="2400" dirty="0">
                  <a:solidFill>
                    <a:srgbClr val="00426A"/>
                  </a:solidFill>
                  <a:ea typeface="+mn-lt"/>
                  <a:cs typeface="+mn-lt"/>
                </a:rPr>
                <a:t>.</a:t>
              </a:r>
              <a:endParaRPr lang="hu-HU" sz="2400" dirty="0">
                <a:solidFill>
                  <a:srgbClr val="00426A"/>
                </a:solidFill>
                <a:ea typeface="+mn-lt"/>
                <a:cs typeface="+mn-lt"/>
              </a:endParaRP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AF442B14-93AE-2698-4BE5-432B446B6743}"/>
              </a:ext>
            </a:extLst>
          </p:cNvPr>
          <p:cNvGrpSpPr/>
          <p:nvPr/>
        </p:nvGrpSpPr>
        <p:grpSpPr>
          <a:xfrm>
            <a:off x="9932829" y="2706170"/>
            <a:ext cx="3043168" cy="3564228"/>
            <a:chOff x="9932829" y="2706170"/>
            <a:chExt cx="3043168" cy="3564228"/>
          </a:xfrm>
        </p:grpSpPr>
        <p:sp>
          <p:nvSpPr>
            <p:cNvPr id="39" name="Téglalap: lekerekített 38">
              <a:extLst>
                <a:ext uri="{FF2B5EF4-FFF2-40B4-BE49-F238E27FC236}">
                  <a16:creationId xmlns:a16="http://schemas.microsoft.com/office/drawing/2014/main" id="{B90D5F75-E841-9E93-8818-F4A43696483A}"/>
                </a:ext>
              </a:extLst>
            </p:cNvPr>
            <p:cNvSpPr/>
            <p:nvPr/>
          </p:nvSpPr>
          <p:spPr>
            <a:xfrm>
              <a:off x="10179673" y="2706170"/>
              <a:ext cx="2796324" cy="3564227"/>
            </a:xfrm>
            <a:prstGeom prst="roundRect">
              <a:avLst/>
            </a:prstGeom>
            <a:solidFill>
              <a:srgbClr val="00426A"/>
            </a:solidFill>
            <a:ln>
              <a:solidFill>
                <a:srgbClr val="0042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Téglalap: lekerekített 34">
              <a:extLst>
                <a:ext uri="{FF2B5EF4-FFF2-40B4-BE49-F238E27FC236}">
                  <a16:creationId xmlns:a16="http://schemas.microsoft.com/office/drawing/2014/main" id="{00D3CCB0-134C-9512-CD8E-08D662546B05}"/>
                </a:ext>
              </a:extLst>
            </p:cNvPr>
            <p:cNvSpPr/>
            <p:nvPr/>
          </p:nvSpPr>
          <p:spPr>
            <a:xfrm>
              <a:off x="9932829" y="2706171"/>
              <a:ext cx="2796324" cy="356422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Szövegdoboz 42">
              <a:extLst>
                <a:ext uri="{FF2B5EF4-FFF2-40B4-BE49-F238E27FC236}">
                  <a16:creationId xmlns:a16="http://schemas.microsoft.com/office/drawing/2014/main" id="{27ADCB4F-ED94-5047-B120-AE1B20DC9C27}"/>
                </a:ext>
              </a:extLst>
            </p:cNvPr>
            <p:cNvSpPr txBox="1"/>
            <p:nvPr/>
          </p:nvSpPr>
          <p:spPr>
            <a:xfrm>
              <a:off x="9981128" y="2946042"/>
              <a:ext cx="1996226" cy="226965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Ma sok MI-eszköz </a:t>
              </a:r>
              <a:r>
                <a:rPr lang="hu-HU" sz="2400" b="1" i="0" u="none" strike="noStrike" baseline="0" dirty="0">
                  <a:solidFill>
                    <a:srgbClr val="00426A"/>
                  </a:solidFill>
                  <a:ea typeface="+mn-lt"/>
                  <a:cs typeface="+mn-lt"/>
                </a:rPr>
                <a:t>nem </a:t>
              </a:r>
              <a:r>
                <a:rPr lang="hu-HU" sz="2400" b="1" dirty="0">
                  <a:solidFill>
                    <a:srgbClr val="00426A"/>
                  </a:solidFill>
                  <a:ea typeface="+mn-lt"/>
                  <a:cs typeface="+mn-lt"/>
                </a:rPr>
                <a:t>is enged</a:t>
              </a:r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 </a:t>
              </a:r>
              <a:r>
                <a:rPr lang="hu-HU" sz="2400" dirty="0" err="1">
                  <a:solidFill>
                    <a:srgbClr val="00426A"/>
                  </a:solidFill>
                  <a:ea typeface="+mn-lt"/>
                  <a:cs typeface="+mn-lt"/>
                </a:rPr>
                <a:t>deepfake</a:t>
              </a:r>
              <a:r>
                <a:rPr lang="hu-HU" sz="2400" dirty="0">
                  <a:solidFill>
                    <a:srgbClr val="00426A"/>
                  </a:solidFill>
                  <a:ea typeface="+mn-lt"/>
                  <a:cs typeface="+mn-lt"/>
                </a:rPr>
                <a:t>-kéréseket</a:t>
              </a:r>
              <a:r>
                <a:rPr lang="hu-HU" sz="2400" b="0" i="0" u="none" strike="noStrike" baseline="0" dirty="0">
                  <a:solidFill>
                    <a:srgbClr val="00426A"/>
                  </a:solidFill>
                  <a:ea typeface="+mn-lt"/>
                  <a:cs typeface="+mn-lt"/>
                </a:rPr>
                <a:t>.</a:t>
              </a:r>
              <a:endParaRPr lang="hu-HU" dirty="0">
                <a:ea typeface="+mn-lt"/>
                <a:cs typeface="+mn-lt"/>
              </a:endParaRPr>
            </a:p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382046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BDE6-2EE4-FD75-5FFE-BCCF4688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1911D6FD-C997-12F5-2193-8D97FCD48951}"/>
              </a:ext>
            </a:extLst>
          </p:cNvPr>
          <p:cNvGrpSpPr/>
          <p:nvPr/>
        </p:nvGrpSpPr>
        <p:grpSpPr>
          <a:xfrm rot="16200000">
            <a:off x="9436950" y="4207040"/>
            <a:ext cx="3247475" cy="2824141"/>
            <a:chOff x="-215050" y="4033858"/>
            <a:chExt cx="3247475" cy="282414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E9D8201-E554-506C-E1AA-D821730C939A}"/>
                </a:ext>
              </a:extLst>
            </p:cNvPr>
            <p:cNvSpPr/>
            <p:nvPr/>
          </p:nvSpPr>
          <p:spPr>
            <a:xfrm>
              <a:off x="-3383" y="6096668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A6DE60-F02B-7F41-1723-374119585DBE}"/>
                </a:ext>
              </a:extLst>
            </p:cNvPr>
            <p:cNvSpPr/>
            <p:nvPr/>
          </p:nvSpPr>
          <p:spPr>
            <a:xfrm>
              <a:off x="757948" y="5720761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74BF52-E960-B90C-984D-2E01ABBD61DF}"/>
                </a:ext>
              </a:extLst>
            </p:cNvPr>
            <p:cNvSpPr/>
            <p:nvPr/>
          </p:nvSpPr>
          <p:spPr>
            <a:xfrm>
              <a:off x="-215050" y="403385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4FB7EC-A0B0-4644-AC12-3E049C89F74B}"/>
              </a:ext>
            </a:extLst>
          </p:cNvPr>
          <p:cNvSpPr txBox="1">
            <a:spLocks/>
          </p:cNvSpPr>
          <p:nvPr/>
        </p:nvSpPr>
        <p:spPr>
          <a:xfrm>
            <a:off x="5928297" y="655284"/>
            <a:ext cx="5739507" cy="778307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4500" b="1" dirty="0">
                <a:solidFill>
                  <a:srgbClr val="00426A"/>
                </a:solidFill>
                <a:ea typeface="+mj-lt"/>
                <a:cs typeface="+mj-lt"/>
              </a:rPr>
              <a:t>Az MI </a:t>
            </a:r>
            <a:r>
              <a:rPr lang="en-GB" sz="4500" b="1" dirty="0" err="1">
                <a:solidFill>
                  <a:srgbClr val="00426A"/>
                </a:solidFill>
                <a:ea typeface="+mj-lt"/>
                <a:cs typeface="+mj-lt"/>
              </a:rPr>
              <a:t>hallucinációja</a:t>
            </a:r>
            <a:endParaRPr lang="hu-HU" dirty="0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112C6F-EFB2-8A32-C322-AA1346180F8F}"/>
              </a:ext>
            </a:extLst>
          </p:cNvPr>
          <p:cNvSpPr/>
          <p:nvPr/>
        </p:nvSpPr>
        <p:spPr>
          <a:xfrm>
            <a:off x="5929561" y="1425054"/>
            <a:ext cx="5752166" cy="5983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8981EDCE-12B8-A298-B66A-351EE002E9D8}"/>
              </a:ext>
            </a:extLst>
          </p:cNvPr>
          <p:cNvGrpSpPr/>
          <p:nvPr/>
        </p:nvGrpSpPr>
        <p:grpSpPr>
          <a:xfrm>
            <a:off x="6094855" y="2294579"/>
            <a:ext cx="5900674" cy="2782178"/>
            <a:chOff x="6106400" y="1902033"/>
            <a:chExt cx="5900674" cy="2782178"/>
          </a:xfrm>
        </p:grpSpPr>
        <p:sp>
          <p:nvSpPr>
            <p:cNvPr id="6" name="Szövegdoboz 14">
              <a:extLst>
                <a:ext uri="{FF2B5EF4-FFF2-40B4-BE49-F238E27FC236}">
                  <a16:creationId xmlns:a16="http://schemas.microsoft.com/office/drawing/2014/main" id="{B09A778F-0612-A6ED-11C0-2CB37F947AA7}"/>
                </a:ext>
              </a:extLst>
            </p:cNvPr>
            <p:cNvSpPr txBox="1"/>
            <p:nvPr/>
          </p:nvSpPr>
          <p:spPr>
            <a:xfrm>
              <a:off x="6106401" y="1902033"/>
              <a:ext cx="5900673" cy="830997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hu-H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Arial"/>
                <a:buChar char="•"/>
              </a:pPr>
              <a:r>
                <a:rPr lang="hu-HU" sz="2400" dirty="0">
                  <a:solidFill>
                    <a:srgbClr val="00426A"/>
                  </a:solidFill>
                  <a:latin typeface="Aptos"/>
                  <a:cs typeface="Times New Roman"/>
                </a:rPr>
                <a:t>Elhinnénk-e ezt a választ, ha nem tudnánk, hogy hamis?</a:t>
              </a:r>
              <a:endParaRPr lang="hu-HU" sz="2400" dirty="0">
                <a:solidFill>
                  <a:srgbClr val="00426A"/>
                </a:solidFill>
                <a:latin typeface="Aptos"/>
              </a:endParaRPr>
            </a:p>
          </p:txBody>
        </p:sp>
        <p:sp>
          <p:nvSpPr>
            <p:cNvPr id="7" name="Szövegdoboz 14">
              <a:extLst>
                <a:ext uri="{FF2B5EF4-FFF2-40B4-BE49-F238E27FC236}">
                  <a16:creationId xmlns:a16="http://schemas.microsoft.com/office/drawing/2014/main" id="{956F2B38-11E1-8DEF-5052-DA97C83294C9}"/>
                </a:ext>
              </a:extLst>
            </p:cNvPr>
            <p:cNvSpPr txBox="1"/>
            <p:nvPr/>
          </p:nvSpPr>
          <p:spPr>
            <a:xfrm>
              <a:off x="6106400" y="2883396"/>
              <a:ext cx="5900673" cy="830997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hu-H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Arial"/>
                <a:buChar char="•"/>
              </a:pPr>
              <a:r>
                <a:rPr lang="hu-HU" sz="2400" dirty="0">
                  <a:solidFill>
                    <a:srgbClr val="00426A"/>
                  </a:solidFill>
                  <a:latin typeface="Aptos"/>
                  <a:cs typeface="Times New Roman"/>
                </a:rPr>
                <a:t>Miért tűnik mégis hitelesnek és meggyőzőnek?</a:t>
              </a:r>
            </a:p>
          </p:txBody>
        </p:sp>
        <p:sp>
          <p:nvSpPr>
            <p:cNvPr id="14" name="Szövegdoboz 14">
              <a:extLst>
                <a:ext uri="{FF2B5EF4-FFF2-40B4-BE49-F238E27FC236}">
                  <a16:creationId xmlns:a16="http://schemas.microsoft.com/office/drawing/2014/main" id="{E650C64F-C42F-B34C-465E-F30FEC7914B2}"/>
                </a:ext>
              </a:extLst>
            </p:cNvPr>
            <p:cNvSpPr txBox="1"/>
            <p:nvPr/>
          </p:nvSpPr>
          <p:spPr>
            <a:xfrm>
              <a:off x="6106400" y="3853214"/>
              <a:ext cx="5161765" cy="830997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hu-H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Arial"/>
                <a:buChar char="•"/>
              </a:pPr>
              <a:r>
                <a:rPr lang="hu-HU" sz="2400" dirty="0">
                  <a:solidFill>
                    <a:srgbClr val="00426A"/>
                  </a:solidFill>
                  <a:latin typeface="Aptos"/>
                  <a:cs typeface="Times New Roman"/>
                </a:rPr>
                <a:t>Mi hiányzik belőle ahhoz, hogy valóban megbízható legyen?</a:t>
              </a:r>
            </a:p>
          </p:txBody>
        </p:sp>
      </p:grpSp>
      <p:sp>
        <p:nvSpPr>
          <p:cNvPr id="5" name="Szövegdoboz 14">
            <a:extLst>
              <a:ext uri="{FF2B5EF4-FFF2-40B4-BE49-F238E27FC236}">
                <a16:creationId xmlns:a16="http://schemas.microsoft.com/office/drawing/2014/main" id="{7179930D-E015-C719-21BD-C0A312DEE5C6}"/>
              </a:ext>
            </a:extLst>
          </p:cNvPr>
          <p:cNvSpPr txBox="1"/>
          <p:nvPr/>
        </p:nvSpPr>
        <p:spPr>
          <a:xfrm>
            <a:off x="58435" y="766732"/>
            <a:ext cx="5559189" cy="532453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Az első európai ország, ahol kötelezővé tették az MI által generált képek egyértelmű megjelölését, Finnország volt.</a:t>
            </a:r>
          </a:p>
          <a:p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A szabályozás 2022. szeptember 1-jén lépett hatályba a finn Digitális Tartalomvédelmi Törvény (Digital </a:t>
            </a:r>
            <a:r>
              <a:rPr lang="hu-HU" sz="2000" dirty="0" err="1">
                <a:solidFill>
                  <a:srgbClr val="00426A"/>
                </a:solidFill>
                <a:latin typeface="Aptos"/>
                <a:cs typeface="Times New Roman"/>
              </a:rPr>
              <a:t>Content</a:t>
            </a: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 </a:t>
            </a:r>
            <a:r>
              <a:rPr lang="hu-HU" sz="2000" dirty="0" err="1">
                <a:solidFill>
                  <a:srgbClr val="00426A"/>
                </a:solidFill>
                <a:latin typeface="Aptos"/>
                <a:cs typeface="Times New Roman"/>
              </a:rPr>
              <a:t>Transparency</a:t>
            </a: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 </a:t>
            </a:r>
            <a:r>
              <a:rPr lang="hu-HU" sz="2000" dirty="0" err="1">
                <a:solidFill>
                  <a:srgbClr val="00426A"/>
                </a:solidFill>
                <a:latin typeface="Aptos"/>
                <a:cs typeface="Times New Roman"/>
              </a:rPr>
              <a:t>Act</a:t>
            </a: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) módosításával.</a:t>
            </a:r>
          </a:p>
          <a:p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Az új rendelkezés szerint minden mesterséges intelligenciával készült vizuális tartalmat jól látható módon „AI-</a:t>
            </a:r>
            <a:r>
              <a:rPr lang="hu-HU" sz="2000" dirty="0" err="1">
                <a:solidFill>
                  <a:srgbClr val="00426A"/>
                </a:solidFill>
                <a:latin typeface="Aptos"/>
                <a:cs typeface="Times New Roman"/>
              </a:rPr>
              <a:t>generated</a:t>
            </a: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” jelöléssel kell ellátni, különösen online hírportálokon és közösségi médiában.</a:t>
            </a:r>
          </a:p>
          <a:p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A finn kormány célja az volt, hogy megakadályozza a félretájékoztatást és erősítse a lakosság digitális médiatudatosságát, ezért a szabályozást később az Európai Unió is mintaként említette az AI </a:t>
            </a:r>
            <a:r>
              <a:rPr lang="hu-HU" sz="2000" dirty="0" err="1">
                <a:solidFill>
                  <a:srgbClr val="00426A"/>
                </a:solidFill>
                <a:latin typeface="Aptos"/>
                <a:cs typeface="Times New Roman"/>
              </a:rPr>
              <a:t>Act</a:t>
            </a: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 előkészítése során.</a:t>
            </a:r>
          </a:p>
        </p:txBody>
      </p:sp>
    </p:spTree>
    <p:extLst>
      <p:ext uri="{BB962C8B-B14F-4D97-AF65-F5344CB8AC3E}">
        <p14:creationId xmlns:p14="http://schemas.microsoft.com/office/powerpoint/2010/main" val="4034829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6648-0387-3608-857B-FB81F522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2B8C6EC-A0FF-8682-F653-A5FA8E1B929D}"/>
              </a:ext>
            </a:extLst>
          </p:cNvPr>
          <p:cNvGrpSpPr/>
          <p:nvPr/>
        </p:nvGrpSpPr>
        <p:grpSpPr>
          <a:xfrm rot="10800000">
            <a:off x="9856434" y="647"/>
            <a:ext cx="2331536" cy="2065989"/>
            <a:chOff x="0" y="2295525"/>
            <a:chExt cx="4557712" cy="455771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3AB7C3A-C256-96E5-05BD-8C1DAD398EEE}"/>
                </a:ext>
              </a:extLst>
            </p:cNvPr>
            <p:cNvSpPr/>
            <p:nvPr/>
          </p:nvSpPr>
          <p:spPr>
            <a:xfrm>
              <a:off x="0" y="5710237"/>
              <a:ext cx="1143000" cy="1143000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2A0492-FEF1-8676-A6FF-1F7B2D27F139}"/>
                </a:ext>
              </a:extLst>
            </p:cNvPr>
            <p:cNvSpPr/>
            <p:nvPr/>
          </p:nvSpPr>
          <p:spPr>
            <a:xfrm>
              <a:off x="1143000" y="5145881"/>
              <a:ext cx="3414712" cy="1707356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7C594E7-F8E4-5615-3E31-74794ECD3C29}"/>
                </a:ext>
              </a:extLst>
            </p:cNvPr>
            <p:cNvSpPr/>
            <p:nvPr/>
          </p:nvSpPr>
          <p:spPr>
            <a:xfrm>
              <a:off x="0" y="2295525"/>
              <a:ext cx="2042159" cy="2850356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D9634F-BF95-AFDD-A6CC-89E34EB15BDB}"/>
              </a:ext>
            </a:extLst>
          </p:cNvPr>
          <p:cNvSpPr txBox="1">
            <a:spLocks/>
          </p:cNvSpPr>
          <p:nvPr/>
        </p:nvSpPr>
        <p:spPr>
          <a:xfrm>
            <a:off x="340297" y="713011"/>
            <a:ext cx="5577871" cy="847580"/>
          </a:xfrm>
          <a:prstGeom prst="rect">
            <a:avLst/>
          </a:prstGeom>
        </p:spPr>
        <p:txBody>
          <a:bodyPr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5500" b="1" dirty="0">
                <a:solidFill>
                  <a:srgbClr val="00426A"/>
                </a:solidFill>
                <a:ea typeface="+mj-lt"/>
                <a:cs typeface="+mj-lt"/>
              </a:rPr>
              <a:t>Az MI </a:t>
            </a:r>
            <a:r>
              <a:rPr lang="en-GB" sz="5500" b="1" dirty="0" err="1">
                <a:solidFill>
                  <a:srgbClr val="00426A"/>
                </a:solidFill>
                <a:ea typeface="+mj-lt"/>
                <a:cs typeface="+mj-lt"/>
              </a:rPr>
              <a:t>hallucinációja</a:t>
            </a:r>
            <a:endParaRPr lang="hu-HU" dirty="0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14EE1B-F725-BEBC-D58A-5BBC542EB7C4}"/>
              </a:ext>
            </a:extLst>
          </p:cNvPr>
          <p:cNvSpPr/>
          <p:nvPr/>
        </p:nvSpPr>
        <p:spPr>
          <a:xfrm flipV="1">
            <a:off x="451884" y="1624714"/>
            <a:ext cx="5550763" cy="23554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208DC251-8DBE-7E75-1B2F-47450C16FE1D}"/>
              </a:ext>
            </a:extLst>
          </p:cNvPr>
          <p:cNvGrpSpPr/>
          <p:nvPr/>
        </p:nvGrpSpPr>
        <p:grpSpPr>
          <a:xfrm>
            <a:off x="4145249" y="2211879"/>
            <a:ext cx="9491257" cy="1446536"/>
            <a:chOff x="4630158" y="2973880"/>
            <a:chExt cx="9491257" cy="1446536"/>
          </a:xfrm>
        </p:grpSpPr>
        <p:sp>
          <p:nvSpPr>
            <p:cNvPr id="5" name="Nyíl: balra mutató 4">
              <a:extLst>
                <a:ext uri="{FF2B5EF4-FFF2-40B4-BE49-F238E27FC236}">
                  <a16:creationId xmlns:a16="http://schemas.microsoft.com/office/drawing/2014/main" id="{A766B07B-6C3B-8E12-3C45-10829512E9B1}"/>
                </a:ext>
              </a:extLst>
            </p:cNvPr>
            <p:cNvSpPr/>
            <p:nvPr/>
          </p:nvSpPr>
          <p:spPr>
            <a:xfrm>
              <a:off x="4630158" y="2973880"/>
              <a:ext cx="9491257" cy="1446536"/>
            </a:xfrm>
            <a:prstGeom prst="leftArrow">
              <a:avLst/>
            </a:prstGeom>
            <a:solidFill>
              <a:srgbClr val="0042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" name="Szövegdoboz 24">
              <a:extLst>
                <a:ext uri="{FF2B5EF4-FFF2-40B4-BE49-F238E27FC236}">
                  <a16:creationId xmlns:a16="http://schemas.microsoft.com/office/drawing/2014/main" id="{8D662475-9AFA-2E38-4B78-DBE350EECECC}"/>
                </a:ext>
              </a:extLst>
            </p:cNvPr>
            <p:cNvSpPr txBox="1"/>
            <p:nvPr/>
          </p:nvSpPr>
          <p:spPr>
            <a:xfrm>
              <a:off x="5547096" y="3451097"/>
              <a:ext cx="6311457" cy="73866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ptos"/>
                  <a:cs typeface="Poppins"/>
                </a:rPr>
                <a:t>Nem hazudik szándékosan.</a:t>
              </a:r>
              <a:endParaRPr lang="hu-HU" dirty="0"/>
            </a:p>
            <a:p>
              <a:pPr algn="l"/>
              <a:endParaRPr lang="hu-HU"/>
            </a:p>
          </p:txBody>
        </p:sp>
      </p:grp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6BCB7973-7558-75E6-A450-C009CA42E3D6}"/>
              </a:ext>
            </a:extLst>
          </p:cNvPr>
          <p:cNvGrpSpPr/>
          <p:nvPr/>
        </p:nvGrpSpPr>
        <p:grpSpPr>
          <a:xfrm>
            <a:off x="2736702" y="3655061"/>
            <a:ext cx="9491256" cy="1458081"/>
            <a:chOff x="5357521" y="4174606"/>
            <a:chExt cx="8740802" cy="1446536"/>
          </a:xfrm>
        </p:grpSpPr>
        <p:sp>
          <p:nvSpPr>
            <p:cNvPr id="14" name="Nyíl: balra mutató 13">
              <a:extLst>
                <a:ext uri="{FF2B5EF4-FFF2-40B4-BE49-F238E27FC236}">
                  <a16:creationId xmlns:a16="http://schemas.microsoft.com/office/drawing/2014/main" id="{FF731B6E-5C46-2024-C995-0FF6AC3EDD58}"/>
                </a:ext>
              </a:extLst>
            </p:cNvPr>
            <p:cNvSpPr/>
            <p:nvPr/>
          </p:nvSpPr>
          <p:spPr>
            <a:xfrm>
              <a:off x="5357521" y="4174606"/>
              <a:ext cx="8740802" cy="1446536"/>
            </a:xfrm>
            <a:prstGeom prst="leftArrow">
              <a:avLst/>
            </a:prstGeom>
            <a:solidFill>
              <a:srgbClr val="009C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6" name="Szövegdoboz 25">
              <a:extLst>
                <a:ext uri="{FF2B5EF4-FFF2-40B4-BE49-F238E27FC236}">
                  <a16:creationId xmlns:a16="http://schemas.microsoft.com/office/drawing/2014/main" id="{A496D3CB-1D61-4430-F295-B333FBB66D4D}"/>
                </a:ext>
              </a:extLst>
            </p:cNvPr>
            <p:cNvSpPr txBox="1"/>
            <p:nvPr/>
          </p:nvSpPr>
          <p:spPr>
            <a:xfrm>
              <a:off x="6064907" y="4666674"/>
              <a:ext cx="7753926" cy="4580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ptos Display"/>
                </a:rPr>
                <a:t>Nem képes megkülönböztetni a biztos tudást a feltételezéstől.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2B50B936-EBD6-A382-11A1-3E5201E4D4FE}"/>
              </a:ext>
            </a:extLst>
          </p:cNvPr>
          <p:cNvGrpSpPr/>
          <p:nvPr/>
        </p:nvGrpSpPr>
        <p:grpSpPr>
          <a:xfrm>
            <a:off x="1351247" y="5109789"/>
            <a:ext cx="11038347" cy="1561990"/>
            <a:chOff x="6096429" y="5294516"/>
            <a:chExt cx="11038347" cy="1561990"/>
          </a:xfrm>
        </p:grpSpPr>
        <p:sp>
          <p:nvSpPr>
            <p:cNvPr id="20" name="Nyíl: balra mutató 19">
              <a:extLst>
                <a:ext uri="{FF2B5EF4-FFF2-40B4-BE49-F238E27FC236}">
                  <a16:creationId xmlns:a16="http://schemas.microsoft.com/office/drawing/2014/main" id="{70AF0F40-2A65-E5A3-2B6E-E641146D13B1}"/>
                </a:ext>
              </a:extLst>
            </p:cNvPr>
            <p:cNvSpPr/>
            <p:nvPr/>
          </p:nvSpPr>
          <p:spPr>
            <a:xfrm>
              <a:off x="6096429" y="5294516"/>
              <a:ext cx="11038347" cy="1561990"/>
            </a:xfrm>
            <a:prstGeom prst="leftArrow">
              <a:avLst/>
            </a:prstGeom>
            <a:solidFill>
              <a:srgbClr val="A50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DF8E3FF3-FBEA-254D-9D58-2A9DCB3269CF}"/>
                </a:ext>
              </a:extLst>
            </p:cNvPr>
            <p:cNvSpPr txBox="1"/>
            <p:nvPr/>
          </p:nvSpPr>
          <p:spPr>
            <a:xfrm>
              <a:off x="6918036" y="5844309"/>
              <a:ext cx="10213108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hu-HU" sz="2400" dirty="0">
                  <a:solidFill>
                    <a:schemeClr val="bg1"/>
                  </a:solidFill>
                  <a:latin typeface="Aptos Display"/>
                  <a:cs typeface="Poppins"/>
                </a:rPr>
                <a:t>Nem érti a tartalom valódi jelentését, csak mintázatok alapján állít elő szöveget.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857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1708-AE9B-CFCA-B4EA-EC346974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F5DA03-68DE-24C0-F994-F863FABC0839}"/>
              </a:ext>
            </a:extLst>
          </p:cNvPr>
          <p:cNvSpPr/>
          <p:nvPr/>
        </p:nvSpPr>
        <p:spPr>
          <a:xfrm>
            <a:off x="-3383" y="6096668"/>
            <a:ext cx="761331" cy="761331"/>
          </a:xfrm>
          <a:custGeom>
            <a:avLst/>
            <a:gdLst>
              <a:gd name="connsiteX0" fmla="*/ 1143000 w 1143000"/>
              <a:gd name="connsiteY0" fmla="*/ 1143000 h 1143000"/>
              <a:gd name="connsiteX1" fmla="*/ 0 w 1143000"/>
              <a:gd name="connsiteY1" fmla="*/ 1143000 h 1143000"/>
              <a:gd name="connsiteX2" fmla="*/ 0 w 1143000"/>
              <a:gd name="connsiteY2" fmla="*/ 0 h 1143000"/>
              <a:gd name="connsiteX3" fmla="*/ 1143000 w 1143000"/>
              <a:gd name="connsiteY3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" h="1143000">
                <a:moveTo>
                  <a:pt x="1143000" y="1143000"/>
                </a:moveTo>
                <a:lnTo>
                  <a:pt x="0" y="1143000"/>
                </a:lnTo>
                <a:lnTo>
                  <a:pt x="0" y="0"/>
                </a:lnTo>
                <a:lnTo>
                  <a:pt x="1143000" y="1143000"/>
                </a:lnTo>
                <a:close/>
              </a:path>
            </a:pathLst>
          </a:custGeom>
          <a:solidFill>
            <a:srgbClr val="C4D6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F6B5B6-5D80-9CF1-9209-CBED050B508C}"/>
              </a:ext>
            </a:extLst>
          </p:cNvPr>
          <p:cNvSpPr/>
          <p:nvPr/>
        </p:nvSpPr>
        <p:spPr>
          <a:xfrm>
            <a:off x="382314" y="6096395"/>
            <a:ext cx="2274477" cy="1137238"/>
          </a:xfrm>
          <a:custGeom>
            <a:avLst/>
            <a:gdLst>
              <a:gd name="connsiteX0" fmla="*/ 0 w 3414712"/>
              <a:gd name="connsiteY0" fmla="*/ 1707356 h 1707356"/>
              <a:gd name="connsiteX1" fmla="*/ 1707356 w 3414712"/>
              <a:gd name="connsiteY1" fmla="*/ 0 h 1707356"/>
              <a:gd name="connsiteX2" fmla="*/ 3414713 w 3414712"/>
              <a:gd name="connsiteY2" fmla="*/ 1707356 h 1707356"/>
              <a:gd name="connsiteX3" fmla="*/ 0 w 3414712"/>
              <a:gd name="connsiteY3" fmla="*/ 1707356 h 1707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4712" h="1707356">
                <a:moveTo>
                  <a:pt x="0" y="1707356"/>
                </a:moveTo>
                <a:lnTo>
                  <a:pt x="1707356" y="0"/>
                </a:lnTo>
                <a:lnTo>
                  <a:pt x="3414713" y="1707356"/>
                </a:lnTo>
                <a:lnTo>
                  <a:pt x="0" y="1707356"/>
                </a:lnTo>
                <a:close/>
              </a:path>
            </a:pathLst>
          </a:custGeom>
          <a:solidFill>
            <a:srgbClr val="009CD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CCE5888-5BB4-D938-4EEC-E4A826AE45CC}"/>
              </a:ext>
            </a:extLst>
          </p:cNvPr>
          <p:cNvSpPr/>
          <p:nvPr/>
        </p:nvSpPr>
        <p:spPr>
          <a:xfrm>
            <a:off x="-86261" y="4591943"/>
            <a:ext cx="1360244" cy="1898570"/>
          </a:xfrm>
          <a:custGeom>
            <a:avLst/>
            <a:gdLst>
              <a:gd name="connsiteX0" fmla="*/ 0 w 2042159"/>
              <a:gd name="connsiteY0" fmla="*/ 0 h 2850356"/>
              <a:gd name="connsiteX1" fmla="*/ 0 w 2042159"/>
              <a:gd name="connsiteY1" fmla="*/ 1616488 h 2850356"/>
              <a:gd name="connsiteX2" fmla="*/ 1233868 w 2042159"/>
              <a:gd name="connsiteY2" fmla="*/ 2850356 h 2850356"/>
              <a:gd name="connsiteX3" fmla="*/ 2042160 w 2042159"/>
              <a:gd name="connsiteY3" fmla="*/ 2042160 h 2850356"/>
              <a:gd name="connsiteX4" fmla="*/ 0 w 2042159"/>
              <a:gd name="connsiteY4" fmla="*/ 0 h 2850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159" h="2850356">
                <a:moveTo>
                  <a:pt x="0" y="0"/>
                </a:moveTo>
                <a:lnTo>
                  <a:pt x="0" y="1616488"/>
                </a:lnTo>
                <a:lnTo>
                  <a:pt x="1233868" y="2850356"/>
                </a:lnTo>
                <a:lnTo>
                  <a:pt x="2042160" y="2042160"/>
                </a:lnTo>
                <a:lnTo>
                  <a:pt x="0" y="0"/>
                </a:lnTo>
                <a:close/>
              </a:path>
            </a:pathLst>
          </a:custGeom>
          <a:solidFill>
            <a:srgbClr val="A50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D9DE4-1C43-087E-D04D-59255A0E3CA5}"/>
              </a:ext>
            </a:extLst>
          </p:cNvPr>
          <p:cNvSpPr txBox="1">
            <a:spLocks/>
          </p:cNvSpPr>
          <p:nvPr/>
        </p:nvSpPr>
        <p:spPr>
          <a:xfrm>
            <a:off x="352655" y="320466"/>
            <a:ext cx="6069445" cy="812943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3600" b="1" err="1">
                <a:solidFill>
                  <a:srgbClr val="00426A"/>
                </a:solidFill>
                <a:latin typeface="Poppins"/>
                <a:cs typeface="Poppins"/>
              </a:rPr>
              <a:t>Hogyan</a:t>
            </a:r>
            <a:r>
              <a:rPr lang="en-GB" sz="3600" b="1" dirty="0">
                <a:solidFill>
                  <a:srgbClr val="00426A"/>
                </a:solidFill>
                <a:latin typeface="Poppins"/>
                <a:cs typeface="Poppins"/>
              </a:rPr>
              <a:t> </a:t>
            </a:r>
            <a:r>
              <a:rPr lang="en-GB" sz="3600" b="1" err="1">
                <a:solidFill>
                  <a:srgbClr val="00426A"/>
                </a:solidFill>
                <a:latin typeface="Poppins"/>
                <a:cs typeface="Poppins"/>
              </a:rPr>
              <a:t>tehetünk</a:t>
            </a:r>
            <a:r>
              <a:rPr lang="en-GB" sz="3600" b="1" dirty="0">
                <a:solidFill>
                  <a:srgbClr val="00426A"/>
                </a:solidFill>
                <a:latin typeface="Poppins"/>
                <a:cs typeface="Poppins"/>
              </a:rPr>
              <a:t> </a:t>
            </a:r>
            <a:r>
              <a:rPr lang="en-GB" sz="3600" b="1" err="1">
                <a:solidFill>
                  <a:srgbClr val="00426A"/>
                </a:solidFill>
                <a:latin typeface="Poppins"/>
                <a:cs typeface="Poppins"/>
              </a:rPr>
              <a:t>fel</a:t>
            </a:r>
            <a:r>
              <a:rPr lang="en-GB" sz="3600" b="1" dirty="0">
                <a:solidFill>
                  <a:srgbClr val="00426A"/>
                </a:solidFill>
                <a:latin typeface="Poppins"/>
                <a:cs typeface="Poppins"/>
              </a:rPr>
              <a:t> </a:t>
            </a:r>
            <a:r>
              <a:rPr lang="en-GB" sz="3600" b="1" err="1">
                <a:solidFill>
                  <a:srgbClr val="00426A"/>
                </a:solidFill>
                <a:latin typeface="Poppins"/>
                <a:cs typeface="Poppins"/>
              </a:rPr>
              <a:t>jobb</a:t>
            </a:r>
            <a:r>
              <a:rPr lang="en-GB" sz="3600" b="1" dirty="0">
                <a:solidFill>
                  <a:srgbClr val="00426A"/>
                </a:solidFill>
                <a:latin typeface="Poppins"/>
                <a:cs typeface="Poppins"/>
              </a:rPr>
              <a:t> </a:t>
            </a:r>
            <a:r>
              <a:rPr lang="en-GB" sz="3600" b="1" err="1">
                <a:solidFill>
                  <a:srgbClr val="00426A"/>
                </a:solidFill>
                <a:latin typeface="Poppins"/>
                <a:cs typeface="Poppins"/>
              </a:rPr>
              <a:t>kérdéseket</a:t>
            </a:r>
            <a:r>
              <a:rPr lang="en-GB" sz="3600" b="1" dirty="0">
                <a:solidFill>
                  <a:srgbClr val="00426A"/>
                </a:solidFill>
                <a:latin typeface="Poppins"/>
                <a:cs typeface="Poppins"/>
              </a:rPr>
              <a:t> </a:t>
            </a:r>
            <a:r>
              <a:rPr lang="en-GB" sz="3600" b="1" err="1">
                <a:solidFill>
                  <a:srgbClr val="00426A"/>
                </a:solidFill>
                <a:latin typeface="Poppins"/>
                <a:cs typeface="Poppins"/>
              </a:rPr>
              <a:t>az</a:t>
            </a:r>
            <a:r>
              <a:rPr lang="en-GB" sz="3600" b="1" dirty="0">
                <a:solidFill>
                  <a:srgbClr val="00426A"/>
                </a:solidFill>
                <a:latin typeface="Poppins"/>
                <a:cs typeface="Poppins"/>
              </a:rPr>
              <a:t> MI-nek?</a:t>
            </a:r>
            <a:endParaRPr lang="hu-HU" sz="36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627060-CFF6-AE3C-8E07-56F5288A6DD5}"/>
              </a:ext>
            </a:extLst>
          </p:cNvPr>
          <p:cNvSpPr/>
          <p:nvPr/>
        </p:nvSpPr>
        <p:spPr>
          <a:xfrm>
            <a:off x="342375" y="1887198"/>
            <a:ext cx="5752166" cy="5983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74D980D-D447-5225-18DE-4E4BB8DEC36D}"/>
              </a:ext>
            </a:extLst>
          </p:cNvPr>
          <p:cNvSpPr/>
          <p:nvPr/>
        </p:nvSpPr>
        <p:spPr>
          <a:xfrm>
            <a:off x="7058376" y="7055"/>
            <a:ext cx="5322003" cy="6850942"/>
          </a:xfrm>
          <a:prstGeom prst="rect">
            <a:avLst/>
          </a:prstGeom>
          <a:solidFill>
            <a:srgbClr val="00426A"/>
          </a:solidFill>
          <a:ln>
            <a:solidFill>
              <a:srgbClr val="0042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1EAB020E-351B-20CF-5420-C9AC41B5F54D}"/>
              </a:ext>
            </a:extLst>
          </p:cNvPr>
          <p:cNvSpPr txBox="1"/>
          <p:nvPr/>
        </p:nvSpPr>
        <p:spPr>
          <a:xfrm>
            <a:off x="339144" y="2267486"/>
            <a:ext cx="60769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 dirty="0">
                <a:solidFill>
                  <a:srgbClr val="00426A"/>
                </a:solidFill>
                <a:latin typeface="Aptos"/>
                <a:ea typeface="+mn-lt"/>
                <a:cs typeface="Times New Roman"/>
              </a:rPr>
              <a:t>A cél az, hogy a kérdés arra ösztönözze az MI-t, hogy:</a:t>
            </a:r>
            <a:endParaRPr lang="hu-HU" sz="2400" b="1">
              <a:solidFill>
                <a:srgbClr val="00426A"/>
              </a:solidFill>
              <a:latin typeface="Aptos"/>
            </a:endParaRPr>
          </a:p>
        </p:txBody>
      </p:sp>
      <p:pic>
        <p:nvPicPr>
          <p:cNvPr id="7" name="Kép 6" descr="A képen képernyőkép, kéz, személy, lámpa látható&#10;&#10;Lehet, hogy az AI által létrehozott tartalom helytelen.">
            <a:extLst>
              <a:ext uri="{FF2B5EF4-FFF2-40B4-BE49-F238E27FC236}">
                <a16:creationId xmlns:a16="http://schemas.microsoft.com/office/drawing/2014/main" id="{25A50266-458F-590F-3742-E0B2409BC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15" t="16062" r="31324" b="6157"/>
          <a:stretch>
            <a:fillRect/>
          </a:stretch>
        </p:blipFill>
        <p:spPr>
          <a:xfrm>
            <a:off x="6936573" y="-100508"/>
            <a:ext cx="5561558" cy="7706122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6F7A96AF-B3A1-398A-E34A-C884AE013E55}"/>
              </a:ext>
            </a:extLst>
          </p:cNvPr>
          <p:cNvSpPr txBox="1"/>
          <p:nvPr/>
        </p:nvSpPr>
        <p:spPr>
          <a:xfrm>
            <a:off x="379050" y="3431352"/>
            <a:ext cx="518571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jelezze, ha nem biztos a válaszban,</a:t>
            </a:r>
            <a:endParaRPr lang="hu-HU" sz="2000">
              <a:solidFill>
                <a:srgbClr val="00426A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adjon meg forrásokat vagy hivatkozásokat,</a:t>
            </a:r>
            <a:endParaRPr lang="hu-HU" sz="2000">
              <a:solidFill>
                <a:srgbClr val="00426A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hu-HU" sz="2000" dirty="0">
                <a:solidFill>
                  <a:srgbClr val="00426A"/>
                </a:solidFill>
                <a:latin typeface="Aptos"/>
                <a:cs typeface="Times New Roman"/>
              </a:rPr>
              <a:t>írja le, mennyire tekinthető megbízhatónak az általa közölt információ.</a:t>
            </a:r>
            <a:endParaRPr lang="hu-HU" dirty="0">
              <a:solidFill>
                <a:srgbClr val="00426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84285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cbf1ea-ed88-45c3-83e9-1db5d619e850">
      <Terms xmlns="http://schemas.microsoft.com/office/infopath/2007/PartnerControls"/>
    </lcf76f155ced4ddcb4097134ff3c332f>
    <TaxCatchAll xmlns="01727954-54e4-4ec2-a063-211cb0a80a1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F47FBF2852E6E0498702774C9D65A85D" ma:contentTypeVersion="18" ma:contentTypeDescription="Új dokumentum létrehozása." ma:contentTypeScope="" ma:versionID="81e44fe24455c136cdccb148cb9961e3">
  <xsd:schema xmlns:xsd="http://www.w3.org/2001/XMLSchema" xmlns:xs="http://www.w3.org/2001/XMLSchema" xmlns:p="http://schemas.microsoft.com/office/2006/metadata/properties" xmlns:ns2="bbcbf1ea-ed88-45c3-83e9-1db5d619e850" xmlns:ns3="01727954-54e4-4ec2-a063-211cb0a80a18" targetNamespace="http://schemas.microsoft.com/office/2006/metadata/properties" ma:root="true" ma:fieldsID="8711f3050401bbe220f8d18ccd31f2be" ns2:_="" ns3:_="">
    <xsd:import namespace="bbcbf1ea-ed88-45c3-83e9-1db5d619e850"/>
    <xsd:import namespace="01727954-54e4-4ec2-a063-211cb0a80a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bf1ea-ed88-45c3-83e9-1db5d619e8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Képcímkék" ma:readOnly="false" ma:fieldId="{5cf76f15-5ced-4ddc-b409-7134ff3c332f}" ma:taxonomyMulti="true" ma:sspId="115b5293-c845-4727-b97b-ea55abce83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727954-54e4-4ec2-a063-211cb0a80a1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cc1122b-bf76-4aab-8e09-b074c7469966}" ma:internalName="TaxCatchAll" ma:showField="CatchAllData" ma:web="01727954-54e4-4ec2-a063-211cb0a80a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AD04D7-C79A-4CFB-99DF-F65AE1DF6EE3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01727954-54e4-4ec2-a063-211cb0a80a18"/>
    <ds:schemaRef ds:uri="http://www.w3.org/XML/1998/namespace"/>
    <ds:schemaRef ds:uri="bbcbf1ea-ed88-45c3-83e9-1db5d619e85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968D0AC-53D5-4AF6-9403-792DB94D17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cbf1ea-ed88-45c3-83e9-1db5d619e850"/>
    <ds:schemaRef ds:uri="01727954-54e4-4ec2-a063-211cb0a80a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35705A-E41A-4234-B2DA-42AB2CA0B3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1490</Words>
  <Application>Microsoft Office PowerPoint</Application>
  <PresentationFormat>Szélesvásznú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Poppins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Hamis képek és vizuális tartalmak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Csordás Tamás</cp:lastModifiedBy>
  <cp:revision>366</cp:revision>
  <dcterms:created xsi:type="dcterms:W3CDTF">2026-02-02T09:12:21Z</dcterms:created>
  <dcterms:modified xsi:type="dcterms:W3CDTF">2026-02-02T13:13:44Z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0x010100F47FBF2852E6E0498702774C9D65A85D</vt:lpwstr>
  </property>
  <property fmtid="{D5CDD505-2E9C-101B-9397-08002B2CF9AE}" pid="3" name="MediaServiceImageTags">
    <vt:lpwstr/>
  </property>
</Properties>
</file>