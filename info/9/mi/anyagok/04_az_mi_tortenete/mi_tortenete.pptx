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8"/>
  </p:notesMasterIdLst>
  <p:sldIdLst>
    <p:sldId id="276" r:id="rId6"/>
    <p:sldId id="1150" r:id="rId7"/>
    <p:sldId id="1155" r:id="rId8"/>
    <p:sldId id="1176" r:id="rId9"/>
    <p:sldId id="1156" r:id="rId10"/>
    <p:sldId id="1172" r:id="rId11"/>
    <p:sldId id="1157" r:id="rId12"/>
    <p:sldId id="1178" r:id="rId13"/>
    <p:sldId id="1154" r:id="rId14"/>
    <p:sldId id="1171" r:id="rId15"/>
    <p:sldId id="1158" r:id="rId16"/>
    <p:sldId id="1175" r:id="rId17"/>
    <p:sldId id="1159" r:id="rId18"/>
    <p:sldId id="1177" r:id="rId19"/>
    <p:sldId id="1160" r:id="rId20"/>
    <p:sldId id="1174" r:id="rId21"/>
    <p:sldId id="1161" r:id="rId22"/>
    <p:sldId id="1173" r:id="rId23"/>
    <p:sldId id="1179" r:id="rId24"/>
    <p:sldId id="1169" r:id="rId25"/>
    <p:sldId id="1180" r:id="rId26"/>
    <p:sldId id="11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26A"/>
    <a:srgbClr val="A50050"/>
    <a:srgbClr val="C4D600"/>
    <a:srgbClr val="009CDE"/>
    <a:srgbClr val="00C4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B9510-0177-4460-9C89-EF8E55A1FE15}" v="32" dt="2026-01-29T14:43:35.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32" autoAdjust="0"/>
  </p:normalViewPr>
  <p:slideViewPr>
    <p:cSldViewPr snapToGrid="0">
      <p:cViewPr varScale="1">
        <p:scale>
          <a:sx n="91" d="100"/>
          <a:sy n="91" d="100"/>
        </p:scale>
        <p:origin x="13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mphauser Nóra" userId="ec38cc6f-534c-42c2-b38e-4137cef6bfb3" providerId="ADAL" clId="{46BB9510-0177-4460-9C89-EF8E55A1FE15}"/>
    <pc:docChg chg="undo custSel addSld delSld modSld sldOrd">
      <pc:chgData name="Stumphauser Nóra" userId="ec38cc6f-534c-42c2-b38e-4137cef6bfb3" providerId="ADAL" clId="{46BB9510-0177-4460-9C89-EF8E55A1FE15}" dt="2026-01-29T14:51:38.414" v="2053" actId="20577"/>
      <pc:docMkLst>
        <pc:docMk/>
      </pc:docMkLst>
      <pc:sldChg chg="modNotesTx">
        <pc:chgData name="Stumphauser Nóra" userId="ec38cc6f-534c-42c2-b38e-4137cef6bfb3" providerId="ADAL" clId="{46BB9510-0177-4460-9C89-EF8E55A1FE15}" dt="2026-01-29T13:09:11.325" v="0" actId="20577"/>
        <pc:sldMkLst>
          <pc:docMk/>
          <pc:sldMk cId="902065001" sldId="276"/>
        </pc:sldMkLst>
      </pc:sldChg>
      <pc:sldChg chg="addSp delSp modSp mod modNotesTx">
        <pc:chgData name="Stumphauser Nóra" userId="ec38cc6f-534c-42c2-b38e-4137cef6bfb3" providerId="ADAL" clId="{46BB9510-0177-4460-9C89-EF8E55A1FE15}" dt="2026-01-29T14:44:34.550" v="1962"/>
        <pc:sldMkLst>
          <pc:docMk/>
          <pc:sldMk cId="3086686440" sldId="1154"/>
        </pc:sldMkLst>
        <pc:spChg chg="mod">
          <ac:chgData name="Stumphauser Nóra" userId="ec38cc6f-534c-42c2-b38e-4137cef6bfb3" providerId="ADAL" clId="{46BB9510-0177-4460-9C89-EF8E55A1FE15}" dt="2026-01-29T13:21:05.721" v="1011" actId="120"/>
          <ac:spMkLst>
            <pc:docMk/>
            <pc:sldMk cId="3086686440" sldId="1154"/>
            <ac:spMk id="2" creationId="{B370F8CE-00DD-BC93-97C1-52BC72594034}"/>
          </ac:spMkLst>
        </pc:spChg>
        <pc:spChg chg="add del mod">
          <ac:chgData name="Stumphauser Nóra" userId="ec38cc6f-534c-42c2-b38e-4137cef6bfb3" providerId="ADAL" clId="{46BB9510-0177-4460-9C89-EF8E55A1FE15}" dt="2026-01-29T13:17:47.439" v="543" actId="478"/>
          <ac:spMkLst>
            <pc:docMk/>
            <pc:sldMk cId="3086686440" sldId="1154"/>
            <ac:spMk id="3" creationId="{7C2015BD-9776-D134-7532-16A667AB727E}"/>
          </ac:spMkLst>
        </pc:spChg>
        <pc:spChg chg="add mod">
          <ac:chgData name="Stumphauser Nóra" userId="ec38cc6f-534c-42c2-b38e-4137cef6bfb3" providerId="ADAL" clId="{46BB9510-0177-4460-9C89-EF8E55A1FE15}" dt="2026-01-29T13:21:12.778" v="1013" actId="1076"/>
          <ac:spMkLst>
            <pc:docMk/>
            <pc:sldMk cId="3086686440" sldId="1154"/>
            <ac:spMk id="4" creationId="{E80E5B97-448F-0A76-826A-19DE96A67FDA}"/>
          </ac:spMkLst>
        </pc:spChg>
        <pc:spChg chg="mod">
          <ac:chgData name="Stumphauser Nóra" userId="ec38cc6f-534c-42c2-b38e-4137cef6bfb3" providerId="ADAL" clId="{46BB9510-0177-4460-9C89-EF8E55A1FE15}" dt="2026-01-29T13:20:24.607" v="962" actId="404"/>
          <ac:spMkLst>
            <pc:docMk/>
            <pc:sldMk cId="3086686440" sldId="1154"/>
            <ac:spMk id="9" creationId="{82D2CB00-AE2A-4BF2-CA33-9C972F7907B4}"/>
          </ac:spMkLst>
        </pc:spChg>
        <pc:spChg chg="mod">
          <ac:chgData name="Stumphauser Nóra" userId="ec38cc6f-534c-42c2-b38e-4137cef6bfb3" providerId="ADAL" clId="{46BB9510-0177-4460-9C89-EF8E55A1FE15}" dt="2026-01-29T13:21:09.785" v="1012" actId="1076"/>
          <ac:spMkLst>
            <pc:docMk/>
            <pc:sldMk cId="3086686440" sldId="1154"/>
            <ac:spMk id="14" creationId="{0A990B93-84F0-D909-F891-8C394ABC9B26}"/>
          </ac:spMkLst>
        </pc:spChg>
        <pc:picChg chg="mod">
          <ac:chgData name="Stumphauser Nóra" userId="ec38cc6f-534c-42c2-b38e-4137cef6bfb3" providerId="ADAL" clId="{46BB9510-0177-4460-9C89-EF8E55A1FE15}" dt="2026-01-29T13:20:18.690" v="960" actId="14100"/>
          <ac:picMkLst>
            <pc:docMk/>
            <pc:sldMk cId="3086686440" sldId="1154"/>
            <ac:picMk id="16" creationId="{98F956FD-AAC4-B674-0A6E-751392A73197}"/>
          </ac:picMkLst>
        </pc:picChg>
        <pc:picChg chg="mod">
          <ac:chgData name="Stumphauser Nóra" userId="ec38cc6f-534c-42c2-b38e-4137cef6bfb3" providerId="ADAL" clId="{46BB9510-0177-4460-9C89-EF8E55A1FE15}" dt="2026-01-29T13:20:34.638" v="977" actId="1076"/>
          <ac:picMkLst>
            <pc:docMk/>
            <pc:sldMk cId="3086686440" sldId="1154"/>
            <ac:picMk id="1026" creationId="{B4ADADFB-E75D-4F1F-515C-5F27D8D6BD57}"/>
          </ac:picMkLst>
        </pc:picChg>
      </pc:sldChg>
      <pc:sldChg chg="addSp delSp modSp mod ord modNotesTx">
        <pc:chgData name="Stumphauser Nóra" userId="ec38cc6f-534c-42c2-b38e-4137cef6bfb3" providerId="ADAL" clId="{46BB9510-0177-4460-9C89-EF8E55A1FE15}" dt="2026-01-29T14:44:11.259" v="1959"/>
        <pc:sldMkLst>
          <pc:docMk/>
          <pc:sldMk cId="3931783214" sldId="1155"/>
        </pc:sldMkLst>
        <pc:spChg chg="add mod">
          <ac:chgData name="Stumphauser Nóra" userId="ec38cc6f-534c-42c2-b38e-4137cef6bfb3" providerId="ADAL" clId="{46BB9510-0177-4460-9C89-EF8E55A1FE15}" dt="2026-01-29T13:10:43.828" v="90" actId="1036"/>
          <ac:spMkLst>
            <pc:docMk/>
            <pc:sldMk cId="3931783214" sldId="1155"/>
            <ac:spMk id="3" creationId="{D61350E6-7EB2-C115-FBAE-191DEE7B5318}"/>
          </ac:spMkLst>
        </pc:spChg>
        <pc:spChg chg="del">
          <ac:chgData name="Stumphauser Nóra" userId="ec38cc6f-534c-42c2-b38e-4137cef6bfb3" providerId="ADAL" clId="{46BB9510-0177-4460-9C89-EF8E55A1FE15}" dt="2026-01-29T13:09:41.223" v="9" actId="478"/>
          <ac:spMkLst>
            <pc:docMk/>
            <pc:sldMk cId="3931783214" sldId="1155"/>
            <ac:spMk id="4" creationId="{11A012E7-DE07-F2FA-4521-FD539CADCEA9}"/>
          </ac:spMkLst>
        </pc:spChg>
        <pc:spChg chg="add mod">
          <ac:chgData name="Stumphauser Nóra" userId="ec38cc6f-534c-42c2-b38e-4137cef6bfb3" providerId="ADAL" clId="{46BB9510-0177-4460-9C89-EF8E55A1FE15}" dt="2026-01-29T13:12:16.990" v="140" actId="20577"/>
          <ac:spMkLst>
            <pc:docMk/>
            <pc:sldMk cId="3931783214" sldId="1155"/>
            <ac:spMk id="5" creationId="{DD774816-67C6-483F-72D4-33F2AF439FAA}"/>
          </ac:spMkLst>
        </pc:spChg>
        <pc:picChg chg="mod">
          <ac:chgData name="Stumphauser Nóra" userId="ec38cc6f-534c-42c2-b38e-4137cef6bfb3" providerId="ADAL" clId="{46BB9510-0177-4460-9C89-EF8E55A1FE15}" dt="2026-01-29T13:10:41.393" v="87" actId="1076"/>
          <ac:picMkLst>
            <pc:docMk/>
            <pc:sldMk cId="3931783214" sldId="1155"/>
            <ac:picMk id="11" creationId="{48875912-84DB-8476-C67B-44678157F5D7}"/>
          </ac:picMkLst>
        </pc:picChg>
      </pc:sldChg>
      <pc:sldChg chg="addSp modSp mod ord modNotesTx">
        <pc:chgData name="Stumphauser Nóra" userId="ec38cc6f-534c-42c2-b38e-4137cef6bfb3" providerId="ADAL" clId="{46BB9510-0177-4460-9C89-EF8E55A1FE15}" dt="2026-01-29T14:44:18.380" v="1960"/>
        <pc:sldMkLst>
          <pc:docMk/>
          <pc:sldMk cId="1509098704" sldId="1156"/>
        </pc:sldMkLst>
        <pc:spChg chg="mod">
          <ac:chgData name="Stumphauser Nóra" userId="ec38cc6f-534c-42c2-b38e-4137cef6bfb3" providerId="ADAL" clId="{46BB9510-0177-4460-9C89-EF8E55A1FE15}" dt="2026-01-29T13:14:35.374" v="339" actId="1076"/>
          <ac:spMkLst>
            <pc:docMk/>
            <pc:sldMk cId="1509098704" sldId="1156"/>
            <ac:spMk id="2" creationId="{329948EE-58BD-E7C4-418D-BB1A85EBAC38}"/>
          </ac:spMkLst>
        </pc:spChg>
        <pc:spChg chg="add mod">
          <ac:chgData name="Stumphauser Nóra" userId="ec38cc6f-534c-42c2-b38e-4137cef6bfb3" providerId="ADAL" clId="{46BB9510-0177-4460-9C89-EF8E55A1FE15}" dt="2026-01-29T13:15:07.441" v="358" actId="14100"/>
          <ac:spMkLst>
            <pc:docMk/>
            <pc:sldMk cId="1509098704" sldId="1156"/>
            <ac:spMk id="3" creationId="{66A10D2C-8B5B-C4E1-E06C-33B47F0A4784}"/>
          </ac:spMkLst>
        </pc:spChg>
        <pc:spChg chg="add mod">
          <ac:chgData name="Stumphauser Nóra" userId="ec38cc6f-534c-42c2-b38e-4137cef6bfb3" providerId="ADAL" clId="{46BB9510-0177-4460-9C89-EF8E55A1FE15}" dt="2026-01-29T13:15:05.280" v="357" actId="14100"/>
          <ac:spMkLst>
            <pc:docMk/>
            <pc:sldMk cId="1509098704" sldId="1156"/>
            <ac:spMk id="4" creationId="{09283D99-208B-EF16-0F6B-53CF8E89966B}"/>
          </ac:spMkLst>
        </pc:spChg>
        <pc:spChg chg="mod">
          <ac:chgData name="Stumphauser Nóra" userId="ec38cc6f-534c-42c2-b38e-4137cef6bfb3" providerId="ADAL" clId="{46BB9510-0177-4460-9C89-EF8E55A1FE15}" dt="2026-01-29T13:14:38.012" v="340" actId="1076"/>
          <ac:spMkLst>
            <pc:docMk/>
            <pc:sldMk cId="1509098704" sldId="1156"/>
            <ac:spMk id="8" creationId="{F76903F6-FB75-EB2C-A98D-FCA69EDFDC71}"/>
          </ac:spMkLst>
        </pc:spChg>
      </pc:sldChg>
      <pc:sldChg chg="modSp mod ord modNotesTx">
        <pc:chgData name="Stumphauser Nóra" userId="ec38cc6f-534c-42c2-b38e-4137cef6bfb3" providerId="ADAL" clId="{46BB9510-0177-4460-9C89-EF8E55A1FE15}" dt="2026-01-29T14:44:26.794" v="1961"/>
        <pc:sldMkLst>
          <pc:docMk/>
          <pc:sldMk cId="1589409390" sldId="1157"/>
        </pc:sldMkLst>
        <pc:spChg chg="mod">
          <ac:chgData name="Stumphauser Nóra" userId="ec38cc6f-534c-42c2-b38e-4137cef6bfb3" providerId="ADAL" clId="{46BB9510-0177-4460-9C89-EF8E55A1FE15}" dt="2026-01-29T13:23:59.400" v="1160" actId="6549"/>
          <ac:spMkLst>
            <pc:docMk/>
            <pc:sldMk cId="1589409390" sldId="1157"/>
            <ac:spMk id="9" creationId="{FABC09EE-A0C5-6DA7-FF6E-5CE209796EF6}"/>
          </ac:spMkLst>
        </pc:spChg>
        <pc:spChg chg="mod">
          <ac:chgData name="Stumphauser Nóra" userId="ec38cc6f-534c-42c2-b38e-4137cef6bfb3" providerId="ADAL" clId="{46BB9510-0177-4460-9C89-EF8E55A1FE15}" dt="2026-01-29T13:24:10.654" v="1162" actId="14100"/>
          <ac:spMkLst>
            <pc:docMk/>
            <pc:sldMk cId="1589409390" sldId="1157"/>
            <ac:spMk id="13" creationId="{B2DB04D3-DEF5-480D-0A4E-C2D57B753598}"/>
          </ac:spMkLst>
        </pc:spChg>
        <pc:spChg chg="mod">
          <ac:chgData name="Stumphauser Nóra" userId="ec38cc6f-534c-42c2-b38e-4137cef6bfb3" providerId="ADAL" clId="{46BB9510-0177-4460-9C89-EF8E55A1FE15}" dt="2026-01-29T13:23:04.583" v="1133" actId="20577"/>
          <ac:spMkLst>
            <pc:docMk/>
            <pc:sldMk cId="1589409390" sldId="1157"/>
            <ac:spMk id="17" creationId="{F0EC3F44-6FDD-1E49-9D18-88125D591366}"/>
          </ac:spMkLst>
        </pc:spChg>
        <pc:picChg chg="mod">
          <ac:chgData name="Stumphauser Nóra" userId="ec38cc6f-534c-42c2-b38e-4137cef6bfb3" providerId="ADAL" clId="{46BB9510-0177-4460-9C89-EF8E55A1FE15}" dt="2026-01-29T13:23:45.571" v="1152" actId="14100"/>
          <ac:picMkLst>
            <pc:docMk/>
            <pc:sldMk cId="1589409390" sldId="1157"/>
            <ac:picMk id="4" creationId="{3A704095-13E3-E07A-DBD3-B206D0CBA3CC}"/>
          </ac:picMkLst>
        </pc:picChg>
      </pc:sldChg>
      <pc:sldChg chg="addSp modSp mod ord modNotesTx">
        <pc:chgData name="Stumphauser Nóra" userId="ec38cc6f-534c-42c2-b38e-4137cef6bfb3" providerId="ADAL" clId="{46BB9510-0177-4460-9C89-EF8E55A1FE15}" dt="2026-01-29T14:44:41.112" v="1963"/>
        <pc:sldMkLst>
          <pc:docMk/>
          <pc:sldMk cId="330564227" sldId="1158"/>
        </pc:sldMkLst>
        <pc:spChg chg="mod">
          <ac:chgData name="Stumphauser Nóra" userId="ec38cc6f-534c-42c2-b38e-4137cef6bfb3" providerId="ADAL" clId="{46BB9510-0177-4460-9C89-EF8E55A1FE15}" dt="2026-01-29T13:31:20.766" v="1267" actId="1076"/>
          <ac:spMkLst>
            <pc:docMk/>
            <pc:sldMk cId="330564227" sldId="1158"/>
            <ac:spMk id="2" creationId="{71AAA7A7-DB0F-011B-6EA8-2492FA269B88}"/>
          </ac:spMkLst>
        </pc:spChg>
        <pc:spChg chg="add mod">
          <ac:chgData name="Stumphauser Nóra" userId="ec38cc6f-534c-42c2-b38e-4137cef6bfb3" providerId="ADAL" clId="{46BB9510-0177-4460-9C89-EF8E55A1FE15}" dt="2026-01-29T13:29:34.269" v="1248" actId="1076"/>
          <ac:spMkLst>
            <pc:docMk/>
            <pc:sldMk cId="330564227" sldId="1158"/>
            <ac:spMk id="3" creationId="{4717F5C3-AF27-1D37-55C2-BFAC0416CAB8}"/>
          </ac:spMkLst>
        </pc:spChg>
        <pc:spChg chg="add mod">
          <ac:chgData name="Stumphauser Nóra" userId="ec38cc6f-534c-42c2-b38e-4137cef6bfb3" providerId="ADAL" clId="{46BB9510-0177-4460-9C89-EF8E55A1FE15}" dt="2026-01-29T13:32:12.424" v="1365" actId="403"/>
          <ac:spMkLst>
            <pc:docMk/>
            <pc:sldMk cId="330564227" sldId="1158"/>
            <ac:spMk id="5" creationId="{5D82ED88-0168-1626-3E40-D5C1CD6962B0}"/>
          </ac:spMkLst>
        </pc:spChg>
        <pc:spChg chg="mod">
          <ac:chgData name="Stumphauser Nóra" userId="ec38cc6f-534c-42c2-b38e-4137cef6bfb3" providerId="ADAL" clId="{46BB9510-0177-4460-9C89-EF8E55A1FE15}" dt="2026-01-29T13:31:14.594" v="1265" actId="1076"/>
          <ac:spMkLst>
            <pc:docMk/>
            <pc:sldMk cId="330564227" sldId="1158"/>
            <ac:spMk id="6" creationId="{3A5BDE97-B242-9CB1-E20D-5F242174CB9F}"/>
          </ac:spMkLst>
        </pc:spChg>
      </pc:sldChg>
      <pc:sldChg chg="addSp delSp modSp mod ord modNotesTx">
        <pc:chgData name="Stumphauser Nóra" userId="ec38cc6f-534c-42c2-b38e-4137cef6bfb3" providerId="ADAL" clId="{46BB9510-0177-4460-9C89-EF8E55A1FE15}" dt="2026-01-29T14:44:48.977" v="1964"/>
        <pc:sldMkLst>
          <pc:docMk/>
          <pc:sldMk cId="1820484116" sldId="1159"/>
        </pc:sldMkLst>
        <pc:spChg chg="add mod">
          <ac:chgData name="Stumphauser Nóra" userId="ec38cc6f-534c-42c2-b38e-4137cef6bfb3" providerId="ADAL" clId="{46BB9510-0177-4460-9C89-EF8E55A1FE15}" dt="2026-01-29T13:41:37.867" v="1596" actId="14100"/>
          <ac:spMkLst>
            <pc:docMk/>
            <pc:sldMk cId="1820484116" sldId="1159"/>
            <ac:spMk id="3" creationId="{C76FC359-FFD7-941D-B8A2-D75C7861AA66}"/>
          </ac:spMkLst>
        </pc:spChg>
        <pc:spChg chg="del">
          <ac:chgData name="Stumphauser Nóra" userId="ec38cc6f-534c-42c2-b38e-4137cef6bfb3" providerId="ADAL" clId="{46BB9510-0177-4460-9C89-EF8E55A1FE15}" dt="2026-01-29T13:34:16.096" v="1404" actId="478"/>
          <ac:spMkLst>
            <pc:docMk/>
            <pc:sldMk cId="1820484116" sldId="1159"/>
            <ac:spMk id="7" creationId="{4EEBB417-6E0D-0EAA-BF24-114971C8BB9C}"/>
          </ac:spMkLst>
        </pc:spChg>
      </pc:sldChg>
      <pc:sldChg chg="addSp modSp mod ord modNotesTx">
        <pc:chgData name="Stumphauser Nóra" userId="ec38cc6f-534c-42c2-b38e-4137cef6bfb3" providerId="ADAL" clId="{46BB9510-0177-4460-9C89-EF8E55A1FE15}" dt="2026-01-29T14:44:54.852" v="1965"/>
        <pc:sldMkLst>
          <pc:docMk/>
          <pc:sldMk cId="581011179" sldId="1160"/>
        </pc:sldMkLst>
        <pc:spChg chg="mod">
          <ac:chgData name="Stumphauser Nóra" userId="ec38cc6f-534c-42c2-b38e-4137cef6bfb3" providerId="ADAL" clId="{46BB9510-0177-4460-9C89-EF8E55A1FE15}" dt="2026-01-29T14:36:39.874" v="1627" actId="404"/>
          <ac:spMkLst>
            <pc:docMk/>
            <pc:sldMk cId="581011179" sldId="1160"/>
            <ac:spMk id="2" creationId="{3399149C-CA7C-B5F9-86BE-9925BA6F9437}"/>
          </ac:spMkLst>
        </pc:spChg>
        <pc:spChg chg="add mod">
          <ac:chgData name="Stumphauser Nóra" userId="ec38cc6f-534c-42c2-b38e-4137cef6bfb3" providerId="ADAL" clId="{46BB9510-0177-4460-9C89-EF8E55A1FE15}" dt="2026-01-29T14:38:48.011" v="1834" actId="1038"/>
          <ac:spMkLst>
            <pc:docMk/>
            <pc:sldMk cId="581011179" sldId="1160"/>
            <ac:spMk id="3" creationId="{47221D1C-6E02-5FE3-7EA2-C6C48720D5C9}"/>
          </ac:spMkLst>
        </pc:spChg>
        <pc:spChg chg="mod">
          <ac:chgData name="Stumphauser Nóra" userId="ec38cc6f-534c-42c2-b38e-4137cef6bfb3" providerId="ADAL" clId="{46BB9510-0177-4460-9C89-EF8E55A1FE15}" dt="2026-01-29T14:36:42.978" v="1628" actId="1076"/>
          <ac:spMkLst>
            <pc:docMk/>
            <pc:sldMk cId="581011179" sldId="1160"/>
            <ac:spMk id="6" creationId="{AD919E6D-3024-7E88-BDE9-89C9BD65E20C}"/>
          </ac:spMkLst>
        </pc:spChg>
        <pc:picChg chg="mod modCrop">
          <ac:chgData name="Stumphauser Nóra" userId="ec38cc6f-534c-42c2-b38e-4137cef6bfb3" providerId="ADAL" clId="{46BB9510-0177-4460-9C89-EF8E55A1FE15}" dt="2026-01-29T14:38:30.608" v="1818" actId="1076"/>
          <ac:picMkLst>
            <pc:docMk/>
            <pc:sldMk cId="581011179" sldId="1160"/>
            <ac:picMk id="5" creationId="{258EA01F-CF42-8BB3-89BD-7E78273E427B}"/>
          </ac:picMkLst>
        </pc:picChg>
      </pc:sldChg>
      <pc:sldChg chg="modSp mod modNotesTx">
        <pc:chgData name="Stumphauser Nóra" userId="ec38cc6f-534c-42c2-b38e-4137cef6bfb3" providerId="ADAL" clId="{46BB9510-0177-4460-9C89-EF8E55A1FE15}" dt="2026-01-29T14:45:02.766" v="1966"/>
        <pc:sldMkLst>
          <pc:docMk/>
          <pc:sldMk cId="3376149812" sldId="1161"/>
        </pc:sldMkLst>
        <pc:spChg chg="mod">
          <ac:chgData name="Stumphauser Nóra" userId="ec38cc6f-534c-42c2-b38e-4137cef6bfb3" providerId="ADAL" clId="{46BB9510-0177-4460-9C89-EF8E55A1FE15}" dt="2026-01-29T14:41:29.954" v="1905" actId="20577"/>
          <ac:spMkLst>
            <pc:docMk/>
            <pc:sldMk cId="3376149812" sldId="1161"/>
            <ac:spMk id="9" creationId="{53E46268-6516-E1FC-A7F9-A47121F74074}"/>
          </ac:spMkLst>
        </pc:spChg>
      </pc:sldChg>
      <pc:sldChg chg="modSp mod">
        <pc:chgData name="Stumphauser Nóra" userId="ec38cc6f-534c-42c2-b38e-4137cef6bfb3" providerId="ADAL" clId="{46BB9510-0177-4460-9C89-EF8E55A1FE15}" dt="2026-01-29T14:47:48.846" v="2047" actId="20577"/>
        <pc:sldMkLst>
          <pc:docMk/>
          <pc:sldMk cId="784064719" sldId="1169"/>
        </pc:sldMkLst>
        <pc:spChg chg="mod">
          <ac:chgData name="Stumphauser Nóra" userId="ec38cc6f-534c-42c2-b38e-4137cef6bfb3" providerId="ADAL" clId="{46BB9510-0177-4460-9C89-EF8E55A1FE15}" dt="2026-01-29T14:45:51.753" v="1977" actId="20577"/>
          <ac:spMkLst>
            <pc:docMk/>
            <pc:sldMk cId="784064719" sldId="1169"/>
            <ac:spMk id="17" creationId="{51059FD8-CF2E-4BDF-3B35-2CC899AB0B5D}"/>
          </ac:spMkLst>
        </pc:spChg>
        <pc:spChg chg="mod">
          <ac:chgData name="Stumphauser Nóra" userId="ec38cc6f-534c-42c2-b38e-4137cef6bfb3" providerId="ADAL" clId="{46BB9510-0177-4460-9C89-EF8E55A1FE15}" dt="2026-01-29T14:45:58.881" v="1985" actId="20577"/>
          <ac:spMkLst>
            <pc:docMk/>
            <pc:sldMk cId="784064719" sldId="1169"/>
            <ac:spMk id="25" creationId="{59AD1647-7F7C-E101-9AB0-A28B65A0759E}"/>
          </ac:spMkLst>
        </pc:spChg>
        <pc:spChg chg="mod">
          <ac:chgData name="Stumphauser Nóra" userId="ec38cc6f-534c-42c2-b38e-4137cef6bfb3" providerId="ADAL" clId="{46BB9510-0177-4460-9C89-EF8E55A1FE15}" dt="2026-01-29T14:45:54.689" v="1979" actId="20577"/>
          <ac:spMkLst>
            <pc:docMk/>
            <pc:sldMk cId="784064719" sldId="1169"/>
            <ac:spMk id="42" creationId="{7D9B5603-D8C4-04FE-6476-67F70F92D91E}"/>
          </ac:spMkLst>
        </pc:spChg>
        <pc:spChg chg="mod">
          <ac:chgData name="Stumphauser Nóra" userId="ec38cc6f-534c-42c2-b38e-4137cef6bfb3" providerId="ADAL" clId="{46BB9510-0177-4460-9C89-EF8E55A1FE15}" dt="2026-01-29T14:45:56.625" v="1982" actId="20577"/>
          <ac:spMkLst>
            <pc:docMk/>
            <pc:sldMk cId="784064719" sldId="1169"/>
            <ac:spMk id="53" creationId="{CFA15D06-DE3D-F5B2-597F-2E6DBE723AEB}"/>
          </ac:spMkLst>
        </pc:spChg>
        <pc:spChg chg="mod">
          <ac:chgData name="Stumphauser Nóra" userId="ec38cc6f-534c-42c2-b38e-4137cef6bfb3" providerId="ADAL" clId="{46BB9510-0177-4460-9C89-EF8E55A1FE15}" dt="2026-01-29T14:47:48.846" v="2047" actId="20577"/>
          <ac:spMkLst>
            <pc:docMk/>
            <pc:sldMk cId="784064719" sldId="1169"/>
            <ac:spMk id="58" creationId="{94C33F40-1CE7-46A6-DE3A-C0CF1FD90B0E}"/>
          </ac:spMkLst>
        </pc:spChg>
      </pc:sldChg>
      <pc:sldChg chg="delSp modSp mod modNotesTx">
        <pc:chgData name="Stumphauser Nóra" userId="ec38cc6f-534c-42c2-b38e-4137cef6bfb3" providerId="ADAL" clId="{46BB9510-0177-4460-9C89-EF8E55A1FE15}" dt="2026-01-29T14:51:38.414" v="2053" actId="20577"/>
        <pc:sldMkLst>
          <pc:docMk/>
          <pc:sldMk cId="1325992935" sldId="1170"/>
        </pc:sldMkLst>
        <pc:spChg chg="mod">
          <ac:chgData name="Stumphauser Nóra" userId="ec38cc6f-534c-42c2-b38e-4137cef6bfb3" providerId="ADAL" clId="{46BB9510-0177-4460-9C89-EF8E55A1FE15}" dt="2026-01-29T14:49:15.389" v="2050" actId="1076"/>
          <ac:spMkLst>
            <pc:docMk/>
            <pc:sldMk cId="1325992935" sldId="1170"/>
            <ac:spMk id="2" creationId="{0C207444-4D34-3FD1-2C3D-B25D389C3BB1}"/>
          </ac:spMkLst>
        </pc:spChg>
        <pc:spChg chg="mod">
          <ac:chgData name="Stumphauser Nóra" userId="ec38cc6f-534c-42c2-b38e-4137cef6bfb3" providerId="ADAL" clId="{46BB9510-0177-4460-9C89-EF8E55A1FE15}" dt="2026-01-29T14:49:21.087" v="2051" actId="1076"/>
          <ac:spMkLst>
            <pc:docMk/>
            <pc:sldMk cId="1325992935" sldId="1170"/>
            <ac:spMk id="3" creationId="{E53FD952-0F22-9CD7-3E91-06677D8A67CA}"/>
          </ac:spMkLst>
        </pc:spChg>
        <pc:spChg chg="del">
          <ac:chgData name="Stumphauser Nóra" userId="ec38cc6f-534c-42c2-b38e-4137cef6bfb3" providerId="ADAL" clId="{46BB9510-0177-4460-9C89-EF8E55A1FE15}" dt="2026-01-29T14:48:27.079" v="2048" actId="478"/>
          <ac:spMkLst>
            <pc:docMk/>
            <pc:sldMk cId="1325992935" sldId="1170"/>
            <ac:spMk id="4" creationId="{95D08FBE-73B6-6607-0C0F-FB2B9478C361}"/>
          </ac:spMkLst>
        </pc:spChg>
      </pc:sldChg>
      <pc:sldChg chg="modSp mod">
        <pc:chgData name="Stumphauser Nóra" userId="ec38cc6f-534c-42c2-b38e-4137cef6bfb3" providerId="ADAL" clId="{46BB9510-0177-4460-9C89-EF8E55A1FE15}" dt="2026-01-29T13:28:53.384" v="1185" actId="1076"/>
        <pc:sldMkLst>
          <pc:docMk/>
          <pc:sldMk cId="3701396905" sldId="1171"/>
        </pc:sldMkLst>
        <pc:spChg chg="mod">
          <ac:chgData name="Stumphauser Nóra" userId="ec38cc6f-534c-42c2-b38e-4137cef6bfb3" providerId="ADAL" clId="{46BB9510-0177-4460-9C89-EF8E55A1FE15}" dt="2026-01-29T13:28:42.369" v="1181" actId="1076"/>
          <ac:spMkLst>
            <pc:docMk/>
            <pc:sldMk cId="3701396905" sldId="1171"/>
            <ac:spMk id="17" creationId="{109EA86A-7C62-3EDE-84E7-506B1227156E}"/>
          </ac:spMkLst>
        </pc:spChg>
        <pc:spChg chg="mod">
          <ac:chgData name="Stumphauser Nóra" userId="ec38cc6f-534c-42c2-b38e-4137cef6bfb3" providerId="ADAL" clId="{46BB9510-0177-4460-9C89-EF8E55A1FE15}" dt="2026-01-29T13:28:22.031" v="1175" actId="404"/>
          <ac:spMkLst>
            <pc:docMk/>
            <pc:sldMk cId="3701396905" sldId="1171"/>
            <ac:spMk id="26" creationId="{3D4939E6-0019-2086-8570-2488FDD2E41A}"/>
          </ac:spMkLst>
        </pc:spChg>
        <pc:spChg chg="mod">
          <ac:chgData name="Stumphauser Nóra" userId="ec38cc6f-534c-42c2-b38e-4137cef6bfb3" providerId="ADAL" clId="{46BB9510-0177-4460-9C89-EF8E55A1FE15}" dt="2026-01-29T13:28:47.016" v="1183" actId="27636"/>
          <ac:spMkLst>
            <pc:docMk/>
            <pc:sldMk cId="3701396905" sldId="1171"/>
            <ac:spMk id="28" creationId="{EA1C148B-321B-A588-04C5-017E1AA182DE}"/>
          </ac:spMkLst>
        </pc:spChg>
        <pc:spChg chg="mod">
          <ac:chgData name="Stumphauser Nóra" userId="ec38cc6f-534c-42c2-b38e-4137cef6bfb3" providerId="ADAL" clId="{46BB9510-0177-4460-9C89-EF8E55A1FE15}" dt="2026-01-29T13:16:52.324" v="528" actId="14100"/>
          <ac:spMkLst>
            <pc:docMk/>
            <pc:sldMk cId="3701396905" sldId="1171"/>
            <ac:spMk id="43" creationId="{60C8BAFF-AE99-934C-D98E-3509A76A6C53}"/>
          </ac:spMkLst>
        </pc:spChg>
        <pc:grpChg chg="mod">
          <ac:chgData name="Stumphauser Nóra" userId="ec38cc6f-534c-42c2-b38e-4137cef6bfb3" providerId="ADAL" clId="{46BB9510-0177-4460-9C89-EF8E55A1FE15}" dt="2026-01-29T13:28:53.384" v="1185" actId="1076"/>
          <ac:grpSpMkLst>
            <pc:docMk/>
            <pc:sldMk cId="3701396905" sldId="1171"/>
            <ac:grpSpMk id="69" creationId="{8F8D1F88-1DD7-3DF1-80D7-52ABD898DAD3}"/>
          </ac:grpSpMkLst>
        </pc:grpChg>
      </pc:sldChg>
      <pc:sldChg chg="addSp delSp modSp mod ord addAnim delAnim">
        <pc:chgData name="Stumphauser Nóra" userId="ec38cc6f-534c-42c2-b38e-4137cef6bfb3" providerId="ADAL" clId="{46BB9510-0177-4460-9C89-EF8E55A1FE15}" dt="2026-01-29T13:16:34.765" v="505" actId="1076"/>
        <pc:sldMkLst>
          <pc:docMk/>
          <pc:sldMk cId="306360709" sldId="1172"/>
        </pc:sldMkLst>
        <pc:spChg chg="mod">
          <ac:chgData name="Stumphauser Nóra" userId="ec38cc6f-534c-42c2-b38e-4137cef6bfb3" providerId="ADAL" clId="{46BB9510-0177-4460-9C89-EF8E55A1FE15}" dt="2026-01-29T13:15:42.860" v="399" actId="207"/>
          <ac:spMkLst>
            <pc:docMk/>
            <pc:sldMk cId="306360709" sldId="1172"/>
            <ac:spMk id="26" creationId="{592BB9E7-E61D-B0C9-9DC2-7B70E4906D73}"/>
          </ac:spMkLst>
        </pc:spChg>
        <pc:spChg chg="mod">
          <ac:chgData name="Stumphauser Nóra" userId="ec38cc6f-534c-42c2-b38e-4137cef6bfb3" providerId="ADAL" clId="{46BB9510-0177-4460-9C89-EF8E55A1FE15}" dt="2026-01-29T13:16:34.765" v="505" actId="1076"/>
          <ac:spMkLst>
            <pc:docMk/>
            <pc:sldMk cId="306360709" sldId="1172"/>
            <ac:spMk id="28" creationId="{4060574C-07BA-D8F1-CA2D-6C9F14115BBB}"/>
          </ac:spMkLst>
        </pc:spChg>
        <pc:spChg chg="add del mod">
          <ac:chgData name="Stumphauser Nóra" userId="ec38cc6f-534c-42c2-b38e-4137cef6bfb3" providerId="ADAL" clId="{46BB9510-0177-4460-9C89-EF8E55A1FE15}" dt="2026-01-29T13:15:22.870" v="364" actId="20577"/>
          <ac:spMkLst>
            <pc:docMk/>
            <pc:sldMk cId="306360709" sldId="1172"/>
            <ac:spMk id="43" creationId="{C9852C82-687C-234D-9F2E-FBEC0DA789C1}"/>
          </ac:spMkLst>
        </pc:spChg>
        <pc:grpChg chg="add del">
          <ac:chgData name="Stumphauser Nóra" userId="ec38cc6f-534c-42c2-b38e-4137cef6bfb3" providerId="ADAL" clId="{46BB9510-0177-4460-9C89-EF8E55A1FE15}" dt="2026-01-29T13:15:14.892" v="360" actId="478"/>
          <ac:grpSpMkLst>
            <pc:docMk/>
            <pc:sldMk cId="306360709" sldId="1172"/>
            <ac:grpSpMk id="70" creationId="{0D001899-08CD-450D-8D08-FA5F87EACC88}"/>
          </ac:grpSpMkLst>
        </pc:grpChg>
      </pc:sldChg>
      <pc:sldChg chg="modSp mod ord">
        <pc:chgData name="Stumphauser Nóra" userId="ec38cc6f-534c-42c2-b38e-4137cef6bfb3" providerId="ADAL" clId="{46BB9510-0177-4460-9C89-EF8E55A1FE15}" dt="2026-01-29T14:43:07.995" v="1954" actId="20577"/>
        <pc:sldMkLst>
          <pc:docMk/>
          <pc:sldMk cId="3318930658" sldId="1173"/>
        </pc:sldMkLst>
        <pc:spChg chg="mod">
          <ac:chgData name="Stumphauser Nóra" userId="ec38cc6f-534c-42c2-b38e-4137cef6bfb3" providerId="ADAL" clId="{46BB9510-0177-4460-9C89-EF8E55A1FE15}" dt="2026-01-29T14:42:10.517" v="1920" actId="255"/>
          <ac:spMkLst>
            <pc:docMk/>
            <pc:sldMk cId="3318930658" sldId="1173"/>
            <ac:spMk id="17" creationId="{08FDD7E5-BAF4-CBC0-358A-D77C87B0566E}"/>
          </ac:spMkLst>
        </pc:spChg>
        <pc:spChg chg="mod">
          <ac:chgData name="Stumphauser Nóra" userId="ec38cc6f-534c-42c2-b38e-4137cef6bfb3" providerId="ADAL" clId="{46BB9510-0177-4460-9C89-EF8E55A1FE15}" dt="2026-01-29T14:42:58.706" v="1947" actId="113"/>
          <ac:spMkLst>
            <pc:docMk/>
            <pc:sldMk cId="3318930658" sldId="1173"/>
            <ac:spMk id="25" creationId="{6A256516-E4A9-59ED-3585-4E377A0DC916}"/>
          </ac:spMkLst>
        </pc:spChg>
        <pc:spChg chg="mod">
          <ac:chgData name="Stumphauser Nóra" userId="ec38cc6f-534c-42c2-b38e-4137cef6bfb3" providerId="ADAL" clId="{46BB9510-0177-4460-9C89-EF8E55A1FE15}" dt="2026-01-29T14:41:48.883" v="1910" actId="27636"/>
          <ac:spMkLst>
            <pc:docMk/>
            <pc:sldMk cId="3318930658" sldId="1173"/>
            <ac:spMk id="26" creationId="{6384E1EE-12F2-1206-262D-A47E729AAC0C}"/>
          </ac:spMkLst>
        </pc:spChg>
        <pc:spChg chg="mod">
          <ac:chgData name="Stumphauser Nóra" userId="ec38cc6f-534c-42c2-b38e-4137cef6bfb3" providerId="ADAL" clId="{46BB9510-0177-4460-9C89-EF8E55A1FE15}" dt="2026-01-29T14:42:02.463" v="1918" actId="20577"/>
          <ac:spMkLst>
            <pc:docMk/>
            <pc:sldMk cId="3318930658" sldId="1173"/>
            <ac:spMk id="28" creationId="{823D0C1C-E5E3-5222-4A92-7ABF7485EB49}"/>
          </ac:spMkLst>
        </pc:spChg>
        <pc:spChg chg="mod">
          <ac:chgData name="Stumphauser Nóra" userId="ec38cc6f-534c-42c2-b38e-4137cef6bfb3" providerId="ADAL" clId="{46BB9510-0177-4460-9C89-EF8E55A1FE15}" dt="2026-01-29T14:42:25.025" v="1924" actId="404"/>
          <ac:spMkLst>
            <pc:docMk/>
            <pc:sldMk cId="3318930658" sldId="1173"/>
            <ac:spMk id="42" creationId="{428E6769-8C3F-67E2-0C7B-914CCC8D82B9}"/>
          </ac:spMkLst>
        </pc:spChg>
        <pc:spChg chg="mod">
          <ac:chgData name="Stumphauser Nóra" userId="ec38cc6f-534c-42c2-b38e-4137cef6bfb3" providerId="ADAL" clId="{46BB9510-0177-4460-9C89-EF8E55A1FE15}" dt="2026-01-29T14:42:17.749" v="1922" actId="404"/>
          <ac:spMkLst>
            <pc:docMk/>
            <pc:sldMk cId="3318930658" sldId="1173"/>
            <ac:spMk id="43" creationId="{1A3E8039-201A-41D4-3E4E-BA5EA1FBD756}"/>
          </ac:spMkLst>
        </pc:spChg>
        <pc:spChg chg="mod">
          <ac:chgData name="Stumphauser Nóra" userId="ec38cc6f-534c-42c2-b38e-4137cef6bfb3" providerId="ADAL" clId="{46BB9510-0177-4460-9C89-EF8E55A1FE15}" dt="2026-01-29T14:42:33.207" v="1926" actId="404"/>
          <ac:spMkLst>
            <pc:docMk/>
            <pc:sldMk cId="3318930658" sldId="1173"/>
            <ac:spMk id="53" creationId="{797C862A-7CEE-39CD-D8D8-867F06D149E1}"/>
          </ac:spMkLst>
        </pc:spChg>
        <pc:spChg chg="mod">
          <ac:chgData name="Stumphauser Nóra" userId="ec38cc6f-534c-42c2-b38e-4137cef6bfb3" providerId="ADAL" clId="{46BB9510-0177-4460-9C89-EF8E55A1FE15}" dt="2026-01-29T14:43:07.995" v="1954" actId="20577"/>
          <ac:spMkLst>
            <pc:docMk/>
            <pc:sldMk cId="3318930658" sldId="1173"/>
            <ac:spMk id="58" creationId="{BAB02685-94D7-14D5-DB4F-E6A7B3A28D67}"/>
          </ac:spMkLst>
        </pc:spChg>
      </pc:sldChg>
      <pc:sldChg chg="addSp delSp modSp mod ord">
        <pc:chgData name="Stumphauser Nóra" userId="ec38cc6f-534c-42c2-b38e-4137cef6bfb3" providerId="ADAL" clId="{46BB9510-0177-4460-9C89-EF8E55A1FE15}" dt="2026-01-29T14:41:02.388" v="1892" actId="20577"/>
        <pc:sldMkLst>
          <pc:docMk/>
          <pc:sldMk cId="770552109" sldId="1174"/>
        </pc:sldMkLst>
        <pc:spChg chg="add del">
          <ac:chgData name="Stumphauser Nóra" userId="ec38cc6f-534c-42c2-b38e-4137cef6bfb3" providerId="ADAL" clId="{46BB9510-0177-4460-9C89-EF8E55A1FE15}" dt="2026-01-29T14:39:32.283" v="1846" actId="22"/>
          <ac:spMkLst>
            <pc:docMk/>
            <pc:sldMk cId="770552109" sldId="1174"/>
            <ac:spMk id="5" creationId="{28E53206-FCB5-A416-1170-61481B04382E}"/>
          </ac:spMkLst>
        </pc:spChg>
        <pc:spChg chg="mod">
          <ac:chgData name="Stumphauser Nóra" userId="ec38cc6f-534c-42c2-b38e-4137cef6bfb3" providerId="ADAL" clId="{46BB9510-0177-4460-9C89-EF8E55A1FE15}" dt="2026-01-29T14:39:35.611" v="1848" actId="404"/>
          <ac:spMkLst>
            <pc:docMk/>
            <pc:sldMk cId="770552109" sldId="1174"/>
            <ac:spMk id="17" creationId="{06D42196-26E5-1D54-D791-1E2DB204E29B}"/>
          </ac:spMkLst>
        </pc:spChg>
        <pc:spChg chg="mod">
          <ac:chgData name="Stumphauser Nóra" userId="ec38cc6f-534c-42c2-b38e-4137cef6bfb3" providerId="ADAL" clId="{46BB9510-0177-4460-9C89-EF8E55A1FE15}" dt="2026-01-29T14:40:17.234" v="1862" actId="6549"/>
          <ac:spMkLst>
            <pc:docMk/>
            <pc:sldMk cId="770552109" sldId="1174"/>
            <ac:spMk id="25" creationId="{14D19CF0-C594-69E7-78D5-50969FD4373C}"/>
          </ac:spMkLst>
        </pc:spChg>
        <pc:spChg chg="mod">
          <ac:chgData name="Stumphauser Nóra" userId="ec38cc6f-534c-42c2-b38e-4137cef6bfb3" providerId="ADAL" clId="{46BB9510-0177-4460-9C89-EF8E55A1FE15}" dt="2026-01-29T14:39:18.068" v="1843" actId="27636"/>
          <ac:spMkLst>
            <pc:docMk/>
            <pc:sldMk cId="770552109" sldId="1174"/>
            <ac:spMk id="26" creationId="{FDCDAFE2-F9A8-6CE7-D6E8-FDC9BBA307CA}"/>
          </ac:spMkLst>
        </pc:spChg>
        <pc:spChg chg="mod">
          <ac:chgData name="Stumphauser Nóra" userId="ec38cc6f-534c-42c2-b38e-4137cef6bfb3" providerId="ADAL" clId="{46BB9510-0177-4460-9C89-EF8E55A1FE15}" dt="2026-01-29T14:39:24.234" v="1844"/>
          <ac:spMkLst>
            <pc:docMk/>
            <pc:sldMk cId="770552109" sldId="1174"/>
            <ac:spMk id="28" creationId="{F34E5F09-AEEB-9910-FA39-4952C67355A3}"/>
          </ac:spMkLst>
        </pc:spChg>
        <pc:spChg chg="mod">
          <ac:chgData name="Stumphauser Nóra" userId="ec38cc6f-534c-42c2-b38e-4137cef6bfb3" providerId="ADAL" clId="{46BB9510-0177-4460-9C89-EF8E55A1FE15}" dt="2026-01-29T14:40:34.569" v="1868" actId="20577"/>
          <ac:spMkLst>
            <pc:docMk/>
            <pc:sldMk cId="770552109" sldId="1174"/>
            <ac:spMk id="42" creationId="{EEE56A6D-B4C7-F169-C442-251C040939FA}"/>
          </ac:spMkLst>
        </pc:spChg>
        <pc:spChg chg="mod">
          <ac:chgData name="Stumphauser Nóra" userId="ec38cc6f-534c-42c2-b38e-4137cef6bfb3" providerId="ADAL" clId="{46BB9510-0177-4460-9C89-EF8E55A1FE15}" dt="2026-01-29T14:39:42.285" v="1850" actId="404"/>
          <ac:spMkLst>
            <pc:docMk/>
            <pc:sldMk cId="770552109" sldId="1174"/>
            <ac:spMk id="43" creationId="{D4491893-B7FD-D936-FE34-3D1640673382}"/>
          </ac:spMkLst>
        </pc:spChg>
        <pc:spChg chg="mod">
          <ac:chgData name="Stumphauser Nóra" userId="ec38cc6f-534c-42c2-b38e-4137cef6bfb3" providerId="ADAL" clId="{46BB9510-0177-4460-9C89-EF8E55A1FE15}" dt="2026-01-29T14:40:31.912" v="1866" actId="20577"/>
          <ac:spMkLst>
            <pc:docMk/>
            <pc:sldMk cId="770552109" sldId="1174"/>
            <ac:spMk id="53" creationId="{6F21D362-43C3-BB42-20AC-3CEEAD53291B}"/>
          </ac:spMkLst>
        </pc:spChg>
        <pc:spChg chg="mod">
          <ac:chgData name="Stumphauser Nóra" userId="ec38cc6f-534c-42c2-b38e-4137cef6bfb3" providerId="ADAL" clId="{46BB9510-0177-4460-9C89-EF8E55A1FE15}" dt="2026-01-29T14:41:02.388" v="1892" actId="20577"/>
          <ac:spMkLst>
            <pc:docMk/>
            <pc:sldMk cId="770552109" sldId="1174"/>
            <ac:spMk id="58" creationId="{CC7BFB4A-55C4-8528-110D-8B7346E75D3B}"/>
          </ac:spMkLst>
        </pc:spChg>
      </pc:sldChg>
      <pc:sldChg chg="modSp mod ord">
        <pc:chgData name="Stumphauser Nóra" userId="ec38cc6f-534c-42c2-b38e-4137cef6bfb3" providerId="ADAL" clId="{46BB9510-0177-4460-9C89-EF8E55A1FE15}" dt="2026-01-29T13:33:41.413" v="1399" actId="20577"/>
        <pc:sldMkLst>
          <pc:docMk/>
          <pc:sldMk cId="2415997995" sldId="1175"/>
        </pc:sldMkLst>
        <pc:spChg chg="mod">
          <ac:chgData name="Stumphauser Nóra" userId="ec38cc6f-534c-42c2-b38e-4137cef6bfb3" providerId="ADAL" clId="{46BB9510-0177-4460-9C89-EF8E55A1FE15}" dt="2026-01-29T13:33:17.376" v="1389" actId="6549"/>
          <ac:spMkLst>
            <pc:docMk/>
            <pc:sldMk cId="2415997995" sldId="1175"/>
            <ac:spMk id="17" creationId="{62F0A814-2FBD-3B88-2A61-CB574E5E5ED8}"/>
          </ac:spMkLst>
        </pc:spChg>
        <pc:spChg chg="mod">
          <ac:chgData name="Stumphauser Nóra" userId="ec38cc6f-534c-42c2-b38e-4137cef6bfb3" providerId="ADAL" clId="{46BB9510-0177-4460-9C89-EF8E55A1FE15}" dt="2026-01-29T13:32:51.583" v="1381" actId="6549"/>
          <ac:spMkLst>
            <pc:docMk/>
            <pc:sldMk cId="2415997995" sldId="1175"/>
            <ac:spMk id="26" creationId="{BFC24814-E1D3-D689-7D00-EF7A97874820}"/>
          </ac:spMkLst>
        </pc:spChg>
        <pc:spChg chg="mod">
          <ac:chgData name="Stumphauser Nóra" userId="ec38cc6f-534c-42c2-b38e-4137cef6bfb3" providerId="ADAL" clId="{46BB9510-0177-4460-9C89-EF8E55A1FE15}" dt="2026-01-29T13:33:03.232" v="1384" actId="404"/>
          <ac:spMkLst>
            <pc:docMk/>
            <pc:sldMk cId="2415997995" sldId="1175"/>
            <ac:spMk id="28" creationId="{642E92E8-18AD-06B7-32FA-8AF903A3F2A9}"/>
          </ac:spMkLst>
        </pc:spChg>
        <pc:spChg chg="mod">
          <ac:chgData name="Stumphauser Nóra" userId="ec38cc6f-534c-42c2-b38e-4137cef6bfb3" providerId="ADAL" clId="{46BB9510-0177-4460-9C89-EF8E55A1FE15}" dt="2026-01-29T13:33:41.413" v="1399" actId="20577"/>
          <ac:spMkLst>
            <pc:docMk/>
            <pc:sldMk cId="2415997995" sldId="1175"/>
            <ac:spMk id="42" creationId="{64DD6992-0DF3-6602-FBF2-D1681E33A2C5}"/>
          </ac:spMkLst>
        </pc:spChg>
        <pc:spChg chg="mod">
          <ac:chgData name="Stumphauser Nóra" userId="ec38cc6f-534c-42c2-b38e-4137cef6bfb3" providerId="ADAL" clId="{46BB9510-0177-4460-9C89-EF8E55A1FE15}" dt="2026-01-29T13:33:29.410" v="1394" actId="6549"/>
          <ac:spMkLst>
            <pc:docMk/>
            <pc:sldMk cId="2415997995" sldId="1175"/>
            <ac:spMk id="43" creationId="{3BFA0C18-4056-E23C-5083-485D4C29669C}"/>
          </ac:spMkLst>
        </pc:spChg>
      </pc:sldChg>
      <pc:sldChg chg="modSp mod ord">
        <pc:chgData name="Stumphauser Nóra" userId="ec38cc6f-534c-42c2-b38e-4137cef6bfb3" providerId="ADAL" clId="{46BB9510-0177-4460-9C89-EF8E55A1FE15}" dt="2026-01-29T13:16:21.415" v="503" actId="1036"/>
        <pc:sldMkLst>
          <pc:docMk/>
          <pc:sldMk cId="1498126989" sldId="1176"/>
        </pc:sldMkLst>
        <pc:spChg chg="mod">
          <ac:chgData name="Stumphauser Nóra" userId="ec38cc6f-534c-42c2-b38e-4137cef6bfb3" providerId="ADAL" clId="{46BB9510-0177-4460-9C89-EF8E55A1FE15}" dt="2026-01-29T13:15:58.198" v="447" actId="20577"/>
          <ac:spMkLst>
            <pc:docMk/>
            <pc:sldMk cId="1498126989" sldId="1176"/>
            <ac:spMk id="25" creationId="{584F7E87-0E9C-990A-2EC0-C7D05428F65B}"/>
          </ac:spMkLst>
        </pc:spChg>
        <pc:spChg chg="mod">
          <ac:chgData name="Stumphauser Nóra" userId="ec38cc6f-534c-42c2-b38e-4137cef6bfb3" providerId="ADAL" clId="{46BB9510-0177-4460-9C89-EF8E55A1FE15}" dt="2026-01-29T13:16:11.231" v="480" actId="1036"/>
          <ac:spMkLst>
            <pc:docMk/>
            <pc:sldMk cId="1498126989" sldId="1176"/>
            <ac:spMk id="28" creationId="{098F9006-2757-D7FF-9703-EA53B6F57C49}"/>
          </ac:spMkLst>
        </pc:spChg>
        <pc:spChg chg="mod">
          <ac:chgData name="Stumphauser Nóra" userId="ec38cc6f-534c-42c2-b38e-4137cef6bfb3" providerId="ADAL" clId="{46BB9510-0177-4460-9C89-EF8E55A1FE15}" dt="2026-01-29T13:15:56.789" v="445" actId="20577"/>
          <ac:spMkLst>
            <pc:docMk/>
            <pc:sldMk cId="1498126989" sldId="1176"/>
            <ac:spMk id="42" creationId="{3669AB92-F5F3-1CD4-086A-59AF42F56DDB}"/>
          </ac:spMkLst>
        </pc:spChg>
        <pc:spChg chg="mod">
          <ac:chgData name="Stumphauser Nóra" userId="ec38cc6f-534c-42c2-b38e-4137cef6bfb3" providerId="ADAL" clId="{46BB9510-0177-4460-9C89-EF8E55A1FE15}" dt="2026-01-29T13:16:21.415" v="503" actId="1036"/>
          <ac:spMkLst>
            <pc:docMk/>
            <pc:sldMk cId="1498126989" sldId="1176"/>
            <ac:spMk id="43" creationId="{0C6F0A58-E92B-2E58-D94C-7EB273A2BE6B}"/>
          </ac:spMkLst>
        </pc:spChg>
        <pc:spChg chg="mod">
          <ac:chgData name="Stumphauser Nóra" userId="ec38cc6f-534c-42c2-b38e-4137cef6bfb3" providerId="ADAL" clId="{46BB9510-0177-4460-9C89-EF8E55A1FE15}" dt="2026-01-29T13:16:15.132" v="487" actId="1036"/>
          <ac:spMkLst>
            <pc:docMk/>
            <pc:sldMk cId="1498126989" sldId="1176"/>
            <ac:spMk id="53" creationId="{11619E18-3B03-678B-55F4-C206566D517F}"/>
          </ac:spMkLst>
        </pc:spChg>
        <pc:spChg chg="mod">
          <ac:chgData name="Stumphauser Nóra" userId="ec38cc6f-534c-42c2-b38e-4137cef6bfb3" providerId="ADAL" clId="{46BB9510-0177-4460-9C89-EF8E55A1FE15}" dt="2026-01-29T13:16:02.005" v="452" actId="20577"/>
          <ac:spMkLst>
            <pc:docMk/>
            <pc:sldMk cId="1498126989" sldId="1176"/>
            <ac:spMk id="58" creationId="{B8C6132A-DF19-C71D-ECAE-E3950B9BE2E0}"/>
          </ac:spMkLst>
        </pc:spChg>
      </pc:sldChg>
      <pc:sldChg chg="modSp mod ord">
        <pc:chgData name="Stumphauser Nóra" userId="ec38cc6f-534c-42c2-b38e-4137cef6bfb3" providerId="ADAL" clId="{46BB9510-0177-4460-9C89-EF8E55A1FE15}" dt="2026-01-29T14:40:51.363" v="1876" actId="20577"/>
        <pc:sldMkLst>
          <pc:docMk/>
          <pc:sldMk cId="2691595715" sldId="1177"/>
        </pc:sldMkLst>
        <pc:spChg chg="mod">
          <ac:chgData name="Stumphauser Nóra" userId="ec38cc6f-534c-42c2-b38e-4137cef6bfb3" providerId="ADAL" clId="{46BB9510-0177-4460-9C89-EF8E55A1FE15}" dt="2026-01-29T14:34:36.082" v="1605" actId="404"/>
          <ac:spMkLst>
            <pc:docMk/>
            <pc:sldMk cId="2691595715" sldId="1177"/>
            <ac:spMk id="17" creationId="{440AA70B-C28E-CEE5-00BE-A9CC9EF4EE51}"/>
          </ac:spMkLst>
        </pc:spChg>
        <pc:spChg chg="mod">
          <ac:chgData name="Stumphauser Nóra" userId="ec38cc6f-534c-42c2-b38e-4137cef6bfb3" providerId="ADAL" clId="{46BB9510-0177-4460-9C89-EF8E55A1FE15}" dt="2026-01-29T14:36:15.870" v="1613" actId="20577"/>
          <ac:spMkLst>
            <pc:docMk/>
            <pc:sldMk cId="2691595715" sldId="1177"/>
            <ac:spMk id="25" creationId="{E208D3E9-AC91-B51C-C881-108C11589BCE}"/>
          </ac:spMkLst>
        </pc:spChg>
        <pc:spChg chg="mod">
          <ac:chgData name="Stumphauser Nóra" userId="ec38cc6f-534c-42c2-b38e-4137cef6bfb3" providerId="ADAL" clId="{46BB9510-0177-4460-9C89-EF8E55A1FE15}" dt="2026-01-29T13:42:07.758" v="1601" actId="27636"/>
          <ac:spMkLst>
            <pc:docMk/>
            <pc:sldMk cId="2691595715" sldId="1177"/>
            <ac:spMk id="26" creationId="{23365B25-4754-A0CF-6639-66A140166ED9}"/>
          </ac:spMkLst>
        </pc:spChg>
        <pc:spChg chg="mod">
          <ac:chgData name="Stumphauser Nóra" userId="ec38cc6f-534c-42c2-b38e-4137cef6bfb3" providerId="ADAL" clId="{46BB9510-0177-4460-9C89-EF8E55A1FE15}" dt="2026-01-29T13:42:16.584" v="1603" actId="27636"/>
          <ac:spMkLst>
            <pc:docMk/>
            <pc:sldMk cId="2691595715" sldId="1177"/>
            <ac:spMk id="28" creationId="{76FA747E-7D6A-94A4-BE43-9770E73AF11C}"/>
          </ac:spMkLst>
        </pc:spChg>
        <pc:spChg chg="mod">
          <ac:chgData name="Stumphauser Nóra" userId="ec38cc6f-534c-42c2-b38e-4137cef6bfb3" providerId="ADAL" clId="{46BB9510-0177-4460-9C89-EF8E55A1FE15}" dt="2026-01-29T14:40:51.363" v="1876" actId="20577"/>
          <ac:spMkLst>
            <pc:docMk/>
            <pc:sldMk cId="2691595715" sldId="1177"/>
            <ac:spMk id="42" creationId="{9600853C-08D3-CF5B-3173-751D892B2356}"/>
          </ac:spMkLst>
        </pc:spChg>
        <pc:spChg chg="mod">
          <ac:chgData name="Stumphauser Nóra" userId="ec38cc6f-534c-42c2-b38e-4137cef6bfb3" providerId="ADAL" clId="{46BB9510-0177-4460-9C89-EF8E55A1FE15}" dt="2026-01-29T14:34:46.858" v="1607" actId="404"/>
          <ac:spMkLst>
            <pc:docMk/>
            <pc:sldMk cId="2691595715" sldId="1177"/>
            <ac:spMk id="43" creationId="{C294F06F-D1A0-1757-2DFB-57DBDB0D83B1}"/>
          </ac:spMkLst>
        </pc:spChg>
        <pc:spChg chg="mod">
          <ac:chgData name="Stumphauser Nóra" userId="ec38cc6f-534c-42c2-b38e-4137cef6bfb3" providerId="ADAL" clId="{46BB9510-0177-4460-9C89-EF8E55A1FE15}" dt="2026-01-29T14:40:44.118" v="1874" actId="404"/>
          <ac:spMkLst>
            <pc:docMk/>
            <pc:sldMk cId="2691595715" sldId="1177"/>
            <ac:spMk id="53" creationId="{7BF6EFCA-F461-DC98-4276-B723B011D744}"/>
          </ac:spMkLst>
        </pc:spChg>
        <pc:spChg chg="mod">
          <ac:chgData name="Stumphauser Nóra" userId="ec38cc6f-534c-42c2-b38e-4137cef6bfb3" providerId="ADAL" clId="{46BB9510-0177-4460-9C89-EF8E55A1FE15}" dt="2026-01-29T14:36:19.762" v="1620" actId="20577"/>
          <ac:spMkLst>
            <pc:docMk/>
            <pc:sldMk cId="2691595715" sldId="1177"/>
            <ac:spMk id="58" creationId="{E928545C-50A0-F8D1-DA6F-ED7E4032462B}"/>
          </ac:spMkLst>
        </pc:spChg>
      </pc:sldChg>
      <pc:sldChg chg="modSp mod ord">
        <pc:chgData name="Stumphauser Nóra" userId="ec38cc6f-534c-42c2-b38e-4137cef6bfb3" providerId="ADAL" clId="{46BB9510-0177-4460-9C89-EF8E55A1FE15}" dt="2026-01-29T13:28:07.215" v="1169" actId="404"/>
        <pc:sldMkLst>
          <pc:docMk/>
          <pc:sldMk cId="1074671259" sldId="1178"/>
        </pc:sldMkLst>
        <pc:spChg chg="mod">
          <ac:chgData name="Stumphauser Nóra" userId="ec38cc6f-534c-42c2-b38e-4137cef6bfb3" providerId="ADAL" clId="{46BB9510-0177-4460-9C89-EF8E55A1FE15}" dt="2026-01-29T13:28:07.215" v="1169" actId="404"/>
          <ac:spMkLst>
            <pc:docMk/>
            <pc:sldMk cId="1074671259" sldId="1178"/>
            <ac:spMk id="17" creationId="{14A2A028-1A5A-C26A-1576-278E494627C7}"/>
          </ac:spMkLst>
        </pc:spChg>
        <pc:spChg chg="mod">
          <ac:chgData name="Stumphauser Nóra" userId="ec38cc6f-534c-42c2-b38e-4137cef6bfb3" providerId="ADAL" clId="{46BB9510-0177-4460-9C89-EF8E55A1FE15}" dt="2026-01-29T13:22:14.374" v="1051" actId="20577"/>
          <ac:spMkLst>
            <pc:docMk/>
            <pc:sldMk cId="1074671259" sldId="1178"/>
            <ac:spMk id="25" creationId="{B2461B23-4E68-208E-8605-E7CDA257A9B7}"/>
          </ac:spMkLst>
        </pc:spChg>
        <pc:spChg chg="mod">
          <ac:chgData name="Stumphauser Nóra" userId="ec38cc6f-534c-42c2-b38e-4137cef6bfb3" providerId="ADAL" clId="{46BB9510-0177-4460-9C89-EF8E55A1FE15}" dt="2026-01-29T13:22:13.110" v="1049" actId="20577"/>
          <ac:spMkLst>
            <pc:docMk/>
            <pc:sldMk cId="1074671259" sldId="1178"/>
            <ac:spMk id="42" creationId="{08453861-506B-2EB1-7ABB-3FD62FB56E00}"/>
          </ac:spMkLst>
        </pc:spChg>
        <pc:spChg chg="mod">
          <ac:chgData name="Stumphauser Nóra" userId="ec38cc6f-534c-42c2-b38e-4137cef6bfb3" providerId="ADAL" clId="{46BB9510-0177-4460-9C89-EF8E55A1FE15}" dt="2026-01-29T13:22:08.328" v="1044" actId="20577"/>
          <ac:spMkLst>
            <pc:docMk/>
            <pc:sldMk cId="1074671259" sldId="1178"/>
            <ac:spMk id="43" creationId="{9E08F5EB-400C-3B8E-696F-E088D672CB48}"/>
          </ac:spMkLst>
        </pc:spChg>
        <pc:spChg chg="mod">
          <ac:chgData name="Stumphauser Nóra" userId="ec38cc6f-534c-42c2-b38e-4137cef6bfb3" providerId="ADAL" clId="{46BB9510-0177-4460-9C89-EF8E55A1FE15}" dt="2026-01-29T13:22:11.303" v="1047" actId="20577"/>
          <ac:spMkLst>
            <pc:docMk/>
            <pc:sldMk cId="1074671259" sldId="1178"/>
            <ac:spMk id="53" creationId="{819508D6-E2D1-CAEB-8A3D-8B6CD7FE2DBC}"/>
          </ac:spMkLst>
        </pc:spChg>
        <pc:spChg chg="mod">
          <ac:chgData name="Stumphauser Nóra" userId="ec38cc6f-534c-42c2-b38e-4137cef6bfb3" providerId="ADAL" clId="{46BB9510-0177-4460-9C89-EF8E55A1FE15}" dt="2026-01-29T13:22:17.198" v="1054" actId="20577"/>
          <ac:spMkLst>
            <pc:docMk/>
            <pc:sldMk cId="1074671259" sldId="1178"/>
            <ac:spMk id="58" creationId="{64790181-4227-9DC8-1B00-E3F73856DD72}"/>
          </ac:spMkLst>
        </pc:spChg>
      </pc:sldChg>
      <pc:sldChg chg="modSp mod modNotesTx">
        <pc:chgData name="Stumphauser Nóra" userId="ec38cc6f-534c-42c2-b38e-4137cef6bfb3" providerId="ADAL" clId="{46BB9510-0177-4460-9C89-EF8E55A1FE15}" dt="2026-01-29T14:45:37.980" v="1972" actId="1076"/>
        <pc:sldMkLst>
          <pc:docMk/>
          <pc:sldMk cId="1435837965" sldId="1179"/>
        </pc:sldMkLst>
        <pc:spChg chg="mod">
          <ac:chgData name="Stumphauser Nóra" userId="ec38cc6f-534c-42c2-b38e-4137cef6bfb3" providerId="ADAL" clId="{46BB9510-0177-4460-9C89-EF8E55A1FE15}" dt="2026-01-29T14:45:37.980" v="1972" actId="1076"/>
          <ac:spMkLst>
            <pc:docMk/>
            <pc:sldMk cId="1435837965" sldId="1179"/>
            <ac:spMk id="6" creationId="{A74DF356-720E-1479-B07C-5FAB04D0CD33}"/>
          </ac:spMkLst>
        </pc:spChg>
      </pc:sldChg>
      <pc:sldChg chg="modSp mod">
        <pc:chgData name="Stumphauser Nóra" userId="ec38cc6f-534c-42c2-b38e-4137cef6bfb3" providerId="ADAL" clId="{46BB9510-0177-4460-9C89-EF8E55A1FE15}" dt="2026-01-29T14:47:46.466" v="2045" actId="20577"/>
        <pc:sldMkLst>
          <pc:docMk/>
          <pc:sldMk cId="918135921" sldId="1180"/>
        </pc:sldMkLst>
        <pc:spChg chg="mod">
          <ac:chgData name="Stumphauser Nóra" userId="ec38cc6f-534c-42c2-b38e-4137cef6bfb3" providerId="ADAL" clId="{46BB9510-0177-4460-9C89-EF8E55A1FE15}" dt="2026-01-29T14:46:22.911" v="2004" actId="1076"/>
          <ac:spMkLst>
            <pc:docMk/>
            <pc:sldMk cId="918135921" sldId="1180"/>
            <ac:spMk id="17" creationId="{654DA231-73B9-EF58-915C-101145837044}"/>
          </ac:spMkLst>
        </pc:spChg>
        <pc:spChg chg="mod">
          <ac:chgData name="Stumphauser Nóra" userId="ec38cc6f-534c-42c2-b38e-4137cef6bfb3" providerId="ADAL" clId="{46BB9510-0177-4460-9C89-EF8E55A1FE15}" dt="2026-01-29T14:47:39.259" v="2034" actId="20577"/>
          <ac:spMkLst>
            <pc:docMk/>
            <pc:sldMk cId="918135921" sldId="1180"/>
            <ac:spMk id="25" creationId="{172C6FF2-FA83-E7F6-C180-415836182680}"/>
          </ac:spMkLst>
        </pc:spChg>
        <pc:spChg chg="mod">
          <ac:chgData name="Stumphauser Nóra" userId="ec38cc6f-534c-42c2-b38e-4137cef6bfb3" providerId="ADAL" clId="{46BB9510-0177-4460-9C89-EF8E55A1FE15}" dt="2026-01-29T14:46:26.893" v="2005" actId="14100"/>
          <ac:spMkLst>
            <pc:docMk/>
            <pc:sldMk cId="918135921" sldId="1180"/>
            <ac:spMk id="26" creationId="{412CBAAC-1550-AB9E-6068-9F11CF2F616C}"/>
          </ac:spMkLst>
        </pc:spChg>
        <pc:spChg chg="mod">
          <ac:chgData name="Stumphauser Nóra" userId="ec38cc6f-534c-42c2-b38e-4137cef6bfb3" providerId="ADAL" clId="{46BB9510-0177-4460-9C89-EF8E55A1FE15}" dt="2026-01-29T14:46:36.269" v="2026" actId="1038"/>
          <ac:spMkLst>
            <pc:docMk/>
            <pc:sldMk cId="918135921" sldId="1180"/>
            <ac:spMk id="33" creationId="{78F153B4-9055-1346-E3C0-831ABDA06035}"/>
          </ac:spMkLst>
        </pc:spChg>
        <pc:spChg chg="mod">
          <ac:chgData name="Stumphauser Nóra" userId="ec38cc6f-534c-42c2-b38e-4137cef6bfb3" providerId="ADAL" clId="{46BB9510-0177-4460-9C89-EF8E55A1FE15}" dt="2026-01-29T14:47:34.945" v="2028" actId="20577"/>
          <ac:spMkLst>
            <pc:docMk/>
            <pc:sldMk cId="918135921" sldId="1180"/>
            <ac:spMk id="42" creationId="{660FA60C-6F5D-4A54-F451-A762CB6E3210}"/>
          </ac:spMkLst>
        </pc:spChg>
        <pc:spChg chg="mod">
          <ac:chgData name="Stumphauser Nóra" userId="ec38cc6f-534c-42c2-b38e-4137cef6bfb3" providerId="ADAL" clId="{46BB9510-0177-4460-9C89-EF8E55A1FE15}" dt="2026-01-29T14:47:36.838" v="2031" actId="20577"/>
          <ac:spMkLst>
            <pc:docMk/>
            <pc:sldMk cId="918135921" sldId="1180"/>
            <ac:spMk id="53" creationId="{763B8762-03AF-BFB5-9E35-79651761E692}"/>
          </ac:spMkLst>
        </pc:spChg>
        <pc:spChg chg="mod">
          <ac:chgData name="Stumphauser Nóra" userId="ec38cc6f-534c-42c2-b38e-4137cef6bfb3" providerId="ADAL" clId="{46BB9510-0177-4460-9C89-EF8E55A1FE15}" dt="2026-01-29T14:46:32.412" v="2018" actId="1038"/>
          <ac:spMkLst>
            <pc:docMk/>
            <pc:sldMk cId="918135921" sldId="1180"/>
            <ac:spMk id="54" creationId="{0B573816-8668-CA0E-0BB0-A03FA674C4B6}"/>
          </ac:spMkLst>
        </pc:spChg>
        <pc:spChg chg="mod">
          <ac:chgData name="Stumphauser Nóra" userId="ec38cc6f-534c-42c2-b38e-4137cef6bfb3" providerId="ADAL" clId="{46BB9510-0177-4460-9C89-EF8E55A1FE15}" dt="2026-01-29T14:47:46.466" v="2045" actId="20577"/>
          <ac:spMkLst>
            <pc:docMk/>
            <pc:sldMk cId="918135921" sldId="1180"/>
            <ac:spMk id="58" creationId="{80FD829F-3800-922B-3D10-D2F089A6D702}"/>
          </ac:spMkLst>
        </pc:spChg>
      </pc:sldChg>
      <pc:sldChg chg="new del">
        <pc:chgData name="Stumphauser Nóra" userId="ec38cc6f-534c-42c2-b38e-4137cef6bfb3" providerId="ADAL" clId="{46BB9510-0177-4460-9C89-EF8E55A1FE15}" dt="2026-01-29T14:41:25.024" v="1902" actId="680"/>
        <pc:sldMkLst>
          <pc:docMk/>
          <pc:sldMk cId="2077060717" sldId="1181"/>
        </pc:sldMkLst>
      </pc:sldChg>
      <pc:sldChg chg="modSp add del mod">
        <pc:chgData name="Stumphauser Nóra" userId="ec38cc6f-534c-42c2-b38e-4137cef6bfb3" providerId="ADAL" clId="{46BB9510-0177-4460-9C89-EF8E55A1FE15}" dt="2026-01-29T14:39:09.071" v="1838" actId="47"/>
        <pc:sldMkLst>
          <pc:docMk/>
          <pc:sldMk cId="4062155773" sldId="1181"/>
        </pc:sldMkLst>
        <pc:grpChg chg="mod">
          <ac:chgData name="Stumphauser Nóra" userId="ec38cc6f-534c-42c2-b38e-4137cef6bfb3" providerId="ADAL" clId="{46BB9510-0177-4460-9C89-EF8E55A1FE15}" dt="2026-01-29T14:39:06.449" v="1837" actId="1076"/>
          <ac:grpSpMkLst>
            <pc:docMk/>
            <pc:sldMk cId="4062155773" sldId="1181"/>
            <ac:grpSpMk id="72" creationId="{8AF63635-2066-DFC5-2AAA-FCCD2895865C}"/>
          </ac:grpSpMkLst>
        </pc:grpChg>
      </pc:sldChg>
      <pc:sldMasterChg chg="delSldLayout">
        <pc:chgData name="Stumphauser Nóra" userId="ec38cc6f-534c-42c2-b38e-4137cef6bfb3" providerId="ADAL" clId="{46BB9510-0177-4460-9C89-EF8E55A1FE15}" dt="2026-01-29T14:39:09.071" v="1838" actId="47"/>
        <pc:sldMasterMkLst>
          <pc:docMk/>
          <pc:sldMasterMk cId="3099372998" sldId="2147483648"/>
        </pc:sldMasterMkLst>
        <pc:sldLayoutChg chg="del">
          <pc:chgData name="Stumphauser Nóra" userId="ec38cc6f-534c-42c2-b38e-4137cef6bfb3" providerId="ADAL" clId="{46BB9510-0177-4460-9C89-EF8E55A1FE15}" dt="2026-01-29T14:39:09.071" v="1838" actId="47"/>
          <pc:sldLayoutMkLst>
            <pc:docMk/>
            <pc:sldMasterMk cId="3099372998" sldId="2147483648"/>
            <pc:sldLayoutMk cId="4221032794" sldId="2147483689"/>
          </pc:sldLayoutMkLst>
        </pc:sldLayoutChg>
      </pc:sldMasterChg>
    </pc:docChg>
  </pc:docChgLst>
  <pc:docChgLst>
    <pc:chgData name="Stumphauser Nóra" userId="S::stumphauser.nora@logiscool.com::ec38cc6f-534c-42c2-b38e-4137cef6bfb3" providerId="AD" clId="Web-{27AD48A2-5469-7E40-6B78-9B9D941F3CBB}"/>
    <pc:docChg chg="modSld">
      <pc:chgData name="Stumphauser Nóra" userId="S::stumphauser.nora@logiscool.com::ec38cc6f-534c-42c2-b38e-4137cef6bfb3" providerId="AD" clId="Web-{27AD48A2-5469-7E40-6B78-9B9D941F3CBB}" dt="2025-10-30T13:25:56.036" v="6" actId="20577"/>
      <pc:docMkLst>
        <pc:docMk/>
      </pc:docMkLst>
      <pc:sldChg chg="addSp delSp modSp">
        <pc:chgData name="Stumphauser Nóra" userId="S::stumphauser.nora@logiscool.com::ec38cc6f-534c-42c2-b38e-4137cef6bfb3" providerId="AD" clId="Web-{27AD48A2-5469-7E40-6B78-9B9D941F3CBB}" dt="2025-10-30T13:25:23.955" v="4" actId="1076"/>
        <pc:sldMkLst>
          <pc:docMk/>
          <pc:sldMk cId="902065001" sldId="276"/>
        </pc:sldMkLst>
        <pc:spChg chg="del mod">
          <ac:chgData name="Stumphauser Nóra" userId="S::stumphauser.nora@logiscool.com::ec38cc6f-534c-42c2-b38e-4137cef6bfb3" providerId="AD" clId="Web-{27AD48A2-5469-7E40-6B78-9B9D941F3CBB}" dt="2025-10-30T13:25:20.611" v="2"/>
          <ac:spMkLst>
            <pc:docMk/>
            <pc:sldMk cId="902065001" sldId="276"/>
            <ac:spMk id="4" creationId="{D26D472C-AC38-5954-1DB2-11EB75A3E644}"/>
          </ac:spMkLst>
        </pc:spChg>
        <pc:spChg chg="add mod">
          <ac:chgData name="Stumphauser Nóra" userId="S::stumphauser.nora@logiscool.com::ec38cc6f-534c-42c2-b38e-4137cef6bfb3" providerId="AD" clId="Web-{27AD48A2-5469-7E40-6B78-9B9D941F3CBB}" dt="2025-10-30T13:25:23.955" v="4" actId="1076"/>
          <ac:spMkLst>
            <pc:docMk/>
            <pc:sldMk cId="902065001" sldId="276"/>
            <ac:spMk id="5" creationId="{D26D472C-AC38-5954-1DB2-11EB75A3E644}"/>
          </ac:spMkLst>
        </pc:spChg>
      </pc:sldChg>
      <pc:sldChg chg="modSp">
        <pc:chgData name="Stumphauser Nóra" userId="S::stumphauser.nora@logiscool.com::ec38cc6f-534c-42c2-b38e-4137cef6bfb3" providerId="AD" clId="Web-{27AD48A2-5469-7E40-6B78-9B9D941F3CBB}" dt="2025-10-30T13:25:56.036" v="6" actId="20577"/>
        <pc:sldMkLst>
          <pc:docMk/>
          <pc:sldMk cId="1325992935" sldId="1170"/>
        </pc:sldMkLst>
        <pc:spChg chg="mod">
          <ac:chgData name="Stumphauser Nóra" userId="S::stumphauser.nora@logiscool.com::ec38cc6f-534c-42c2-b38e-4137cef6bfb3" providerId="AD" clId="Web-{27AD48A2-5469-7E40-6B78-9B9D941F3CBB}" dt="2025-10-30T13:25:56.036" v="6" actId="20577"/>
          <ac:spMkLst>
            <pc:docMk/>
            <pc:sldMk cId="1325992935" sldId="1170"/>
            <ac:spMk id="4" creationId="{95D08FBE-73B6-6607-0C0F-FB2B9478C361}"/>
          </ac:spMkLst>
        </pc:spChg>
      </pc:sldChg>
      <pc:sldChg chg="modSp">
        <pc:chgData name="Stumphauser Nóra" userId="S::stumphauser.nora@logiscool.com::ec38cc6f-534c-42c2-b38e-4137cef6bfb3" providerId="AD" clId="Web-{27AD48A2-5469-7E40-6B78-9B9D941F3CBB}" dt="2025-10-30T13:25:46.503" v="5" actId="1076"/>
        <pc:sldMkLst>
          <pc:docMk/>
          <pc:sldMk cId="918135921" sldId="1180"/>
        </pc:sldMkLst>
        <pc:spChg chg="mod">
          <ac:chgData name="Stumphauser Nóra" userId="S::stumphauser.nora@logiscool.com::ec38cc6f-534c-42c2-b38e-4137cef6bfb3" providerId="AD" clId="Web-{27AD48A2-5469-7E40-6B78-9B9D941F3CBB}" dt="2025-10-30T13:25:46.503" v="5" actId="1076"/>
          <ac:spMkLst>
            <pc:docMk/>
            <pc:sldMk cId="918135921" sldId="1180"/>
            <ac:spMk id="56" creationId="{3CBB2A7F-9C30-EFBD-7176-AE9C157414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3A95FB-0E7F-4639-9D86-AB87F581AE6F}" type="datetimeFigureOut">
              <a:rPr lang="en-GB" smtClean="0"/>
              <a:t>29/01/2026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B1DAE1-856A-4075-989B-2C988F895DE3}" type="slidenum">
              <a:rPr lang="en-GB" smtClean="0"/>
              <a:t>‹#›</a:t>
            </a:fld>
            <a:endParaRPr lang="en-GB"/>
          </a:p>
        </p:txBody>
      </p:sp>
    </p:spTree>
    <p:extLst>
      <p:ext uri="{BB962C8B-B14F-4D97-AF65-F5344CB8AC3E}">
        <p14:creationId xmlns:p14="http://schemas.microsoft.com/office/powerpoint/2010/main" val="1056283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360F6-88F5-CE44-9CE0-0ED766F2D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F000E-4B33-F050-4846-3C7442DB8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465D4-714D-1B97-02E4-B3473BD349B5}"/>
              </a:ext>
            </a:extLst>
          </p:cNvPr>
          <p:cNvSpPr>
            <a:spLocks noGrp="1"/>
          </p:cNvSpPr>
          <p:nvPr>
            <p:ph type="body" idx="1"/>
          </p:nvPr>
        </p:nvSpPr>
        <p:spPr/>
        <p:txBody>
          <a:bodyPr/>
          <a:lstStyle/>
          <a:p>
            <a:endParaRPr lang="hu-HU" dirty="0">
              <a:ea typeface="+mn-ea"/>
              <a:cs typeface="+mn-cs"/>
            </a:endParaRPr>
          </a:p>
        </p:txBody>
      </p:sp>
      <p:sp>
        <p:nvSpPr>
          <p:cNvPr id="4" name="Slide Number Placeholder 3">
            <a:extLst>
              <a:ext uri="{FF2B5EF4-FFF2-40B4-BE49-F238E27FC236}">
                <a16:creationId xmlns:a16="http://schemas.microsoft.com/office/drawing/2014/main" id="{0D33186A-3376-2114-EED3-C24901A30C30}"/>
              </a:ext>
            </a:extLst>
          </p:cNvPr>
          <p:cNvSpPr>
            <a:spLocks noGrp="1"/>
          </p:cNvSpPr>
          <p:nvPr>
            <p:ph type="sldNum" sz="quarter" idx="5"/>
          </p:nvPr>
        </p:nvSpPr>
        <p:spPr/>
        <p:txBody>
          <a:bodyPr/>
          <a:lstStyle/>
          <a:p>
            <a:fld id="{D1B1DAE1-856A-4075-989B-2C988F895DE3}" type="slidenum">
              <a:rPr lang="en-GB" smtClean="0"/>
              <a:t>1</a:t>
            </a:fld>
            <a:endParaRPr lang="en-GB"/>
          </a:p>
        </p:txBody>
      </p:sp>
    </p:spTree>
    <p:extLst>
      <p:ext uri="{BB962C8B-B14F-4D97-AF65-F5344CB8AC3E}">
        <p14:creationId xmlns:p14="http://schemas.microsoft.com/office/powerpoint/2010/main" val="1303954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9D2EA-E021-EBFD-C4AC-0EF0FA473D7C}"/>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DAEF5B6F-6659-B8DB-BE0F-221ADD7D071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E487C440-07A0-E634-A704-254EF99B6A1A}"/>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F920C4FA-53F9-8CF0-7445-5806952114F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5302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D285-8E62-6CC4-E379-C9CE16838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BFD57-0BBC-FEF6-6977-C5570C9BD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CB75A-9E69-6EEE-571E-F1C3F2317A30}"/>
              </a:ext>
            </a:extLst>
          </p:cNvPr>
          <p:cNvSpPr>
            <a:spLocks noGrp="1"/>
          </p:cNvSpPr>
          <p:nvPr>
            <p:ph type="body" idx="1"/>
          </p:nvPr>
        </p:nvSpPr>
        <p:spPr/>
        <p:txBody>
          <a:bodyPr/>
          <a:lstStyle/>
          <a:p>
            <a:r>
              <a:rPr lang="hu-HU" dirty="0"/>
              <a:t>Alan Turing, a 20. század egyik legkiemelkedőbb matematikusa és gondolkodója tette fel a kérdést:</a:t>
            </a:r>
          </a:p>
          <a:p>
            <a:pPr>
              <a:buFont typeface="Arial" panose="020B0604020202020204" pitchFamily="34" charset="0"/>
              <a:buChar char="•"/>
            </a:pPr>
            <a:r>
              <a:rPr lang="hu-HU" i="1" dirty="0"/>
              <a:t>„Képes lesz-e valaha egy gép úgy gondolkodni, mint az ember?”</a:t>
            </a:r>
            <a:endParaRPr lang="hu-HU" dirty="0"/>
          </a:p>
          <a:p>
            <a:r>
              <a:rPr lang="hu-HU" dirty="0"/>
              <a:t>Ennek vizsgálatára dolgozta ki a híres Turing-tesztet, amely szerint ha egy beszélgetés során nem tudjuk egyértelműen megkülönböztetni, hogy az üzenetet ember vagy gép írta, akkor a gép már elég okosnak tekinthető. Turing korában a számítógépek még egész szobákat töltöttek meg, így sokan kinevették az ötletét. Mégis ez a gondolatkísérlet indította el a mesterséges intelligencia történetének első nagy fejezetét.</a:t>
            </a:r>
          </a:p>
        </p:txBody>
      </p:sp>
      <p:sp>
        <p:nvSpPr>
          <p:cNvPr id="4" name="Slide Number Placeholder 3">
            <a:extLst>
              <a:ext uri="{FF2B5EF4-FFF2-40B4-BE49-F238E27FC236}">
                <a16:creationId xmlns:a16="http://schemas.microsoft.com/office/drawing/2014/main" id="{27830743-9E5B-19B2-B31F-722A0C81118C}"/>
              </a:ext>
            </a:extLst>
          </p:cNvPr>
          <p:cNvSpPr>
            <a:spLocks noGrp="1"/>
          </p:cNvSpPr>
          <p:nvPr>
            <p:ph type="sldNum" sz="quarter" idx="5"/>
          </p:nvPr>
        </p:nvSpPr>
        <p:spPr/>
        <p:txBody>
          <a:bodyPr/>
          <a:lstStyle/>
          <a:p>
            <a:fld id="{D1B1DAE1-856A-4075-989B-2C988F895DE3}" type="slidenum">
              <a:rPr lang="en-GB" smtClean="0"/>
              <a:t>3</a:t>
            </a:fld>
            <a:endParaRPr lang="en-GB"/>
          </a:p>
        </p:txBody>
      </p:sp>
    </p:spTree>
    <p:extLst>
      <p:ext uri="{BB962C8B-B14F-4D97-AF65-F5344CB8AC3E}">
        <p14:creationId xmlns:p14="http://schemas.microsoft.com/office/powerpoint/2010/main" val="1996985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F7B72-C897-6DB5-EA09-1F4BDA60A13C}"/>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A5AA496C-BF29-751A-0544-A8DDCA25CBA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6550EBC8-A8C8-253C-55BB-B084D4FA640E}"/>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6C58A62F-968A-6524-4BE2-F2DCE782740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1377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FF71-9059-543F-4A83-2B19D29BB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265EA-CD9F-71B2-2E4A-E964C02E3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2E098-86AC-079C-07D1-FF99A9459F46}"/>
              </a:ext>
            </a:extLst>
          </p:cNvPr>
          <p:cNvSpPr>
            <a:spLocks noGrp="1"/>
          </p:cNvSpPr>
          <p:nvPr>
            <p:ph type="body" idx="1"/>
          </p:nvPr>
        </p:nvSpPr>
        <p:spPr/>
        <p:txBody>
          <a:bodyPr/>
          <a:lstStyle/>
          <a:p>
            <a:r>
              <a:rPr lang="hu-HU" b="1" dirty="0"/>
              <a:t>1956 – </a:t>
            </a:r>
            <a:r>
              <a:rPr lang="hu-HU" b="1" dirty="0" err="1"/>
              <a:t>Dartmouth</a:t>
            </a:r>
            <a:r>
              <a:rPr lang="hu-HU" b="1" dirty="0"/>
              <a:t>-konferencia (az MI születése)</a:t>
            </a:r>
            <a:endParaRPr lang="hu-HU" dirty="0"/>
          </a:p>
          <a:p>
            <a:r>
              <a:rPr lang="hu-HU" dirty="0"/>
              <a:t>1956-ban egy kis csoport kutató gyűlt össze az Egyesült Államokban, a </a:t>
            </a:r>
            <a:r>
              <a:rPr lang="hu-HU" dirty="0" err="1"/>
              <a:t>Dartmouth</a:t>
            </a:r>
            <a:r>
              <a:rPr lang="hu-HU" dirty="0"/>
              <a:t>-konferencián. Ezen a találkozón használták először a „mesterséges intelligencia” kifejezést, amely később egy egész tudományterület nevét adta. A résztvevők akkoriban úgy gondolták, hogy néhány éven belül a gépek képesek lesznek emberi szinten gondolkodni. Utólag tudjuk, hogy ez túlzottan optimista elképzelés volt, de mégis itt született meg az a tudományág, amely máig meghatározza a technológiai fejlődést.</a:t>
            </a:r>
          </a:p>
        </p:txBody>
      </p:sp>
      <p:sp>
        <p:nvSpPr>
          <p:cNvPr id="4" name="Slide Number Placeholder 3">
            <a:extLst>
              <a:ext uri="{FF2B5EF4-FFF2-40B4-BE49-F238E27FC236}">
                <a16:creationId xmlns:a16="http://schemas.microsoft.com/office/drawing/2014/main" id="{0A2A5BC0-5FA3-6BC9-6455-AADDD73D42E3}"/>
              </a:ext>
            </a:extLst>
          </p:cNvPr>
          <p:cNvSpPr>
            <a:spLocks noGrp="1"/>
          </p:cNvSpPr>
          <p:nvPr>
            <p:ph type="sldNum" sz="quarter" idx="5"/>
          </p:nvPr>
        </p:nvSpPr>
        <p:spPr/>
        <p:txBody>
          <a:bodyPr/>
          <a:lstStyle/>
          <a:p>
            <a:fld id="{D1B1DAE1-856A-4075-989B-2C988F895DE3}" type="slidenum">
              <a:rPr lang="en-GB" smtClean="0"/>
              <a:t>5</a:t>
            </a:fld>
            <a:endParaRPr lang="en-GB"/>
          </a:p>
        </p:txBody>
      </p:sp>
    </p:spTree>
    <p:extLst>
      <p:ext uri="{BB962C8B-B14F-4D97-AF65-F5344CB8AC3E}">
        <p14:creationId xmlns:p14="http://schemas.microsoft.com/office/powerpoint/2010/main" val="3130154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0A207-4158-4553-52F1-B347A9D3EB3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D44F991-010F-53E7-8D49-F305AA1DF90B}"/>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76E79E30-E1EE-7659-583C-CA27434130C4}"/>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03F30FA5-9B96-71F2-9D5C-EEFE86E6997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6643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5DB0-21BD-7D11-C1B0-D193531CD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A621E-CB10-1DF8-6196-251030919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87FEE-5114-6E97-1DDE-23AEF21720BD}"/>
              </a:ext>
            </a:extLst>
          </p:cNvPr>
          <p:cNvSpPr>
            <a:spLocks noGrp="1"/>
          </p:cNvSpPr>
          <p:nvPr>
            <p:ph type="body" idx="1"/>
          </p:nvPr>
        </p:nvSpPr>
        <p:spPr/>
        <p:txBody>
          <a:bodyPr/>
          <a:lstStyle/>
          <a:p>
            <a:r>
              <a:rPr lang="hu-HU" b="1" dirty="0"/>
              <a:t>1960-as évek – Első robotok és nyelvi programok</a:t>
            </a:r>
            <a:endParaRPr lang="hu-HU" dirty="0"/>
          </a:p>
          <a:p>
            <a:r>
              <a:rPr lang="hu-HU" dirty="0"/>
              <a:t>Az 1960-as években született meg az első chatbot (beszélgető robot), az </a:t>
            </a:r>
            <a:r>
              <a:rPr lang="hu-HU" b="1" dirty="0"/>
              <a:t>ELIZA</a:t>
            </a:r>
            <a:r>
              <a:rPr lang="hu-HU" dirty="0"/>
              <a:t>, amely egy pszichológus szerepét utánozta. A program valójában csak visszakérdezett és ismételte a felhasználó mondatait, mégis sokan azt hitték, hogy valóban érti, amit mondanak neki. Ugyanebben az időszakban jelentek meg az első ipari robotkarok is a gyárakban, amelyek egyszerű, ismétlődő feladatokat végeztek, és ezzel forradalmasították a termelést:</a:t>
            </a:r>
          </a:p>
          <a:p>
            <a:pPr>
              <a:buFont typeface="Arial" panose="020B0604020202020204" pitchFamily="34" charset="0"/>
              <a:buChar char="•"/>
            </a:pPr>
            <a:r>
              <a:rPr lang="hu-HU" dirty="0"/>
              <a:t>autóalkatrészek felemelése, gépsorra helyezése - </a:t>
            </a:r>
            <a:r>
              <a:rPr lang="hu-HU" dirty="0" err="1"/>
              <a:t>Unimate</a:t>
            </a:r>
            <a:r>
              <a:rPr lang="hu-HU" dirty="0"/>
              <a:t> (1961)</a:t>
            </a:r>
          </a:p>
          <a:p>
            <a:pPr>
              <a:buFont typeface="Arial" panose="020B0604020202020204" pitchFamily="34" charset="0"/>
              <a:buChar char="•"/>
            </a:pPr>
            <a:r>
              <a:rPr lang="hu-HU" dirty="0"/>
              <a:t>hegesztés, festés</a:t>
            </a:r>
          </a:p>
          <a:p>
            <a:pPr>
              <a:buFont typeface="Arial" panose="020B0604020202020204" pitchFamily="34" charset="0"/>
              <a:buChar char="•"/>
            </a:pPr>
            <a:r>
              <a:rPr lang="hu-HU" dirty="0"/>
              <a:t>gépek összeszerelése</a:t>
            </a:r>
          </a:p>
        </p:txBody>
      </p:sp>
      <p:sp>
        <p:nvSpPr>
          <p:cNvPr id="4" name="Slide Number Placeholder 3">
            <a:extLst>
              <a:ext uri="{FF2B5EF4-FFF2-40B4-BE49-F238E27FC236}">
                <a16:creationId xmlns:a16="http://schemas.microsoft.com/office/drawing/2014/main" id="{75FA47D5-FD9A-FB76-8492-F969E2D8A9C2}"/>
              </a:ext>
            </a:extLst>
          </p:cNvPr>
          <p:cNvSpPr>
            <a:spLocks noGrp="1"/>
          </p:cNvSpPr>
          <p:nvPr>
            <p:ph type="sldNum" sz="quarter" idx="5"/>
          </p:nvPr>
        </p:nvSpPr>
        <p:spPr/>
        <p:txBody>
          <a:bodyPr/>
          <a:lstStyle/>
          <a:p>
            <a:fld id="{D1B1DAE1-856A-4075-989B-2C988F895DE3}" type="slidenum">
              <a:rPr lang="en-GB" smtClean="0"/>
              <a:t>7</a:t>
            </a:fld>
            <a:endParaRPr lang="en-GB"/>
          </a:p>
        </p:txBody>
      </p:sp>
    </p:spTree>
    <p:extLst>
      <p:ext uri="{BB962C8B-B14F-4D97-AF65-F5344CB8AC3E}">
        <p14:creationId xmlns:p14="http://schemas.microsoft.com/office/powerpoint/2010/main" val="331079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D6E4C-2EE4-A542-7A7E-03DDA94B4D5A}"/>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EFD57E03-ECE6-156D-2EC2-2A79AE048FC6}"/>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B11A352C-0590-466C-16EB-554E58791B2E}"/>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4C5888F0-6CE7-1C04-AF83-EA9FEFB7E8C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9283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b="1" dirty="0"/>
              <a:t>1980-as évek – Szakértői rendszerek</a:t>
            </a:r>
            <a:endParaRPr lang="hu-HU" dirty="0"/>
          </a:p>
          <a:p>
            <a:r>
              <a:rPr lang="hu-HU" dirty="0"/>
              <a:t>Az 1980-as években megszülettek az úgynevezett szakértői rendszerek. Ezek olyan programok voltak, amelyek egy-egy szűk területen pontosan tudtak működni. Például voltak orvosi diagnosztikai rendszerek, amelyek egy adott tünetlistából gyorsan felismerték, hogy milyen betegségről lehet szó, és sokszor még az orvosoknál is pontosabban találták el.</a:t>
            </a:r>
          </a:p>
          <a:p>
            <a:r>
              <a:rPr lang="hu-HU" dirty="0"/>
              <a:t>Csakhogy, volt egy nagy bökkenő: ezek a rendszerek kizárólag az előre betáplált szabályok alapján működtek. Ha valaki olyasmit kérdezett tőlük, ami nem szerepelt a szabálykönyvben, akkor teljesen használhatatlanná váltak. Ez vezetett ahhoz a felismeréshez, hogy az igazi intelligencia nem pusztán szabályok összessége. Az emberi gondolkodás sokkal rugalmasabb, képes új helyzetekhez alkalmazkodni – ezt pedig a gépek még jó ideig nem tudták utánozni.</a:t>
            </a:r>
          </a:p>
          <a:p>
            <a:r>
              <a:rPr lang="hu-HU" dirty="0"/>
              <a:t>Ez az időszak rámutatott, hogy a mesterséges intelligencia útja hosszabb és bonyolultabb lesz, mint ahogy azt a kutatók az elején remélték.</a:t>
            </a:r>
          </a:p>
        </p:txBody>
      </p:sp>
      <p:sp>
        <p:nvSpPr>
          <p:cNvPr id="4" name="Slide Number Placeholder 3"/>
          <p:cNvSpPr>
            <a:spLocks noGrp="1"/>
          </p:cNvSpPr>
          <p:nvPr>
            <p:ph type="sldNum" sz="quarter" idx="5"/>
          </p:nvPr>
        </p:nvSpPr>
        <p:spPr/>
        <p:txBody>
          <a:bodyPr/>
          <a:lstStyle/>
          <a:p>
            <a:fld id="{D1B1DAE1-856A-4075-989B-2C988F895DE3}" type="slidenum">
              <a:rPr lang="en-GB" smtClean="0"/>
              <a:t>9</a:t>
            </a:fld>
            <a:endParaRPr lang="en-GB"/>
          </a:p>
        </p:txBody>
      </p:sp>
    </p:spTree>
    <p:extLst>
      <p:ext uri="{BB962C8B-B14F-4D97-AF65-F5344CB8AC3E}">
        <p14:creationId xmlns:p14="http://schemas.microsoft.com/office/powerpoint/2010/main" val="1139366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B57EC-6A84-D294-7373-5805E7F799F5}"/>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BCA1BFF-E375-9802-8BB6-A9BDEDEC630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0AEC40B-E311-35D8-A95A-BB649715E16A}"/>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8C9215EA-289F-3301-7B71-A2AC1A99FC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323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AB82-845D-0ABD-74C3-36E87C099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22F8A-EF49-F6CB-3BF4-4FD16711A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3136C-1232-C42F-C46F-899CEF1CAFA9}"/>
              </a:ext>
            </a:extLst>
          </p:cNvPr>
          <p:cNvSpPr>
            <a:spLocks noGrp="1"/>
          </p:cNvSpPr>
          <p:nvPr>
            <p:ph type="body" idx="1"/>
          </p:nvPr>
        </p:nvSpPr>
        <p:spPr/>
        <p:txBody>
          <a:bodyPr/>
          <a:lstStyle/>
          <a:p>
            <a:r>
              <a:rPr lang="hu-HU" b="1" dirty="0"/>
              <a:t>1997 – Deep </a:t>
            </a:r>
            <a:r>
              <a:rPr lang="hu-HU" b="1" dirty="0" err="1"/>
              <a:t>Blue</a:t>
            </a:r>
            <a:r>
              <a:rPr lang="hu-HU" b="1" dirty="0"/>
              <a:t> legyőzi </a:t>
            </a:r>
            <a:r>
              <a:rPr lang="hu-HU" b="1" dirty="0" err="1"/>
              <a:t>Kaszparovot</a:t>
            </a:r>
            <a:r>
              <a:rPr lang="hu-HU" b="1" dirty="0"/>
              <a:t> sakkban</a:t>
            </a:r>
            <a:endParaRPr lang="hu-HU" dirty="0"/>
          </a:p>
          <a:p>
            <a:r>
              <a:rPr lang="hu-HU" dirty="0" err="1"/>
              <a:t>Garri</a:t>
            </a:r>
            <a:r>
              <a:rPr lang="hu-HU" dirty="0"/>
              <a:t> </a:t>
            </a:r>
            <a:r>
              <a:rPr lang="hu-HU" dirty="0" err="1"/>
              <a:t>Kaszparov</a:t>
            </a:r>
            <a:r>
              <a:rPr lang="hu-HU" dirty="0"/>
              <a:t>, a sakk világbajnoka hosszú időn át a világ legjobbja volt, és magabiztosan kijelentette:</a:t>
            </a:r>
          </a:p>
          <a:p>
            <a:pPr>
              <a:buFont typeface="Arial" panose="020B0604020202020204" pitchFamily="34" charset="0"/>
              <a:buChar char="•"/>
            </a:pPr>
            <a:r>
              <a:rPr lang="hu-HU" i="1" dirty="0"/>
              <a:t>„A gépek soha nem fognak legyőzni engem.”</a:t>
            </a:r>
            <a:endParaRPr lang="hu-HU" dirty="0"/>
          </a:p>
          <a:p>
            <a:r>
              <a:rPr lang="hu-HU" dirty="0"/>
              <a:t>Addig valóban mindig sikerült a számítógépek fölé kerekednie, mert hiába számoltak gyorsan, nem tudtak igazán stratégiában gondolkodni.</a:t>
            </a:r>
          </a:p>
          <a:p>
            <a:r>
              <a:rPr lang="hu-HU" dirty="0"/>
              <a:t>1997-ben azonban fordult a kocka. Az IBM által fejlesztett </a:t>
            </a:r>
            <a:r>
              <a:rPr lang="hu-HU" b="1" dirty="0"/>
              <a:t>Deep </a:t>
            </a:r>
            <a:r>
              <a:rPr lang="hu-HU" b="1" dirty="0" err="1"/>
              <a:t>Blue</a:t>
            </a:r>
            <a:r>
              <a:rPr lang="hu-HU" dirty="0"/>
              <a:t> nevű számítógép óriási szenzációt keltve győzedelmeskedett. Ez volt az első alkalom, hogy egy gép a saját játékában legyőzte a világ legjobb emberi játékosát. Az esemény bejárta a világsajtót, és sokakban félelmet keltett, hogy talán a gépek előbb-utóbb mindenben túlszárnyalják az embert.</a:t>
            </a:r>
          </a:p>
          <a:p>
            <a:r>
              <a:rPr lang="hu-HU" dirty="0" err="1"/>
              <a:t>Kaszparov</a:t>
            </a:r>
            <a:r>
              <a:rPr lang="hu-HU" dirty="0"/>
              <a:t> annyira megdöbbent a vereség után, hogy egy ideig azt hitte, az IBM csal, és emberek segítik a gépet a háttérből. Ez is mutatja, milyen hihetetlenül váratlannak tűnt akkoriban, hogy egy mesterséges intelligencia képes legyőzni a legnagyobb emberi zsenit egy olyan összetett játékban, mint a sakk.</a:t>
            </a:r>
          </a:p>
        </p:txBody>
      </p:sp>
      <p:sp>
        <p:nvSpPr>
          <p:cNvPr id="4" name="Slide Number Placeholder 3">
            <a:extLst>
              <a:ext uri="{FF2B5EF4-FFF2-40B4-BE49-F238E27FC236}">
                <a16:creationId xmlns:a16="http://schemas.microsoft.com/office/drawing/2014/main" id="{8F2709FB-4783-72C9-B5D9-ABBB0B25AAB4}"/>
              </a:ext>
            </a:extLst>
          </p:cNvPr>
          <p:cNvSpPr>
            <a:spLocks noGrp="1"/>
          </p:cNvSpPr>
          <p:nvPr>
            <p:ph type="sldNum" sz="quarter" idx="5"/>
          </p:nvPr>
        </p:nvSpPr>
        <p:spPr/>
        <p:txBody>
          <a:bodyPr/>
          <a:lstStyle/>
          <a:p>
            <a:fld id="{D1B1DAE1-856A-4075-989B-2C988F895DE3}" type="slidenum">
              <a:rPr lang="en-GB" smtClean="0"/>
              <a:t>11</a:t>
            </a:fld>
            <a:endParaRPr lang="en-GB"/>
          </a:p>
        </p:txBody>
      </p:sp>
    </p:spTree>
    <p:extLst>
      <p:ext uri="{BB962C8B-B14F-4D97-AF65-F5344CB8AC3E}">
        <p14:creationId xmlns:p14="http://schemas.microsoft.com/office/powerpoint/2010/main" val="43507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846AC-9131-9681-9D5B-59EB089192B0}"/>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7152376-80F1-646E-0BAB-A04FFF6F6F05}"/>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6DC9A8F5-9DD7-3512-F18F-683B6A9A48A5}"/>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94CABD8E-92F4-AF88-0DA5-176B2543124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4203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1C6DE-6D8F-E85F-DE48-0282D2D8D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02DF9-92A9-5ABA-2968-EECC446F6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8C690-C1EA-1095-68B6-40ABDBF58ABB}"/>
              </a:ext>
            </a:extLst>
          </p:cNvPr>
          <p:cNvSpPr>
            <a:spLocks noGrp="1"/>
          </p:cNvSpPr>
          <p:nvPr>
            <p:ph type="body" idx="1"/>
          </p:nvPr>
        </p:nvSpPr>
        <p:spPr/>
        <p:txBody>
          <a:bodyPr/>
          <a:lstStyle/>
          <a:p>
            <a:r>
              <a:rPr lang="hu-HU" b="1" dirty="0"/>
              <a:t>2011 – IBM Watson nyeri a </a:t>
            </a:r>
            <a:r>
              <a:rPr lang="hu-HU" b="1" dirty="0" err="1"/>
              <a:t>Jeopardy</a:t>
            </a:r>
            <a:r>
              <a:rPr lang="hu-HU" b="1" dirty="0"/>
              <a:t>! vetélkedőt</a:t>
            </a:r>
            <a:endParaRPr lang="hu-HU" dirty="0"/>
          </a:p>
          <a:p>
            <a:r>
              <a:rPr lang="hu-HU" dirty="0"/>
              <a:t>A </a:t>
            </a:r>
            <a:r>
              <a:rPr lang="hu-HU" dirty="0" err="1"/>
              <a:t>Jeopardy</a:t>
            </a:r>
            <a:r>
              <a:rPr lang="hu-HU" dirty="0"/>
              <a:t>! egy amerikai tévés vetélkedő. Különlegessége, hogy nem egyszerű ténykérdésekre kell válaszolni, hanem szójátékokat, rejtett jelentéseket és bonyolult utalásokat kell nagyon gyorsan megfejteni. Sokszor még az anyanyelvi játékosoknak is kihívás.</a:t>
            </a:r>
          </a:p>
          <a:p>
            <a:r>
              <a:rPr lang="hu-HU" dirty="0"/>
              <a:t>2011-ben az </a:t>
            </a:r>
            <a:r>
              <a:rPr lang="hu-HU" b="1" dirty="0"/>
              <a:t>IBM Watson</a:t>
            </a:r>
            <a:r>
              <a:rPr lang="hu-HU" dirty="0"/>
              <a:t> nevű szuperszámítógép állt ki a műsor két bajnoka ellen. A legtöbben úgy gondolták, esélye sincs, hiszen itt nemcsak számolásról van szó, hanem a nyelv, a humor és a kulturális utalások megértéséről.</a:t>
            </a:r>
          </a:p>
          <a:p>
            <a:r>
              <a:rPr lang="hu-HU" dirty="0"/>
              <a:t>Mindenkit meglepett, amikor Watson legyőzte a két emberi bajnokot. Ez óriási mérföldkő volt, mert bizonyította, hogy egy gép képes nemcsak a szabályok alapján működni, hanem értelmezni a nyelv bonyolultságát is – ráadásul gyorsabban és pontosabban, mint az emberek.</a:t>
            </a:r>
          </a:p>
        </p:txBody>
      </p:sp>
      <p:sp>
        <p:nvSpPr>
          <p:cNvPr id="4" name="Slide Number Placeholder 3">
            <a:extLst>
              <a:ext uri="{FF2B5EF4-FFF2-40B4-BE49-F238E27FC236}">
                <a16:creationId xmlns:a16="http://schemas.microsoft.com/office/drawing/2014/main" id="{90209FE4-D9A5-5399-CB53-A104C499ED55}"/>
              </a:ext>
            </a:extLst>
          </p:cNvPr>
          <p:cNvSpPr>
            <a:spLocks noGrp="1"/>
          </p:cNvSpPr>
          <p:nvPr>
            <p:ph type="sldNum" sz="quarter" idx="5"/>
          </p:nvPr>
        </p:nvSpPr>
        <p:spPr/>
        <p:txBody>
          <a:bodyPr/>
          <a:lstStyle/>
          <a:p>
            <a:fld id="{D1B1DAE1-856A-4075-989B-2C988F895DE3}" type="slidenum">
              <a:rPr lang="en-GB" smtClean="0"/>
              <a:t>13</a:t>
            </a:fld>
            <a:endParaRPr lang="en-GB"/>
          </a:p>
        </p:txBody>
      </p:sp>
    </p:spTree>
    <p:extLst>
      <p:ext uri="{BB962C8B-B14F-4D97-AF65-F5344CB8AC3E}">
        <p14:creationId xmlns:p14="http://schemas.microsoft.com/office/powerpoint/2010/main" val="4274339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AC6A-DA0D-862D-F7DF-B50DE608F33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0D339A77-643D-2187-BAB1-28502F1F8D38}"/>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81B4C1BE-16F6-3E61-9BBA-968949FCA7B3}"/>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ECA3C8AE-397D-91BF-6A39-B8232D5B36F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994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937CD-9CE1-7986-486C-BA9F57474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08DDA-9C10-9B3B-20DD-3DC00A1E5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FCEDF-26A0-EE32-F37F-28C93F702804}"/>
              </a:ext>
            </a:extLst>
          </p:cNvPr>
          <p:cNvSpPr>
            <a:spLocks noGrp="1"/>
          </p:cNvSpPr>
          <p:nvPr>
            <p:ph type="body" idx="1"/>
          </p:nvPr>
        </p:nvSpPr>
        <p:spPr/>
        <p:txBody>
          <a:bodyPr/>
          <a:lstStyle/>
          <a:p>
            <a:r>
              <a:rPr lang="hu-HU" b="1" dirty="0"/>
              <a:t>2016 – </a:t>
            </a:r>
            <a:r>
              <a:rPr lang="hu-HU" b="1" dirty="0" err="1"/>
              <a:t>AlphaGo</a:t>
            </a:r>
            <a:r>
              <a:rPr lang="hu-HU" b="1" dirty="0"/>
              <a:t> legyőzi a govilágbajnokot</a:t>
            </a:r>
            <a:endParaRPr lang="hu-HU" dirty="0"/>
          </a:p>
          <a:p>
            <a:r>
              <a:rPr lang="hu-HU" dirty="0"/>
              <a:t>A </a:t>
            </a:r>
            <a:r>
              <a:rPr lang="hu-HU" b="1" dirty="0"/>
              <a:t>go</a:t>
            </a:r>
            <a:r>
              <a:rPr lang="hu-HU" dirty="0"/>
              <a:t> egy több ezer éves kínai táblajáték, amelyet sokan a világ egyik legnehezebb stratégiai játékának tartanak. Már a sakkban is több millió lehetséges lépés van, a goban viszont szinte végtelen számú kombináció létezik. Emiatt a szakértők azt gondolták, hogy egy gépnek még legalább 20–30 évre lesz szüksége, mire képes lesz legyőzni a legjobb emberi játékosokat.</a:t>
            </a:r>
          </a:p>
          <a:p>
            <a:r>
              <a:rPr lang="hu-HU" dirty="0"/>
              <a:t>2016-ban azonban az </a:t>
            </a:r>
            <a:r>
              <a:rPr lang="hu-HU" b="1" dirty="0" err="1"/>
              <a:t>AlphaGo</a:t>
            </a:r>
            <a:r>
              <a:rPr lang="hu-HU" dirty="0"/>
              <a:t>, a Google </a:t>
            </a:r>
            <a:r>
              <a:rPr lang="hu-HU" dirty="0" err="1"/>
              <a:t>DeepMind</a:t>
            </a:r>
            <a:r>
              <a:rPr lang="hu-HU" dirty="0"/>
              <a:t> mesterséges intelligenciája mindenkit meglepett: legyőzte a koreai világbajnokot, </a:t>
            </a:r>
            <a:r>
              <a:rPr lang="hu-HU" b="1" dirty="0"/>
              <a:t>Lee </a:t>
            </a:r>
            <a:r>
              <a:rPr lang="hu-HU" b="1" dirty="0" err="1"/>
              <a:t>Sedolt</a:t>
            </a:r>
            <a:r>
              <a:rPr lang="hu-HU" dirty="0"/>
              <a:t>. Ez óriási szenzáció volt, mert a got addig az emberi intuíció és kreativitás játékának tartották, ahol a gépnek nem lehet esélye.</a:t>
            </a:r>
          </a:p>
          <a:p>
            <a:r>
              <a:rPr lang="hu-HU" dirty="0"/>
              <a:t>A mérkőzés egyik pillanata különösen híressé vált: a </a:t>
            </a:r>
            <a:r>
              <a:rPr lang="hu-HU" b="1" dirty="0"/>
              <a:t>37. lépés</a:t>
            </a:r>
            <a:r>
              <a:rPr lang="hu-HU" dirty="0"/>
              <a:t>. Az </a:t>
            </a:r>
            <a:r>
              <a:rPr lang="hu-HU" dirty="0" err="1"/>
              <a:t>AlphaGo</a:t>
            </a:r>
            <a:r>
              <a:rPr lang="hu-HU" dirty="0"/>
              <a:t> olyan váratlan húzást tett, amit ember soha nem játszott volna. A kommentátorok először hibának hitték, majd rájöttek, hogy zseniális stratégiai lépés volt.</a:t>
            </a:r>
          </a:p>
        </p:txBody>
      </p:sp>
      <p:sp>
        <p:nvSpPr>
          <p:cNvPr id="4" name="Slide Number Placeholder 3">
            <a:extLst>
              <a:ext uri="{FF2B5EF4-FFF2-40B4-BE49-F238E27FC236}">
                <a16:creationId xmlns:a16="http://schemas.microsoft.com/office/drawing/2014/main" id="{F4422316-1A1A-304B-02B8-6780AD904CAB}"/>
              </a:ext>
            </a:extLst>
          </p:cNvPr>
          <p:cNvSpPr>
            <a:spLocks noGrp="1"/>
          </p:cNvSpPr>
          <p:nvPr>
            <p:ph type="sldNum" sz="quarter" idx="5"/>
          </p:nvPr>
        </p:nvSpPr>
        <p:spPr/>
        <p:txBody>
          <a:bodyPr/>
          <a:lstStyle/>
          <a:p>
            <a:fld id="{D1B1DAE1-856A-4075-989B-2C988F895DE3}" type="slidenum">
              <a:rPr lang="en-GB" smtClean="0"/>
              <a:t>15</a:t>
            </a:fld>
            <a:endParaRPr lang="en-GB"/>
          </a:p>
        </p:txBody>
      </p:sp>
    </p:spTree>
    <p:extLst>
      <p:ext uri="{BB962C8B-B14F-4D97-AF65-F5344CB8AC3E}">
        <p14:creationId xmlns:p14="http://schemas.microsoft.com/office/powerpoint/2010/main" val="2699961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0F45-5C95-61F2-88F3-D7E5F717993E}"/>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9174879F-9847-85AE-F297-E0894B86637F}"/>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97D4B61C-DBC7-7543-47BF-C2061BA1DCA5}"/>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0C585CAF-BC87-707F-AFE6-D47B900D2DF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0600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2803F-7A63-F578-6387-D1413DCCD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47E94-F4AA-5F2F-A8F3-EB6E4F869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A4A24-7879-F750-1202-E0B72867CA75}"/>
              </a:ext>
            </a:extLst>
          </p:cNvPr>
          <p:cNvSpPr>
            <a:spLocks noGrp="1"/>
          </p:cNvSpPr>
          <p:nvPr>
            <p:ph type="body" idx="1"/>
          </p:nvPr>
        </p:nvSpPr>
        <p:spPr/>
        <p:txBody>
          <a:bodyPr/>
          <a:lstStyle/>
          <a:p>
            <a:r>
              <a:rPr lang="hu-HU" b="1" dirty="0"/>
              <a:t>2022 – </a:t>
            </a:r>
            <a:r>
              <a:rPr lang="hu-HU" b="1" dirty="0" err="1"/>
              <a:t>ChatGPT</a:t>
            </a:r>
            <a:r>
              <a:rPr lang="hu-HU" b="1" dirty="0"/>
              <a:t> és a generatív MI robbanása</a:t>
            </a:r>
            <a:endParaRPr lang="hu-HU" dirty="0"/>
          </a:p>
          <a:p>
            <a:r>
              <a:rPr lang="hu-HU" dirty="0"/>
              <a:t>Az </a:t>
            </a:r>
            <a:r>
              <a:rPr lang="hu-HU" dirty="0" err="1"/>
              <a:t>OpenAI</a:t>
            </a:r>
            <a:r>
              <a:rPr lang="hu-HU" dirty="0"/>
              <a:t> által kifejlesztett </a:t>
            </a:r>
            <a:r>
              <a:rPr lang="hu-HU" dirty="0" err="1"/>
              <a:t>ChatGPT</a:t>
            </a:r>
            <a:r>
              <a:rPr lang="hu-HU" dirty="0"/>
              <a:t> volt az első olyan mesterséges intelligencia, amely valóban emberközeli módon tudott kommunikálni: beszélgetett, szöveget írt, programkódot generált, és mindezt természetes, gördülékeny stílusban.</a:t>
            </a:r>
          </a:p>
          <a:p>
            <a:r>
              <a:rPr lang="hu-HU" dirty="0"/>
              <a:t>Ami igazán különlegessé tette, az az, hogy nemcsak kutatók vagy szakemberek, hanem bárki kipróbálhatta online. Ez hozta el a nagy fordulatot: a mesterséges intelligencia belépett a hétköznapokba.</a:t>
            </a:r>
          </a:p>
          <a:p>
            <a:r>
              <a:rPr lang="hu-HU" dirty="0"/>
              <a:t>Sokan kezdték használni különféle célokra, például:</a:t>
            </a:r>
          </a:p>
          <a:p>
            <a:pPr>
              <a:buFont typeface="Arial" panose="020B0604020202020204" pitchFamily="34" charset="0"/>
              <a:buChar char="•"/>
            </a:pPr>
            <a:r>
              <a:rPr lang="hu-HU" dirty="0"/>
              <a:t>nyelvtanuláshoz,</a:t>
            </a:r>
          </a:p>
          <a:p>
            <a:pPr>
              <a:buFont typeface="Arial" panose="020B0604020202020204" pitchFamily="34" charset="0"/>
              <a:buChar char="•"/>
            </a:pPr>
            <a:r>
              <a:rPr lang="hu-HU" dirty="0"/>
              <a:t>programozási feladatok megoldásához,</a:t>
            </a:r>
          </a:p>
          <a:p>
            <a:pPr>
              <a:buFont typeface="Arial" panose="020B0604020202020204" pitchFamily="34" charset="0"/>
              <a:buChar char="•"/>
            </a:pPr>
            <a:r>
              <a:rPr lang="hu-HU" dirty="0"/>
              <a:t>kreatív szövegek – például történetek vagy versek – írásához,</a:t>
            </a:r>
          </a:p>
          <a:p>
            <a:pPr>
              <a:buFont typeface="Arial" panose="020B0604020202020204" pitchFamily="34" charset="0"/>
              <a:buChar char="•"/>
            </a:pPr>
            <a:r>
              <a:rPr lang="hu-HU" dirty="0"/>
              <a:t>dolgozatok és fogalmazások megfogalmazásához.</a:t>
            </a:r>
          </a:p>
        </p:txBody>
      </p:sp>
      <p:sp>
        <p:nvSpPr>
          <p:cNvPr id="4" name="Slide Number Placeholder 3">
            <a:extLst>
              <a:ext uri="{FF2B5EF4-FFF2-40B4-BE49-F238E27FC236}">
                <a16:creationId xmlns:a16="http://schemas.microsoft.com/office/drawing/2014/main" id="{94C15A67-7D12-99B2-CE77-127174D0BAC2}"/>
              </a:ext>
            </a:extLst>
          </p:cNvPr>
          <p:cNvSpPr>
            <a:spLocks noGrp="1"/>
          </p:cNvSpPr>
          <p:nvPr>
            <p:ph type="sldNum" sz="quarter" idx="5"/>
          </p:nvPr>
        </p:nvSpPr>
        <p:spPr/>
        <p:txBody>
          <a:bodyPr/>
          <a:lstStyle/>
          <a:p>
            <a:fld id="{D1B1DAE1-856A-4075-989B-2C988F895DE3}" type="slidenum">
              <a:rPr lang="en-GB" smtClean="0"/>
              <a:t>17</a:t>
            </a:fld>
            <a:endParaRPr lang="en-GB"/>
          </a:p>
        </p:txBody>
      </p:sp>
    </p:spTree>
    <p:extLst>
      <p:ext uri="{BB962C8B-B14F-4D97-AF65-F5344CB8AC3E}">
        <p14:creationId xmlns:p14="http://schemas.microsoft.com/office/powerpoint/2010/main" val="2844130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39EF-9EEC-CFEB-215B-0605836DE5E7}"/>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6C0A121F-B133-1944-6317-ECD03EBE3A6F}"/>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81FD39CC-9311-2357-6764-A02F6BB7BDD2}"/>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47D5AF92-DBAB-593D-F013-90B02B36BDD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0081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894F-0B07-F3BF-B0B8-C4CD12ED7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2F93D-7D6D-3849-91A9-8A29FF9E8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78324-C27A-A034-0A85-5B3A50C23925}"/>
              </a:ext>
            </a:extLst>
          </p:cNvPr>
          <p:cNvSpPr>
            <a:spLocks noGrp="1"/>
          </p:cNvSpPr>
          <p:nvPr>
            <p:ph type="body" idx="1"/>
          </p:nvPr>
        </p:nvSpPr>
        <p:spPr/>
        <p:txBody>
          <a:bodyPr/>
          <a:lstStyle/>
          <a:p>
            <a:r>
              <a:rPr lang="hu-HU" b="1" dirty="0"/>
              <a:t>2023–… – Generatív képek, videók, hangok és egyéb MI eszközök</a:t>
            </a:r>
            <a:endParaRPr lang="hu-HU" dirty="0"/>
          </a:p>
          <a:p>
            <a:r>
              <a:rPr lang="hu-HU" dirty="0"/>
              <a:t>A </a:t>
            </a:r>
            <a:r>
              <a:rPr lang="hu-HU" dirty="0" err="1"/>
              <a:t>ChatGPT</a:t>
            </a:r>
            <a:r>
              <a:rPr lang="hu-HU" dirty="0"/>
              <a:t> sikere után megjelentek a generatív képeket, videókat és hangokat létrehozó MI-rendszerek is, amelyek forradalmasították a művészetet, a médiát és az oktatást.</a:t>
            </a:r>
          </a:p>
          <a:p>
            <a:r>
              <a:rPr lang="hu-HU" dirty="0"/>
              <a:t>Ugyanakkor nemcsak a generatív MI fejlődött:</a:t>
            </a:r>
            <a:br>
              <a:rPr lang="hu-HU" dirty="0"/>
            </a:br>
            <a:r>
              <a:rPr lang="hu-HU" dirty="0"/>
              <a:t>2023-tól rohamosan elterjedtek más MI-alapú technológiák is – például a beszédfelismerés, a gépi fordítás, az orvosi diagnosztikai rendszerek, az önvezető járművek és az okoseszközökben működő intelligens asszisztensek.</a:t>
            </a:r>
          </a:p>
          <a:p>
            <a:r>
              <a:rPr lang="hu-HU" dirty="0"/>
              <a:t>A mesterséges intelligencia így a mindennapi élet számos területén megjelent, sokszor észrevétlenül segítve az emberek munkáját és döntéseit.</a:t>
            </a:r>
          </a:p>
        </p:txBody>
      </p:sp>
      <p:sp>
        <p:nvSpPr>
          <p:cNvPr id="4" name="Slide Number Placeholder 3">
            <a:extLst>
              <a:ext uri="{FF2B5EF4-FFF2-40B4-BE49-F238E27FC236}">
                <a16:creationId xmlns:a16="http://schemas.microsoft.com/office/drawing/2014/main" id="{869156C5-0687-2777-6353-9B5EA2263E34}"/>
              </a:ext>
            </a:extLst>
          </p:cNvPr>
          <p:cNvSpPr>
            <a:spLocks noGrp="1"/>
          </p:cNvSpPr>
          <p:nvPr>
            <p:ph type="sldNum" sz="quarter" idx="5"/>
          </p:nvPr>
        </p:nvSpPr>
        <p:spPr/>
        <p:txBody>
          <a:bodyPr/>
          <a:lstStyle/>
          <a:p>
            <a:fld id="{D1B1DAE1-856A-4075-989B-2C988F895DE3}" type="slidenum">
              <a:rPr lang="en-GB" smtClean="0"/>
              <a:t>19</a:t>
            </a:fld>
            <a:endParaRPr lang="en-GB"/>
          </a:p>
        </p:txBody>
      </p:sp>
    </p:spTree>
    <p:extLst>
      <p:ext uri="{BB962C8B-B14F-4D97-AF65-F5344CB8AC3E}">
        <p14:creationId xmlns:p14="http://schemas.microsoft.com/office/powerpoint/2010/main" val="246884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D011-0D06-0FE2-E5B7-9D7B8399DC16}"/>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C6E1401-CEDA-D7F0-CDA5-BB4E15C54E9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3B724B9A-6557-B0CC-CFE9-098BEDB02B6A}"/>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2F11DA68-2B66-DF49-D702-3892953496D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352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0B5B-32E5-538D-8934-DA3DE249E56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89D45D99-3010-7A58-F48C-555DB0709F08}"/>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EE76D7F4-6E0B-B3FD-4D64-151B5E5A6E29}"/>
              </a:ext>
            </a:extLst>
          </p:cNvPr>
          <p:cNvSpPr>
            <a:spLocks noGrp="1"/>
          </p:cNvSpPr>
          <p:nvPr>
            <p:ph type="body" idx="1"/>
          </p:nvPr>
        </p:nvSpPr>
        <p:spPr/>
        <p:txBody>
          <a:bodyPr/>
          <a:lstStyle/>
          <a:p>
            <a:endParaRPr lang="hu-HU" dirty="0"/>
          </a:p>
          <a:p>
            <a:endParaRPr lang="hu-HU" dirty="0"/>
          </a:p>
          <a:p>
            <a:endParaRPr lang="hu-HU" dirty="0"/>
          </a:p>
          <a:p>
            <a:endParaRPr lang="hu-HU" dirty="0"/>
          </a:p>
          <a:p>
            <a:endParaRPr lang="en-GB" dirty="0">
              <a:cs typeface="Calibri"/>
            </a:endParaRPr>
          </a:p>
          <a:p>
            <a:endParaRPr lang="en-GB" dirty="0">
              <a:cs typeface="Calibri"/>
            </a:endParaRPr>
          </a:p>
          <a:p>
            <a:endParaRPr lang="en-GB" dirty="0">
              <a:cs typeface="Calibri"/>
            </a:endParaRPr>
          </a:p>
          <a:p>
            <a:endParaRPr lang="en-GB" dirty="0">
              <a:cs typeface="Calibri"/>
            </a:endParaRPr>
          </a:p>
          <a:p>
            <a:endParaRPr lang="hu-HU" dirty="0"/>
          </a:p>
        </p:txBody>
      </p:sp>
      <p:sp>
        <p:nvSpPr>
          <p:cNvPr id="4" name="Dia számának helye 3">
            <a:extLst>
              <a:ext uri="{FF2B5EF4-FFF2-40B4-BE49-F238E27FC236}">
                <a16:creationId xmlns:a16="http://schemas.microsoft.com/office/drawing/2014/main" id="{E54BC354-9240-3711-770E-7BDF120F3C9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5D6044-33F4-4A47-ACC9-B86985596094}"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3178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1290-710E-B72A-8D21-56E7571D8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520F1-1469-866D-3544-449EE78E0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32FA9-F0AA-1F1D-21D1-B7713415B2DA}"/>
              </a:ext>
            </a:extLst>
          </p:cNvPr>
          <p:cNvSpPr>
            <a:spLocks noGrp="1"/>
          </p:cNvSpPr>
          <p:nvPr>
            <p:ph type="body" idx="1"/>
          </p:nvPr>
        </p:nvSpPr>
        <p:spPr/>
        <p:txBody>
          <a:bodyPr/>
          <a:lstStyle/>
          <a:p>
            <a:r>
              <a:rPr lang="hu-HU" dirty="0"/>
              <a:t>Most, hogy áttekintettük az MI múltját és jelenét, gondolkodjunk egy kicsit a jövőről is!</a:t>
            </a:r>
          </a:p>
          <a:p>
            <a:r>
              <a:rPr lang="hu-HU" b="1" dirty="0"/>
              <a:t>Kérdés:</a:t>
            </a:r>
            <a:r>
              <a:rPr lang="hu-HU" dirty="0"/>
              <a:t> Mit gondoltok, mi fog történni az elkövetkező években a mesterséges intelligenciával? Nézzük meg három idősíkban:</a:t>
            </a:r>
          </a:p>
          <a:p>
            <a:pPr>
              <a:buFont typeface="Arial" panose="020B0604020202020204" pitchFamily="34" charset="0"/>
              <a:buChar char="•"/>
            </a:pPr>
            <a:r>
              <a:rPr lang="hu-HU" b="1" dirty="0"/>
              <a:t>1-2 éven belül</a:t>
            </a:r>
            <a:r>
              <a:rPr lang="hu-HU" dirty="0"/>
              <a:t> – milyen változásokat hozhat a mindennapokban?</a:t>
            </a:r>
          </a:p>
          <a:p>
            <a:pPr>
              <a:buFont typeface="Arial" panose="020B0604020202020204" pitchFamily="34" charset="0"/>
              <a:buChar char="•"/>
            </a:pPr>
            <a:r>
              <a:rPr lang="hu-HU" b="1" dirty="0"/>
              <a:t>10 év múlva</a:t>
            </a:r>
            <a:r>
              <a:rPr lang="hu-HU" dirty="0"/>
              <a:t> – hol lehet az MI helye a világban?</a:t>
            </a:r>
          </a:p>
          <a:p>
            <a:r>
              <a:rPr lang="hu-HU" dirty="0"/>
              <a:t>A diákok rövid ötletroham keretében osszák meg az elképzeléseiket. Lehet, hogy valaki az iskolai életben képzeli el az MI-t (pl. dolgozatjavítás), más a szórakozásban (pl. játékok, filmek), megint más pedig a munkahelyeken vagy a mindennapi életben (pl. önvezető autók, robotok).</a:t>
            </a:r>
          </a:p>
          <a:p>
            <a:r>
              <a:rPr lang="hu-HU" dirty="0"/>
              <a:t>A cél nem az, hogy „jóslatokat” állítsunk fel, hanem hogy a diákok </a:t>
            </a:r>
            <a:r>
              <a:rPr lang="hu-HU" dirty="0" err="1"/>
              <a:t>észrevegyék</a:t>
            </a:r>
            <a:r>
              <a:rPr lang="hu-HU" dirty="0"/>
              <a:t> a lehetséges irányokat, és lássák: a mesterséges intelligencia fejlődése </a:t>
            </a:r>
            <a:r>
              <a:rPr lang="hu-HU" b="1" dirty="0"/>
              <a:t>folyamatos és kiszámíthatatlan</a:t>
            </a:r>
            <a:r>
              <a:rPr lang="hu-HU" dirty="0"/>
              <a:t>, ugyanakkor nagyon izgalmas terület, amelyben nekik is lesz </a:t>
            </a:r>
            <a:r>
              <a:rPr lang="hu-HU" dirty="0" err="1"/>
              <a:t>szavuk</a:t>
            </a:r>
            <a:r>
              <a:rPr lang="hu-HU" dirty="0"/>
              <a:t> és szerepük a jövőben.</a:t>
            </a:r>
          </a:p>
          <a:p>
            <a:endParaRPr lang="en-US" dirty="0"/>
          </a:p>
        </p:txBody>
      </p:sp>
      <p:sp>
        <p:nvSpPr>
          <p:cNvPr id="4" name="Slide Number Placeholder 3">
            <a:extLst>
              <a:ext uri="{FF2B5EF4-FFF2-40B4-BE49-F238E27FC236}">
                <a16:creationId xmlns:a16="http://schemas.microsoft.com/office/drawing/2014/main" id="{215BD7EF-6D6F-7E78-C0C4-4D96038A0812}"/>
              </a:ext>
            </a:extLst>
          </p:cNvPr>
          <p:cNvSpPr>
            <a:spLocks noGrp="1"/>
          </p:cNvSpPr>
          <p:nvPr>
            <p:ph type="sldNum" sz="quarter" idx="5"/>
          </p:nvPr>
        </p:nvSpPr>
        <p:spPr/>
        <p:txBody>
          <a:bodyPr/>
          <a:lstStyle/>
          <a:p>
            <a:fld id="{D1B1DAE1-856A-4075-989B-2C988F895DE3}" type="slidenum">
              <a:rPr lang="en-GB" smtClean="0"/>
              <a:t>22</a:t>
            </a:fld>
            <a:endParaRPr lang="en-GB"/>
          </a:p>
        </p:txBody>
      </p:sp>
    </p:spTree>
    <p:extLst>
      <p:ext uri="{BB962C8B-B14F-4D97-AF65-F5344CB8AC3E}">
        <p14:creationId xmlns:p14="http://schemas.microsoft.com/office/powerpoint/2010/main" val="1522145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A430653-BF72-882E-F761-8954BB0C36C4}"/>
              </a:ext>
            </a:extLst>
          </p:cNvPr>
          <p:cNvSpPr/>
          <p:nvPr userDrawn="1"/>
        </p:nvSpPr>
        <p:spPr>
          <a:xfrm>
            <a:off x="0" y="5334000"/>
            <a:ext cx="1524000" cy="1524000"/>
          </a:xfrm>
          <a:custGeom>
            <a:avLst/>
            <a:gdLst>
              <a:gd name="connsiteX0" fmla="*/ 0 w 1524000"/>
              <a:gd name="connsiteY0" fmla="*/ 0 h 1524000"/>
              <a:gd name="connsiteX1" fmla="*/ 0 w 1524000"/>
              <a:gd name="connsiteY1" fmla="*/ 1524000 h 1524000"/>
              <a:gd name="connsiteX2" fmla="*/ 1524000 w 1524000"/>
              <a:gd name="connsiteY2" fmla="*/ 1524000 h 1524000"/>
              <a:gd name="connsiteX3" fmla="*/ 0 w 1524000"/>
              <a:gd name="connsiteY3" fmla="*/ 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0" y="1524000"/>
                </a:lnTo>
                <a:lnTo>
                  <a:pt x="1524000" y="1524000"/>
                </a:lnTo>
                <a:lnTo>
                  <a:pt x="0" y="0"/>
                </a:lnTo>
                <a:close/>
              </a:path>
            </a:pathLst>
          </a:custGeom>
          <a:solidFill>
            <a:srgbClr val="C4D600"/>
          </a:solidFill>
          <a:ln w="634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439F844-A289-8562-A96E-1A3596065218}"/>
              </a:ext>
            </a:extLst>
          </p:cNvPr>
          <p:cNvSpPr/>
          <p:nvPr userDrawn="1"/>
        </p:nvSpPr>
        <p:spPr>
          <a:xfrm>
            <a:off x="0" y="781050"/>
            <a:ext cx="2276475" cy="4552950"/>
          </a:xfrm>
          <a:custGeom>
            <a:avLst/>
            <a:gdLst>
              <a:gd name="connsiteX0" fmla="*/ 0 w 2276475"/>
              <a:gd name="connsiteY0" fmla="*/ 4552950 h 4552950"/>
              <a:gd name="connsiteX1" fmla="*/ 2276475 w 2276475"/>
              <a:gd name="connsiteY1" fmla="*/ 2276475 h 4552950"/>
              <a:gd name="connsiteX2" fmla="*/ 0 w 2276475"/>
              <a:gd name="connsiteY2" fmla="*/ 0 h 4552950"/>
              <a:gd name="connsiteX3" fmla="*/ 0 w 2276475"/>
              <a:gd name="connsiteY3" fmla="*/ 4552950 h 4552950"/>
            </a:gdLst>
            <a:ahLst/>
            <a:cxnLst>
              <a:cxn ang="0">
                <a:pos x="connsiteX0" y="connsiteY0"/>
              </a:cxn>
              <a:cxn ang="0">
                <a:pos x="connsiteX1" y="connsiteY1"/>
              </a:cxn>
              <a:cxn ang="0">
                <a:pos x="connsiteX2" y="connsiteY2"/>
              </a:cxn>
              <a:cxn ang="0">
                <a:pos x="connsiteX3" y="connsiteY3"/>
              </a:cxn>
            </a:cxnLst>
            <a:rect l="l" t="t" r="r" b="b"/>
            <a:pathLst>
              <a:path w="2276475" h="4552950">
                <a:moveTo>
                  <a:pt x="0" y="4552950"/>
                </a:moveTo>
                <a:lnTo>
                  <a:pt x="2276475" y="2276475"/>
                </a:lnTo>
                <a:lnTo>
                  <a:pt x="0" y="0"/>
                </a:lnTo>
                <a:lnTo>
                  <a:pt x="0" y="4552950"/>
                </a:lnTo>
                <a:close/>
              </a:path>
            </a:pathLst>
          </a:custGeom>
          <a:solidFill>
            <a:srgbClr val="009CDE"/>
          </a:solidFill>
          <a:ln w="6347"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80986F0-48D2-B70E-8B40-E6EFC4D4FC5F}"/>
              </a:ext>
            </a:extLst>
          </p:cNvPr>
          <p:cNvSpPr/>
          <p:nvPr userDrawn="1"/>
        </p:nvSpPr>
        <p:spPr>
          <a:xfrm>
            <a:off x="2276475" y="4135183"/>
            <a:ext cx="3800475" cy="2722816"/>
          </a:xfrm>
          <a:custGeom>
            <a:avLst/>
            <a:gdLst>
              <a:gd name="connsiteX0" fmla="*/ 3800475 w 3800475"/>
              <a:gd name="connsiteY0" fmla="*/ 2722816 h 2722816"/>
              <a:gd name="connsiteX1" fmla="*/ 1645222 w 3800475"/>
              <a:gd name="connsiteY1" fmla="*/ 2722816 h 2722816"/>
              <a:gd name="connsiteX2" fmla="*/ 0 w 3800475"/>
              <a:gd name="connsiteY2" fmla="*/ 1077595 h 2722816"/>
              <a:gd name="connsiteX3" fmla="*/ 1077595 w 3800475"/>
              <a:gd name="connsiteY3" fmla="*/ 0 h 2722816"/>
              <a:gd name="connsiteX4" fmla="*/ 3800475 w 3800475"/>
              <a:gd name="connsiteY4" fmla="*/ 2722816 h 272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75" h="2722816">
                <a:moveTo>
                  <a:pt x="3800475" y="2722816"/>
                </a:moveTo>
                <a:lnTo>
                  <a:pt x="1645222" y="2722816"/>
                </a:lnTo>
                <a:lnTo>
                  <a:pt x="0" y="1077595"/>
                </a:lnTo>
                <a:lnTo>
                  <a:pt x="1077595" y="0"/>
                </a:lnTo>
                <a:lnTo>
                  <a:pt x="3800475" y="2722816"/>
                </a:lnTo>
                <a:close/>
              </a:path>
            </a:pathLst>
          </a:custGeom>
          <a:solidFill>
            <a:srgbClr val="A50050"/>
          </a:solidFill>
          <a:ln w="6347" cap="flat">
            <a:noFill/>
            <a:prstDash val="solid"/>
            <a:miter/>
          </a:ln>
        </p:spPr>
        <p:txBody>
          <a:bodyPr rtlCol="0" anchor="ctr"/>
          <a:lstStyle/>
          <a:p>
            <a:endParaRPr lang="en-US"/>
          </a:p>
        </p:txBody>
      </p:sp>
    </p:spTree>
    <p:extLst>
      <p:ext uri="{BB962C8B-B14F-4D97-AF65-F5344CB8AC3E}">
        <p14:creationId xmlns:p14="http://schemas.microsoft.com/office/powerpoint/2010/main" val="3412980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2AB63-1735-3C48-904C-0E5AB4776B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2178E4-606E-4970-FBCC-60ED09E44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A07059E-7CE4-89DB-C087-521EA831FCF0}"/>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5" name="Footer Placeholder 4">
            <a:extLst>
              <a:ext uri="{FF2B5EF4-FFF2-40B4-BE49-F238E27FC236}">
                <a16:creationId xmlns:a16="http://schemas.microsoft.com/office/drawing/2014/main" id="{485F6133-D0F0-C2C4-B188-D0F2348F47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CBF7A2-65CC-5F4C-3F91-038833D90E9D}"/>
              </a:ext>
            </a:extLst>
          </p:cNvPr>
          <p:cNvSpPr>
            <a:spLocks noGrp="1"/>
          </p:cNvSpPr>
          <p:nvPr>
            <p:ph type="sldNum" sz="quarter" idx="12"/>
          </p:nvPr>
        </p:nvSpPr>
        <p:spPr/>
        <p:txBody>
          <a:bodyPr/>
          <a:lstStyle/>
          <a:p>
            <a:fld id="{D42F0ED7-B3D2-4C3A-8C73-8D9AA36C0712}" type="slidenum">
              <a:rPr lang="en-GB" smtClean="0"/>
              <a:t>‹#›</a:t>
            </a:fld>
            <a:endParaRPr lang="en-GB"/>
          </a:p>
        </p:txBody>
      </p:sp>
      <p:grpSp>
        <p:nvGrpSpPr>
          <p:cNvPr id="7" name="Group 6">
            <a:extLst>
              <a:ext uri="{FF2B5EF4-FFF2-40B4-BE49-F238E27FC236}">
                <a16:creationId xmlns:a16="http://schemas.microsoft.com/office/drawing/2014/main" id="{11F880CC-17E7-9FC1-DB5C-261D215B1425}"/>
              </a:ext>
            </a:extLst>
          </p:cNvPr>
          <p:cNvGrpSpPr/>
          <p:nvPr userDrawn="1"/>
        </p:nvGrpSpPr>
        <p:grpSpPr>
          <a:xfrm>
            <a:off x="0" y="3822192"/>
            <a:ext cx="3035808" cy="3035808"/>
            <a:chOff x="0" y="2295525"/>
            <a:chExt cx="4557712" cy="4557712"/>
          </a:xfrm>
        </p:grpSpPr>
        <p:sp>
          <p:nvSpPr>
            <p:cNvPr id="8" name="Freeform: Shape 7">
              <a:extLst>
                <a:ext uri="{FF2B5EF4-FFF2-40B4-BE49-F238E27FC236}">
                  <a16:creationId xmlns:a16="http://schemas.microsoft.com/office/drawing/2014/main" id="{50CA6A70-A72B-73D9-7D97-C0FB847BF072}"/>
                </a:ext>
              </a:extLst>
            </p:cNvPr>
            <p:cNvSpPr/>
            <p:nvPr/>
          </p:nvSpPr>
          <p:spPr>
            <a:xfrm>
              <a:off x="0" y="5710237"/>
              <a:ext cx="1143000" cy="11430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7E8AB96-CB95-685B-F6F3-1584C66F2E25}"/>
                </a:ext>
              </a:extLst>
            </p:cNvPr>
            <p:cNvSpPr/>
            <p:nvPr/>
          </p:nvSpPr>
          <p:spPr>
            <a:xfrm>
              <a:off x="1143000" y="5145881"/>
              <a:ext cx="3414712" cy="1707356"/>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016013E-FFD6-D7DE-1F56-923FA08336CC}"/>
                </a:ext>
              </a:extLst>
            </p:cNvPr>
            <p:cNvSpPr/>
            <p:nvPr/>
          </p:nvSpPr>
          <p:spPr>
            <a:xfrm>
              <a:off x="0" y="2295525"/>
              <a:ext cx="2042159" cy="2850356"/>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A5005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79041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473FF36-7FFB-AE65-F439-18698AF1259A}"/>
              </a:ext>
            </a:extLst>
          </p:cNvPr>
          <p:cNvPicPr>
            <a:picLocks noChangeAspect="1"/>
          </p:cNvPicPr>
          <p:nvPr userDrawn="1"/>
        </p:nvPicPr>
        <p:blipFill>
          <a:blip r:embed="rId2"/>
          <a:stretch>
            <a:fillRect/>
          </a:stretch>
        </p:blipFill>
        <p:spPr>
          <a:xfrm>
            <a:off x="13136880" y="1540209"/>
            <a:ext cx="5296639" cy="4305901"/>
          </a:xfrm>
          <a:prstGeom prst="rect">
            <a:avLst/>
          </a:prstGeom>
        </p:spPr>
      </p:pic>
      <p:grpSp>
        <p:nvGrpSpPr>
          <p:cNvPr id="20" name="Group 19">
            <a:extLst>
              <a:ext uri="{FF2B5EF4-FFF2-40B4-BE49-F238E27FC236}">
                <a16:creationId xmlns:a16="http://schemas.microsoft.com/office/drawing/2014/main" id="{EAA213FD-346D-C460-9F6B-F923A3FEF2AF}"/>
              </a:ext>
            </a:extLst>
          </p:cNvPr>
          <p:cNvGrpSpPr/>
          <p:nvPr userDrawn="1"/>
        </p:nvGrpSpPr>
        <p:grpSpPr>
          <a:xfrm>
            <a:off x="0" y="3819525"/>
            <a:ext cx="3038474" cy="3038475"/>
            <a:chOff x="0" y="3819525"/>
            <a:chExt cx="3038474" cy="3038475"/>
          </a:xfrm>
        </p:grpSpPr>
        <p:sp>
          <p:nvSpPr>
            <p:cNvPr id="21" name="Freeform: Shape 20">
              <a:extLst>
                <a:ext uri="{FF2B5EF4-FFF2-40B4-BE49-F238E27FC236}">
                  <a16:creationId xmlns:a16="http://schemas.microsoft.com/office/drawing/2014/main" id="{CD6009E0-4435-17EF-5830-FC0DF5AE619A}"/>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5CB91-6B04-7728-F9B6-B11AAEF828A2}"/>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5BD0205-6451-A68D-CC27-6B39F2D85327}"/>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617948BE-4F42-4F32-B2E2-FAF693159A22}"/>
              </a:ext>
            </a:extLst>
          </p:cNvPr>
          <p:cNvSpPr/>
          <p:nvPr userDrawn="1"/>
        </p:nvSpPr>
        <p:spPr>
          <a:xfrm>
            <a:off x="8990457" y="0"/>
            <a:ext cx="1524000" cy="762000"/>
          </a:xfrm>
          <a:custGeom>
            <a:avLst/>
            <a:gdLst>
              <a:gd name="connsiteX0" fmla="*/ 762000 w 1524000"/>
              <a:gd name="connsiteY0" fmla="*/ 0 h 762000"/>
              <a:gd name="connsiteX1" fmla="*/ 0 w 1524000"/>
              <a:gd name="connsiteY1" fmla="*/ 0 h 762000"/>
              <a:gd name="connsiteX2" fmla="*/ 762000 w 1524000"/>
              <a:gd name="connsiteY2" fmla="*/ 762000 h 762000"/>
              <a:gd name="connsiteX3" fmla="*/ 1524000 w 1524000"/>
              <a:gd name="connsiteY3" fmla="*/ 0 h 762000"/>
              <a:gd name="connsiteX4" fmla="*/ 762000 w 1524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762000">
                <a:moveTo>
                  <a:pt x="762000" y="0"/>
                </a:moveTo>
                <a:lnTo>
                  <a:pt x="0" y="0"/>
                </a:lnTo>
                <a:lnTo>
                  <a:pt x="762000" y="762000"/>
                </a:lnTo>
                <a:lnTo>
                  <a:pt x="1524000" y="0"/>
                </a:lnTo>
                <a:lnTo>
                  <a:pt x="762000" y="0"/>
                </a:lnTo>
                <a:close/>
              </a:path>
            </a:pathLst>
          </a:custGeom>
          <a:solidFill>
            <a:srgbClr val="A50050"/>
          </a:solidFill>
          <a:ln w="6347"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B8751D3-CC0B-C5E3-FBF7-D3962C4A0783}"/>
              </a:ext>
            </a:extLst>
          </p:cNvPr>
          <p:cNvSpPr/>
          <p:nvPr userDrawn="1"/>
        </p:nvSpPr>
        <p:spPr>
          <a:xfrm rot="18900000">
            <a:off x="9115394" y="2372643"/>
            <a:ext cx="762000" cy="762000"/>
          </a:xfrm>
          <a:custGeom>
            <a:avLst/>
            <a:gdLst>
              <a:gd name="connsiteX0" fmla="*/ 0 w 762000"/>
              <a:gd name="connsiteY0" fmla="*/ 0 h 762000"/>
              <a:gd name="connsiteX1" fmla="*/ 762000 w 762000"/>
              <a:gd name="connsiteY1" fmla="*/ 0 h 762000"/>
              <a:gd name="connsiteX2" fmla="*/ 762000 w 762000"/>
              <a:gd name="connsiteY2" fmla="*/ 762000 h 762000"/>
              <a:gd name="connsiteX3" fmla="*/ 0 w 762000"/>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762000" y="0"/>
                </a:lnTo>
                <a:lnTo>
                  <a:pt x="762000" y="762000"/>
                </a:lnTo>
                <a:lnTo>
                  <a:pt x="0" y="762000"/>
                </a:lnTo>
                <a:close/>
              </a:path>
            </a:pathLst>
          </a:custGeom>
          <a:solidFill>
            <a:srgbClr val="009CDE"/>
          </a:solidFill>
          <a:ln w="6347"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26C23BB-22FC-0937-B86D-AB54D727B8A7}"/>
              </a:ext>
            </a:extLst>
          </p:cNvPr>
          <p:cNvSpPr/>
          <p:nvPr userDrawn="1"/>
        </p:nvSpPr>
        <p:spPr>
          <a:xfrm>
            <a:off x="7341108" y="598360"/>
            <a:ext cx="2155253" cy="2155253"/>
          </a:xfrm>
          <a:custGeom>
            <a:avLst/>
            <a:gdLst>
              <a:gd name="connsiteX0" fmla="*/ 1616456 w 2155253"/>
              <a:gd name="connsiteY0" fmla="*/ 1077595 h 2155253"/>
              <a:gd name="connsiteX1" fmla="*/ 1077596 w 2155253"/>
              <a:gd name="connsiteY1" fmla="*/ 538798 h 2155253"/>
              <a:gd name="connsiteX2" fmla="*/ 538797 w 2155253"/>
              <a:gd name="connsiteY2" fmla="*/ 0 h 2155253"/>
              <a:gd name="connsiteX3" fmla="*/ 0 w 2155253"/>
              <a:gd name="connsiteY3" fmla="*/ 538798 h 2155253"/>
              <a:gd name="connsiteX4" fmla="*/ 538797 w 2155253"/>
              <a:gd name="connsiteY4" fmla="*/ 1077595 h 2155253"/>
              <a:gd name="connsiteX5" fmla="*/ 1077596 w 2155253"/>
              <a:gd name="connsiteY5" fmla="*/ 1616456 h 2155253"/>
              <a:gd name="connsiteX6" fmla="*/ 1616456 w 2155253"/>
              <a:gd name="connsiteY6" fmla="*/ 2155254 h 2155253"/>
              <a:gd name="connsiteX7" fmla="*/ 2155254 w 2155253"/>
              <a:gd name="connsiteY7" fmla="*/ 1616456 h 2155253"/>
              <a:gd name="connsiteX8" fmla="*/ 1616456 w 2155253"/>
              <a:gd name="connsiteY8" fmla="*/ 1077595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595"/>
                </a:moveTo>
                <a:lnTo>
                  <a:pt x="1077596" y="538798"/>
                </a:lnTo>
                <a:lnTo>
                  <a:pt x="538797" y="0"/>
                </a:lnTo>
                <a:lnTo>
                  <a:pt x="0" y="538798"/>
                </a:lnTo>
                <a:lnTo>
                  <a:pt x="538797" y="1077595"/>
                </a:lnTo>
                <a:lnTo>
                  <a:pt x="1077596" y="1616456"/>
                </a:lnTo>
                <a:lnTo>
                  <a:pt x="1616456" y="2155254"/>
                </a:lnTo>
                <a:lnTo>
                  <a:pt x="2155254" y="1616456"/>
                </a:lnTo>
                <a:lnTo>
                  <a:pt x="1616456" y="1077595"/>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EB9B6B7-B3F2-0812-742C-7A5E580493A8}"/>
              </a:ext>
            </a:extLst>
          </p:cNvPr>
          <p:cNvSpPr/>
          <p:nvPr userDrawn="1"/>
        </p:nvSpPr>
        <p:spPr>
          <a:xfrm>
            <a:off x="6812026" y="1137158"/>
            <a:ext cx="2155253" cy="2155253"/>
          </a:xfrm>
          <a:custGeom>
            <a:avLst/>
            <a:gdLst>
              <a:gd name="connsiteX0" fmla="*/ 1616456 w 2155253"/>
              <a:gd name="connsiteY0" fmla="*/ 1077659 h 2155253"/>
              <a:gd name="connsiteX1" fmla="*/ 1077595 w 2155253"/>
              <a:gd name="connsiteY1" fmla="*/ 538797 h 2155253"/>
              <a:gd name="connsiteX2" fmla="*/ 538798 w 2155253"/>
              <a:gd name="connsiteY2" fmla="*/ 0 h 2155253"/>
              <a:gd name="connsiteX3" fmla="*/ 0 w 2155253"/>
              <a:gd name="connsiteY3" fmla="*/ 538797 h 2155253"/>
              <a:gd name="connsiteX4" fmla="*/ 538798 w 2155253"/>
              <a:gd name="connsiteY4" fmla="*/ 1077659 h 2155253"/>
              <a:gd name="connsiteX5" fmla="*/ 1077595 w 2155253"/>
              <a:gd name="connsiteY5" fmla="*/ 1616456 h 2155253"/>
              <a:gd name="connsiteX6" fmla="*/ 1616456 w 2155253"/>
              <a:gd name="connsiteY6" fmla="*/ 2155254 h 2155253"/>
              <a:gd name="connsiteX7" fmla="*/ 2155253 w 2155253"/>
              <a:gd name="connsiteY7" fmla="*/ 1616456 h 2155253"/>
              <a:gd name="connsiteX8" fmla="*/ 1616456 w 2155253"/>
              <a:gd name="connsiteY8" fmla="*/ 1077659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659"/>
                </a:moveTo>
                <a:lnTo>
                  <a:pt x="1077595" y="538797"/>
                </a:lnTo>
                <a:lnTo>
                  <a:pt x="538798" y="0"/>
                </a:lnTo>
                <a:lnTo>
                  <a:pt x="0" y="538797"/>
                </a:lnTo>
                <a:lnTo>
                  <a:pt x="538798" y="1077659"/>
                </a:lnTo>
                <a:lnTo>
                  <a:pt x="1077595" y="1616456"/>
                </a:lnTo>
                <a:lnTo>
                  <a:pt x="1616456" y="2155254"/>
                </a:lnTo>
                <a:lnTo>
                  <a:pt x="2155253" y="1616456"/>
                </a:lnTo>
                <a:lnTo>
                  <a:pt x="1616456" y="1077659"/>
                </a:lnTo>
                <a:close/>
              </a:path>
            </a:pathLst>
          </a:custGeom>
          <a:solidFill>
            <a:srgbClr val="A50050"/>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CE788A-FE42-AC4B-DACD-E63848781A6F}"/>
              </a:ext>
            </a:extLst>
          </p:cNvPr>
          <p:cNvSpPr/>
          <p:nvPr userDrawn="1"/>
        </p:nvSpPr>
        <p:spPr>
          <a:xfrm rot="18900000">
            <a:off x="10350774" y="913957"/>
            <a:ext cx="1524000" cy="1524000"/>
          </a:xfrm>
          <a:custGeom>
            <a:avLst/>
            <a:gdLst>
              <a:gd name="connsiteX0" fmla="*/ 0 w 1524000"/>
              <a:gd name="connsiteY0" fmla="*/ 0 h 1524000"/>
              <a:gd name="connsiteX1" fmla="*/ 1524000 w 1524000"/>
              <a:gd name="connsiteY1" fmla="*/ 0 h 1524000"/>
              <a:gd name="connsiteX2" fmla="*/ 1524000 w 1524000"/>
              <a:gd name="connsiteY2" fmla="*/ 1524000 h 1524000"/>
              <a:gd name="connsiteX3" fmla="*/ 0 w 1524000"/>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1524000" y="0"/>
                </a:lnTo>
                <a:lnTo>
                  <a:pt x="1524000" y="1524000"/>
                </a:lnTo>
                <a:lnTo>
                  <a:pt x="0" y="1524000"/>
                </a:lnTo>
                <a:close/>
              </a:path>
            </a:pathLst>
          </a:custGeom>
          <a:solidFill>
            <a:srgbClr val="009CDE"/>
          </a:solidFill>
          <a:ln w="634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80B018A-5F69-889F-F2A7-CC818E1470EB}"/>
              </a:ext>
            </a:extLst>
          </p:cNvPr>
          <p:cNvSpPr/>
          <p:nvPr userDrawn="1"/>
        </p:nvSpPr>
        <p:spPr>
          <a:xfrm>
            <a:off x="6203950" y="0"/>
            <a:ext cx="1675955" cy="1137158"/>
          </a:xfrm>
          <a:custGeom>
            <a:avLst/>
            <a:gdLst>
              <a:gd name="connsiteX0" fmla="*/ 1077595 w 1675955"/>
              <a:gd name="connsiteY0" fmla="*/ 0 h 1137158"/>
              <a:gd name="connsiteX1" fmla="*/ 0 w 1675955"/>
              <a:gd name="connsiteY1" fmla="*/ 0 h 1137158"/>
              <a:gd name="connsiteX2" fmla="*/ 59499 w 1675955"/>
              <a:gd name="connsiteY2" fmla="*/ 59563 h 1137158"/>
              <a:gd name="connsiteX3" fmla="*/ 598297 w 1675955"/>
              <a:gd name="connsiteY3" fmla="*/ 598361 h 1137158"/>
              <a:gd name="connsiteX4" fmla="*/ 1137158 w 1675955"/>
              <a:gd name="connsiteY4" fmla="*/ 1137158 h 1137158"/>
              <a:gd name="connsiteX5" fmla="*/ 1675955 w 1675955"/>
              <a:gd name="connsiteY5" fmla="*/ 598361 h 1137158"/>
              <a:gd name="connsiteX6" fmla="*/ 1137158 w 1675955"/>
              <a:gd name="connsiteY6" fmla="*/ 59563 h 1137158"/>
              <a:gd name="connsiteX7" fmla="*/ 1077595 w 1675955"/>
              <a:gd name="connsiteY7" fmla="*/ 0 h 113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5955" h="1137158">
                <a:moveTo>
                  <a:pt x="1077595" y="0"/>
                </a:moveTo>
                <a:lnTo>
                  <a:pt x="0" y="0"/>
                </a:lnTo>
                <a:lnTo>
                  <a:pt x="59499" y="59563"/>
                </a:lnTo>
                <a:lnTo>
                  <a:pt x="598297" y="598361"/>
                </a:lnTo>
                <a:lnTo>
                  <a:pt x="1137158" y="1137158"/>
                </a:lnTo>
                <a:lnTo>
                  <a:pt x="1675955" y="598361"/>
                </a:lnTo>
                <a:lnTo>
                  <a:pt x="1137158" y="59563"/>
                </a:lnTo>
                <a:lnTo>
                  <a:pt x="1077595" y="0"/>
                </a:lnTo>
                <a:close/>
              </a:path>
            </a:pathLst>
          </a:custGeom>
          <a:solidFill>
            <a:srgbClr val="009CDE"/>
          </a:solidFill>
          <a:ln w="6347" cap="flat">
            <a:noFill/>
            <a:prstDash val="solid"/>
            <a:miter/>
          </a:ln>
        </p:spPr>
        <p:txBody>
          <a:bodyPr rtlCol="0" anchor="ctr"/>
          <a:lstStyle/>
          <a:p>
            <a:endParaRPr lang="en-US"/>
          </a:p>
        </p:txBody>
      </p:sp>
    </p:spTree>
    <p:extLst>
      <p:ext uri="{BB962C8B-B14F-4D97-AF65-F5344CB8AC3E}">
        <p14:creationId xmlns:p14="http://schemas.microsoft.com/office/powerpoint/2010/main" val="2100556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2C73-BAED-6AFB-6A04-9FBD970C69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C8B8CD9-66B3-A961-43CD-8A20734537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BE6B2F-94DC-188E-EF81-A6C45B83937B}"/>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5" name="Footer Placeholder 4">
            <a:extLst>
              <a:ext uri="{FF2B5EF4-FFF2-40B4-BE49-F238E27FC236}">
                <a16:creationId xmlns:a16="http://schemas.microsoft.com/office/drawing/2014/main" id="{6DA376FF-0545-E929-C5D4-82593764A6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2ECA4-0FF1-35FE-950A-B6ED70AFC6CA}"/>
              </a:ext>
            </a:extLst>
          </p:cNvPr>
          <p:cNvSpPr>
            <a:spLocks noGrp="1"/>
          </p:cNvSpPr>
          <p:nvPr>
            <p:ph type="sldNum" sz="quarter" idx="12"/>
          </p:nvPr>
        </p:nvSpPr>
        <p:spPr/>
        <p:txBody>
          <a:bodyPr/>
          <a:lstStyle/>
          <a:p>
            <a:fld id="{D42F0ED7-B3D2-4C3A-8C73-8D9AA36C0712}" type="slidenum">
              <a:rPr lang="en-GB" smtClean="0"/>
              <a:t>‹#›</a:t>
            </a:fld>
            <a:endParaRPr lang="en-GB"/>
          </a:p>
        </p:txBody>
      </p:sp>
      <p:grpSp>
        <p:nvGrpSpPr>
          <p:cNvPr id="7" name="Group 6">
            <a:extLst>
              <a:ext uri="{FF2B5EF4-FFF2-40B4-BE49-F238E27FC236}">
                <a16:creationId xmlns:a16="http://schemas.microsoft.com/office/drawing/2014/main" id="{8D606F16-C354-4239-07D1-1AD127CFE71E}"/>
              </a:ext>
            </a:extLst>
          </p:cNvPr>
          <p:cNvGrpSpPr/>
          <p:nvPr userDrawn="1"/>
        </p:nvGrpSpPr>
        <p:grpSpPr>
          <a:xfrm>
            <a:off x="9156192" y="0"/>
            <a:ext cx="3035808" cy="3035808"/>
            <a:chOff x="9156192" y="0"/>
            <a:chExt cx="3035808" cy="3035808"/>
          </a:xfrm>
        </p:grpSpPr>
        <p:sp>
          <p:nvSpPr>
            <p:cNvPr id="8" name="Freeform: Shape 7">
              <a:extLst>
                <a:ext uri="{FF2B5EF4-FFF2-40B4-BE49-F238E27FC236}">
                  <a16:creationId xmlns:a16="http://schemas.microsoft.com/office/drawing/2014/main" id="{D9377F14-2AED-2668-A77C-FA5D50B68530}"/>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8C1DF86-694E-6446-4A8B-2285FFA08362}"/>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4AE9892-1EFB-5D4B-E113-7C3EBA07230A}"/>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5213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1D5D1-3C54-A316-923A-2859A81C4C6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7736A5-0ED5-5E44-9239-96E922B9AF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A467-9ADB-CF45-D09C-64D030FEBE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775BD05-F6C1-3A79-B799-942B4D9E52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FC2118-B7EB-B198-E489-5F96137BB6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D46AE64-E8E8-6820-45B2-2D741F3C1580}"/>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8" name="Footer Placeholder 7">
            <a:extLst>
              <a:ext uri="{FF2B5EF4-FFF2-40B4-BE49-F238E27FC236}">
                <a16:creationId xmlns:a16="http://schemas.microsoft.com/office/drawing/2014/main" id="{7A6AA263-D0C8-1347-DB90-EE281E4A0E9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E45C56F-BFFE-9EC3-6107-B47D3B9578E3}"/>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2410038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38551-62CA-CE02-C683-9742A58102F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E0FC813-F0F6-CD4E-D654-2B4D603D27B6}"/>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4" name="Footer Placeholder 3">
            <a:extLst>
              <a:ext uri="{FF2B5EF4-FFF2-40B4-BE49-F238E27FC236}">
                <a16:creationId xmlns:a16="http://schemas.microsoft.com/office/drawing/2014/main" id="{DC4D0641-CA0E-6F67-6915-9516863968F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BC03D26-FD27-6F78-7F97-2962F27626BA}"/>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237665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0E0A80-7F7F-8A00-5448-FD1FBBC1225C}"/>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3" name="Footer Placeholder 2">
            <a:extLst>
              <a:ext uri="{FF2B5EF4-FFF2-40B4-BE49-F238E27FC236}">
                <a16:creationId xmlns:a16="http://schemas.microsoft.com/office/drawing/2014/main" id="{643C99A7-8AF1-1DE1-CECE-CC74BCD7517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937E2A9-8D3B-782F-7C2F-084EBB39B8A5}"/>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415623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7F512-882F-8A93-A8CD-BDAB07E3F7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3F2A230-9D33-1D59-B7DF-203FE63B4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883D56F-C25A-3520-BB1E-66C6B97B8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1745A-620E-6BB6-FAB0-739A65E03217}"/>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6" name="Footer Placeholder 5">
            <a:extLst>
              <a:ext uri="{FF2B5EF4-FFF2-40B4-BE49-F238E27FC236}">
                <a16:creationId xmlns:a16="http://schemas.microsoft.com/office/drawing/2014/main" id="{0F3F5762-0389-FC11-6862-09D2724433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CCDA2A9-78EC-1775-5034-FF798CD9E49B}"/>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236851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7673-C6C4-9BB6-1715-1960ECBA86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F7278C-247F-A019-AE3F-6D1BD8232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D76122-3C81-C6FB-8B49-251E66C43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39288A-CA9C-76A6-D320-6B4183B1A403}"/>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6" name="Footer Placeholder 5">
            <a:extLst>
              <a:ext uri="{FF2B5EF4-FFF2-40B4-BE49-F238E27FC236}">
                <a16:creationId xmlns:a16="http://schemas.microsoft.com/office/drawing/2014/main" id="{4CC9E8FB-D0A1-C9D1-146F-B84318FACC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BB9E3B-A57F-0ED7-BD24-476E47172225}"/>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2601051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F897D-1A43-9EB6-FA9F-49D7960AE40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CBA8CDA-D832-8246-1ABC-07AB5D9A17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DC115F4-597F-5A0B-CDA4-33AAA0A37D5A}"/>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5" name="Footer Placeholder 4">
            <a:extLst>
              <a:ext uri="{FF2B5EF4-FFF2-40B4-BE49-F238E27FC236}">
                <a16:creationId xmlns:a16="http://schemas.microsoft.com/office/drawing/2014/main" id="{2ED80AA6-26B0-A5EA-8897-8417C62DF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89868C-7CB0-447D-47A7-ED1B858C9BE5}"/>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401239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257FD-240F-C75E-F430-89A0F5CA38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D6D4680-3948-CD9A-7A86-C1AF022C3F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C6E645-9F4F-CF68-F881-DB6F25A89E17}"/>
              </a:ext>
            </a:extLst>
          </p:cNvPr>
          <p:cNvSpPr>
            <a:spLocks noGrp="1"/>
          </p:cNvSpPr>
          <p:nvPr>
            <p:ph type="dt" sz="half" idx="10"/>
          </p:nvPr>
        </p:nvSpPr>
        <p:spPr/>
        <p:txBody>
          <a:bodyPr/>
          <a:lstStyle/>
          <a:p>
            <a:fld id="{5D346F70-1BC2-4B41-800B-BD545B096BFD}" type="datetimeFigureOut">
              <a:rPr lang="en-GB" smtClean="0"/>
              <a:t>29/01/2026</a:t>
            </a:fld>
            <a:endParaRPr lang="en-GB"/>
          </a:p>
        </p:txBody>
      </p:sp>
      <p:sp>
        <p:nvSpPr>
          <p:cNvPr id="5" name="Footer Placeholder 4">
            <a:extLst>
              <a:ext uri="{FF2B5EF4-FFF2-40B4-BE49-F238E27FC236}">
                <a16:creationId xmlns:a16="http://schemas.microsoft.com/office/drawing/2014/main" id="{7BF4C068-877A-A38A-F099-CC029F535A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A8722F-3523-A6E9-FCBC-7B882EF993EF}"/>
              </a:ext>
            </a:extLst>
          </p:cNvPr>
          <p:cNvSpPr>
            <a:spLocks noGrp="1"/>
          </p:cNvSpPr>
          <p:nvPr>
            <p:ph type="sldNum" sz="quarter" idx="12"/>
          </p:nvPr>
        </p:nvSpPr>
        <p:spPr/>
        <p:txBody>
          <a:bodyPr/>
          <a:lstStyle/>
          <a:p>
            <a:fld id="{D42F0ED7-B3D2-4C3A-8C73-8D9AA36C0712}" type="slidenum">
              <a:rPr lang="en-GB" smtClean="0"/>
              <a:t>‹#›</a:t>
            </a:fld>
            <a:endParaRPr lang="en-GB"/>
          </a:p>
        </p:txBody>
      </p:sp>
    </p:spTree>
    <p:extLst>
      <p:ext uri="{BB962C8B-B14F-4D97-AF65-F5344CB8AC3E}">
        <p14:creationId xmlns:p14="http://schemas.microsoft.com/office/powerpoint/2010/main" val="325784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462359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75687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712537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500932-D9D1-4B18-9AF0-83E8F999AA85}" type="datetimeFigureOut">
              <a:rPr lang="hu-HU" smtClean="0"/>
              <a:t>2026. 01. 29.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1557102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500932-D9D1-4B18-9AF0-83E8F999AA85}" type="datetimeFigureOut">
              <a:rPr lang="hu-HU" smtClean="0"/>
              <a:t>2026. 01. 29.</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3466401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F7500932-D9D1-4B18-9AF0-83E8F999AA85}" type="datetimeFigureOut">
              <a:rPr lang="hu-HU" smtClean="0"/>
              <a:t>2026. 01. 29.</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1397776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00932-D9D1-4B18-9AF0-83E8F999AA85}" type="datetimeFigureOut">
              <a:rPr lang="hu-HU" smtClean="0"/>
              <a:t>2026. 01. 29.</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3848915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500932-D9D1-4B18-9AF0-83E8F999AA85}" type="datetimeFigureOut">
              <a:rPr lang="hu-HU" smtClean="0"/>
              <a:t>2026. 01. 29.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2289450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500932-D9D1-4B18-9AF0-83E8F999AA85}" type="datetimeFigureOut">
              <a:rPr lang="hu-HU" smtClean="0"/>
              <a:t>2026. 01. 29.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3244278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2665859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327892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901065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3608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1768398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87409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500932-D9D1-4B18-9AF0-83E8F999AA85}" type="datetimeFigureOut">
              <a:rPr lang="hu-HU" smtClean="0"/>
              <a:t>2026. 01. 29.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811D9344-CEE0-4144-9FAA-B1979ABF33F1}" type="slidenum">
              <a:rPr lang="hu-HU" smtClean="0"/>
              <a:t>‹#›</a:t>
            </a:fld>
            <a:endParaRPr lang="hu-HU"/>
          </a:p>
        </p:txBody>
      </p:sp>
    </p:spTree>
    <p:extLst>
      <p:ext uri="{BB962C8B-B14F-4D97-AF65-F5344CB8AC3E}">
        <p14:creationId xmlns:p14="http://schemas.microsoft.com/office/powerpoint/2010/main" val="3628384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left-title_&amp;_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8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bels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338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cov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Ellipszis 3">
            <a:extLst>
              <a:ext uri="{FF2B5EF4-FFF2-40B4-BE49-F238E27FC236}">
                <a16:creationId xmlns:a16="http://schemas.microsoft.com/office/drawing/2014/main" id="{0A40B6CE-D121-4CD8-BB9D-4E5F771F135E}"/>
              </a:ext>
            </a:extLst>
          </p:cNvPr>
          <p:cNvSpPr/>
          <p:nvPr userDrawn="1"/>
        </p:nvSpPr>
        <p:spPr>
          <a:xfrm>
            <a:off x="1819274" y="961541"/>
            <a:ext cx="9115425" cy="5084847"/>
          </a:xfrm>
          <a:prstGeom prst="ellipse">
            <a:avLst/>
          </a:prstGeom>
          <a:noFill/>
          <a:ln w="34925">
            <a:solidFill>
              <a:srgbClr val="009C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6" name="Ellipszis 5">
            <a:extLst>
              <a:ext uri="{FF2B5EF4-FFF2-40B4-BE49-F238E27FC236}">
                <a16:creationId xmlns:a16="http://schemas.microsoft.com/office/drawing/2014/main" id="{8F1F25B4-AC18-476B-8EFF-CBDCE22060E6}"/>
              </a:ext>
            </a:extLst>
          </p:cNvPr>
          <p:cNvSpPr/>
          <p:nvPr userDrawn="1"/>
        </p:nvSpPr>
        <p:spPr>
          <a:xfrm>
            <a:off x="2001963" y="838200"/>
            <a:ext cx="8541001" cy="5343524"/>
          </a:xfrm>
          <a:prstGeom prst="ellipse">
            <a:avLst/>
          </a:prstGeom>
          <a:no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Ellipszis 7">
            <a:extLst>
              <a:ext uri="{FF2B5EF4-FFF2-40B4-BE49-F238E27FC236}">
                <a16:creationId xmlns:a16="http://schemas.microsoft.com/office/drawing/2014/main" id="{84C1AE53-B298-465F-87A2-485944FDB496}"/>
              </a:ext>
            </a:extLst>
          </p:cNvPr>
          <p:cNvSpPr/>
          <p:nvPr userDrawn="1"/>
        </p:nvSpPr>
        <p:spPr>
          <a:xfrm>
            <a:off x="2317499" y="990600"/>
            <a:ext cx="8541001" cy="5343524"/>
          </a:xfrm>
          <a:prstGeom prst="ellipse">
            <a:avLst/>
          </a:prstGeom>
          <a:noFill/>
          <a:ln w="34925">
            <a:solidFill>
              <a:srgbClr val="C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Szöveg helye 2">
            <a:extLst>
              <a:ext uri="{FF2B5EF4-FFF2-40B4-BE49-F238E27FC236}">
                <a16:creationId xmlns:a16="http://schemas.microsoft.com/office/drawing/2014/main" id="{CBA00887-A2D9-4391-950A-6BEA19BA543C}"/>
              </a:ext>
            </a:extLst>
          </p:cNvPr>
          <p:cNvSpPr>
            <a:spLocks noGrp="1"/>
          </p:cNvSpPr>
          <p:nvPr>
            <p:ph type="body" sz="quarter" idx="10" hasCustomPrompt="1"/>
          </p:nvPr>
        </p:nvSpPr>
        <p:spPr>
          <a:xfrm>
            <a:off x="2476496" y="1190625"/>
            <a:ext cx="7800980" cy="4476750"/>
          </a:xfrm>
          <a:prstGeom prst="rect">
            <a:avLst/>
          </a:prstGeom>
        </p:spPr>
        <p:txBody>
          <a:bodyPr anchor="ctr"/>
          <a:lstStyle>
            <a:lvl1pPr algn="ctr">
              <a:buNone/>
              <a:defRPr sz="4400" b="1">
                <a:solidFill>
                  <a:schemeClr val="bg1"/>
                </a:solidFill>
                <a:latin typeface="Arial" panose="020B0604020202020204" pitchFamily="34" charset="0"/>
                <a:cs typeface="Arial" panose="020B0604020202020204" pitchFamily="34" charset="0"/>
              </a:defRPr>
            </a:lvl1pPr>
            <a:lvl2pPr>
              <a:defRPr sz="4400">
                <a:solidFill>
                  <a:schemeClr val="bg1"/>
                </a:solidFill>
                <a:latin typeface="Arial" panose="020B0604020202020204" pitchFamily="34" charset="0"/>
                <a:cs typeface="Arial" panose="020B0604020202020204" pitchFamily="34" charset="0"/>
              </a:defRPr>
            </a:lvl2pPr>
            <a:lvl3pPr>
              <a:defRPr sz="4400">
                <a:solidFill>
                  <a:schemeClr val="bg1"/>
                </a:solidFill>
                <a:latin typeface="Arial" panose="020B0604020202020204" pitchFamily="34" charset="0"/>
                <a:cs typeface="Arial" panose="020B0604020202020204" pitchFamily="34" charset="0"/>
              </a:defRPr>
            </a:lvl3pPr>
            <a:lvl4pPr>
              <a:defRPr sz="4400">
                <a:solidFill>
                  <a:schemeClr val="bg1"/>
                </a:solidFill>
                <a:latin typeface="Arial" panose="020B0604020202020204" pitchFamily="34" charset="0"/>
                <a:cs typeface="Arial" panose="020B0604020202020204" pitchFamily="34" charset="0"/>
              </a:defRPr>
            </a:lvl4pPr>
            <a:lvl5pPr>
              <a:defRPr sz="4400">
                <a:solidFill>
                  <a:schemeClr val="bg1"/>
                </a:solidFill>
                <a:latin typeface="Arial" panose="020B0604020202020204" pitchFamily="34" charset="0"/>
                <a:cs typeface="Arial" panose="020B0604020202020204" pitchFamily="34" charset="0"/>
              </a:defRPr>
            </a:lvl5pPr>
          </a:lstStyle>
          <a:p>
            <a:pPr lvl="0"/>
            <a:r>
              <a:rPr lang="hu-HU"/>
              <a:t>MINTASZÖVEG</a:t>
            </a:r>
          </a:p>
        </p:txBody>
      </p:sp>
    </p:spTree>
    <p:extLst>
      <p:ext uri="{BB962C8B-B14F-4D97-AF65-F5344CB8AC3E}">
        <p14:creationId xmlns:p14="http://schemas.microsoft.com/office/powerpoint/2010/main" val="1284790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left-title_&amp;_content">
    <p:bg>
      <p:bgPr>
        <a:solidFill>
          <a:schemeClr val="accent3">
            <a:lumMod val="40000"/>
            <a:lumOff val="6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924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left-title_&amp;_conten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2337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left-title_&amp;_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368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bels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6" name="Szöveg helye 5">
            <a:extLst>
              <a:ext uri="{FF2B5EF4-FFF2-40B4-BE49-F238E27FC236}">
                <a16:creationId xmlns:a16="http://schemas.microsoft.com/office/drawing/2014/main" id="{EB773D55-D0BC-4B49-9621-0741DD65ADC3}"/>
              </a:ext>
            </a:extLst>
          </p:cNvPr>
          <p:cNvSpPr>
            <a:spLocks noGrp="1"/>
          </p:cNvSpPr>
          <p:nvPr>
            <p:ph type="body" sz="quarter" idx="10" hasCustomPrompt="1"/>
          </p:nvPr>
        </p:nvSpPr>
        <p:spPr>
          <a:xfrm>
            <a:off x="733425" y="1304924"/>
            <a:ext cx="3744684" cy="4770439"/>
          </a:xfrm>
          <a:prstGeom prst="rect">
            <a:avLst/>
          </a:prstGeom>
        </p:spPr>
        <p:txBody>
          <a:bodyPr/>
          <a:lstStyle>
            <a:lvl1pPr marL="0">
              <a:lnSpc>
                <a:spcPct val="100000"/>
              </a:lnSpc>
              <a:buNone/>
              <a:defRPr sz="4000" b="1">
                <a:solidFill>
                  <a:schemeClr val="bg1"/>
                </a:solidFill>
                <a:latin typeface="+mj-lt"/>
              </a:defRPr>
            </a:lvl1pPr>
            <a:lvl2pPr marL="0">
              <a:lnSpc>
                <a:spcPct val="100000"/>
              </a:lnSpc>
              <a:buFont typeface="Arial" panose="020B0604020202020204" pitchFamily="34" charset="0"/>
              <a:buChar char="•"/>
              <a:defRPr sz="2200" b="1">
                <a:solidFill>
                  <a:schemeClr val="bg1"/>
                </a:solidFill>
                <a:latin typeface="+mj-lt"/>
              </a:defRPr>
            </a:lvl2pPr>
            <a:lvl3pPr>
              <a:lnSpc>
                <a:spcPct val="100000"/>
              </a:lnSpc>
              <a:buNone/>
              <a:defRPr b="1">
                <a:solidFill>
                  <a:schemeClr val="bg1"/>
                </a:solidFill>
                <a:latin typeface="+mj-lt"/>
              </a:defRPr>
            </a:lvl3pPr>
            <a:lvl4pPr>
              <a:lnSpc>
                <a:spcPct val="100000"/>
              </a:lnSpc>
              <a:buNone/>
              <a:defRPr b="1">
                <a:solidFill>
                  <a:schemeClr val="bg1"/>
                </a:solidFill>
                <a:latin typeface="+mj-lt"/>
              </a:defRPr>
            </a:lvl4pPr>
            <a:lvl5pPr>
              <a:lnSpc>
                <a:spcPct val="100000"/>
              </a:lnSpc>
              <a:buNone/>
              <a:defRPr b="1">
                <a:solidFill>
                  <a:schemeClr val="bg1"/>
                </a:solidFill>
                <a:latin typeface="+mj-lt"/>
              </a:defRPr>
            </a:lvl5pPr>
          </a:lstStyle>
          <a:p>
            <a:pPr lvl="0"/>
            <a:r>
              <a:rPr lang="hu-HU"/>
              <a:t>MINTASZÖVEG SZERKESZTÉSE</a:t>
            </a:r>
          </a:p>
          <a:p>
            <a:pPr lvl="1"/>
            <a:r>
              <a:rPr lang="hu-HU"/>
              <a:t>Második szint</a:t>
            </a:r>
          </a:p>
        </p:txBody>
      </p:sp>
    </p:spTree>
    <p:extLst>
      <p:ext uri="{BB962C8B-B14F-4D97-AF65-F5344CB8AC3E}">
        <p14:creationId xmlns:p14="http://schemas.microsoft.com/office/powerpoint/2010/main" val="2389601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_bels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487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op_header-title_&amp;_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066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cov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Ellipszis 3">
            <a:extLst>
              <a:ext uri="{FF2B5EF4-FFF2-40B4-BE49-F238E27FC236}">
                <a16:creationId xmlns:a16="http://schemas.microsoft.com/office/drawing/2014/main" id="{0A40B6CE-D121-4CD8-BB9D-4E5F771F135E}"/>
              </a:ext>
            </a:extLst>
          </p:cNvPr>
          <p:cNvSpPr/>
          <p:nvPr userDrawn="1"/>
        </p:nvSpPr>
        <p:spPr>
          <a:xfrm>
            <a:off x="1819274" y="961541"/>
            <a:ext cx="9115425" cy="5084847"/>
          </a:xfrm>
          <a:prstGeom prst="ellipse">
            <a:avLst/>
          </a:prstGeom>
          <a:noFill/>
          <a:ln w="34925">
            <a:solidFill>
              <a:srgbClr val="009C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6" name="Ellipszis 5">
            <a:extLst>
              <a:ext uri="{FF2B5EF4-FFF2-40B4-BE49-F238E27FC236}">
                <a16:creationId xmlns:a16="http://schemas.microsoft.com/office/drawing/2014/main" id="{8F1F25B4-AC18-476B-8EFF-CBDCE22060E6}"/>
              </a:ext>
            </a:extLst>
          </p:cNvPr>
          <p:cNvSpPr/>
          <p:nvPr userDrawn="1"/>
        </p:nvSpPr>
        <p:spPr>
          <a:xfrm>
            <a:off x="2001963" y="838200"/>
            <a:ext cx="8541001" cy="5343524"/>
          </a:xfrm>
          <a:prstGeom prst="ellipse">
            <a:avLst/>
          </a:prstGeom>
          <a:no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Ellipszis 7">
            <a:extLst>
              <a:ext uri="{FF2B5EF4-FFF2-40B4-BE49-F238E27FC236}">
                <a16:creationId xmlns:a16="http://schemas.microsoft.com/office/drawing/2014/main" id="{84C1AE53-B298-465F-87A2-485944FDB496}"/>
              </a:ext>
            </a:extLst>
          </p:cNvPr>
          <p:cNvSpPr/>
          <p:nvPr userDrawn="1"/>
        </p:nvSpPr>
        <p:spPr>
          <a:xfrm>
            <a:off x="2317499" y="990600"/>
            <a:ext cx="8541001" cy="5343524"/>
          </a:xfrm>
          <a:prstGeom prst="ellipse">
            <a:avLst/>
          </a:prstGeom>
          <a:noFill/>
          <a:ln w="34925">
            <a:solidFill>
              <a:srgbClr val="C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Szöveg helye 2">
            <a:extLst>
              <a:ext uri="{FF2B5EF4-FFF2-40B4-BE49-F238E27FC236}">
                <a16:creationId xmlns:a16="http://schemas.microsoft.com/office/drawing/2014/main" id="{CBA00887-A2D9-4391-950A-6BEA19BA543C}"/>
              </a:ext>
            </a:extLst>
          </p:cNvPr>
          <p:cNvSpPr>
            <a:spLocks noGrp="1"/>
          </p:cNvSpPr>
          <p:nvPr>
            <p:ph type="body" sz="quarter" idx="10" hasCustomPrompt="1"/>
          </p:nvPr>
        </p:nvSpPr>
        <p:spPr>
          <a:xfrm>
            <a:off x="2476496" y="1190625"/>
            <a:ext cx="7800980" cy="4476750"/>
          </a:xfrm>
          <a:prstGeom prst="rect">
            <a:avLst/>
          </a:prstGeom>
        </p:spPr>
        <p:txBody>
          <a:bodyPr anchor="ctr"/>
          <a:lstStyle>
            <a:lvl1pPr algn="ctr">
              <a:buNone/>
              <a:defRPr sz="4400" b="1">
                <a:solidFill>
                  <a:schemeClr val="bg1"/>
                </a:solidFill>
                <a:latin typeface="Arial" panose="020B0604020202020204" pitchFamily="34" charset="0"/>
                <a:cs typeface="Arial" panose="020B0604020202020204" pitchFamily="34" charset="0"/>
              </a:defRPr>
            </a:lvl1pPr>
            <a:lvl2pPr>
              <a:defRPr sz="4400">
                <a:solidFill>
                  <a:schemeClr val="bg1"/>
                </a:solidFill>
                <a:latin typeface="Arial" panose="020B0604020202020204" pitchFamily="34" charset="0"/>
                <a:cs typeface="Arial" panose="020B0604020202020204" pitchFamily="34" charset="0"/>
              </a:defRPr>
            </a:lvl2pPr>
            <a:lvl3pPr>
              <a:defRPr sz="4400">
                <a:solidFill>
                  <a:schemeClr val="bg1"/>
                </a:solidFill>
                <a:latin typeface="Arial" panose="020B0604020202020204" pitchFamily="34" charset="0"/>
                <a:cs typeface="Arial" panose="020B0604020202020204" pitchFamily="34" charset="0"/>
              </a:defRPr>
            </a:lvl3pPr>
            <a:lvl4pPr>
              <a:defRPr sz="4400">
                <a:solidFill>
                  <a:schemeClr val="bg1"/>
                </a:solidFill>
                <a:latin typeface="Arial" panose="020B0604020202020204" pitchFamily="34" charset="0"/>
                <a:cs typeface="Arial" panose="020B0604020202020204" pitchFamily="34" charset="0"/>
              </a:defRPr>
            </a:lvl4pPr>
            <a:lvl5pPr>
              <a:defRPr sz="4400">
                <a:solidFill>
                  <a:schemeClr val="bg1"/>
                </a:solidFill>
                <a:latin typeface="Arial" panose="020B0604020202020204" pitchFamily="34" charset="0"/>
                <a:cs typeface="Arial" panose="020B0604020202020204" pitchFamily="34" charset="0"/>
              </a:defRPr>
            </a:lvl5pPr>
          </a:lstStyle>
          <a:p>
            <a:pPr lvl="0"/>
            <a:r>
              <a:rPr lang="hu-HU"/>
              <a:t>MINTASZÖVEG</a:t>
            </a:r>
          </a:p>
        </p:txBody>
      </p:sp>
    </p:spTree>
    <p:extLst>
      <p:ext uri="{BB962C8B-B14F-4D97-AF65-F5344CB8AC3E}">
        <p14:creationId xmlns:p14="http://schemas.microsoft.com/office/powerpoint/2010/main" val="119372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left-title_&amp;_content">
    <p:bg>
      <p:bgPr>
        <a:solidFill>
          <a:schemeClr val="accent3">
            <a:lumMod val="40000"/>
            <a:lumOff val="6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2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left-title_&amp;_conten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775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5FA59-D418-65B0-3E7D-5717DFA1BA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E7CA3B-3898-A227-E455-1E39C9C858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CB088D-6D20-1B3B-A885-6A6DD83676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346F70-1BC2-4B41-800B-BD545B096BFD}" type="datetimeFigureOut">
              <a:rPr lang="en-GB" smtClean="0"/>
              <a:t>29/01/2026</a:t>
            </a:fld>
            <a:endParaRPr lang="en-GB"/>
          </a:p>
        </p:txBody>
      </p:sp>
      <p:sp>
        <p:nvSpPr>
          <p:cNvPr id="5" name="Footer Placeholder 4">
            <a:extLst>
              <a:ext uri="{FF2B5EF4-FFF2-40B4-BE49-F238E27FC236}">
                <a16:creationId xmlns:a16="http://schemas.microsoft.com/office/drawing/2014/main" id="{06BCDBF3-8359-A440-C53B-AAC08461A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7FBE200-6DC4-A99E-F6B0-F965235494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2F0ED7-B3D2-4C3A-8C73-8D9AA36C0712}" type="slidenum">
              <a:rPr lang="en-GB" smtClean="0"/>
              <a:t>‹#›</a:t>
            </a:fld>
            <a:endParaRPr lang="en-GB"/>
          </a:p>
        </p:txBody>
      </p:sp>
    </p:spTree>
    <p:extLst>
      <p:ext uri="{BB962C8B-B14F-4D97-AF65-F5344CB8AC3E}">
        <p14:creationId xmlns:p14="http://schemas.microsoft.com/office/powerpoint/2010/main" val="3099372998"/>
      </p:ext>
    </p:extLst>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500932-D9D1-4B18-9AF0-83E8F999AA85}" type="datetimeFigureOut">
              <a:rPr lang="hu-HU" smtClean="0"/>
              <a:t>2026. 01. 29.</a:t>
            </a:fld>
            <a:endParaRPr lang="hu-H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u-H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11D9344-CEE0-4144-9FAA-B1979ABF33F1}" type="slidenum">
              <a:rPr lang="hu-HU" smtClean="0"/>
              <a:t>‹#›</a:t>
            </a:fld>
            <a:endParaRPr lang="hu-HU"/>
          </a:p>
        </p:txBody>
      </p:sp>
    </p:spTree>
    <p:extLst>
      <p:ext uri="{BB962C8B-B14F-4D97-AF65-F5344CB8AC3E}">
        <p14:creationId xmlns:p14="http://schemas.microsoft.com/office/powerpoint/2010/main" val="1048882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gif"/></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0A47D-4D53-9AE8-5C54-6E6FF681AFED}"/>
            </a:ext>
          </a:extLst>
        </p:cNvPr>
        <p:cNvGrpSpPr/>
        <p:nvPr/>
      </p:nvGrpSpPr>
      <p:grpSpPr>
        <a:xfrm>
          <a:off x="0" y="0"/>
          <a:ext cx="0" cy="0"/>
          <a:chOff x="0" y="0"/>
          <a:chExt cx="0" cy="0"/>
        </a:xfrm>
      </p:grpSpPr>
      <p:sp>
        <p:nvSpPr>
          <p:cNvPr id="126" name="Freeform: Shape 125">
            <a:extLst>
              <a:ext uri="{FF2B5EF4-FFF2-40B4-BE49-F238E27FC236}">
                <a16:creationId xmlns:a16="http://schemas.microsoft.com/office/drawing/2014/main" id="{3A7F0019-90A9-03DA-24A5-689E05C6AC0D}"/>
              </a:ext>
            </a:extLst>
          </p:cNvPr>
          <p:cNvSpPr/>
          <p:nvPr/>
        </p:nvSpPr>
        <p:spPr>
          <a:xfrm>
            <a:off x="0" y="5334000"/>
            <a:ext cx="1524000" cy="1524000"/>
          </a:xfrm>
          <a:custGeom>
            <a:avLst/>
            <a:gdLst>
              <a:gd name="connsiteX0" fmla="*/ 0 w 1524000"/>
              <a:gd name="connsiteY0" fmla="*/ 0 h 1524000"/>
              <a:gd name="connsiteX1" fmla="*/ 0 w 1524000"/>
              <a:gd name="connsiteY1" fmla="*/ 1524000 h 1524000"/>
              <a:gd name="connsiteX2" fmla="*/ 1524000 w 1524000"/>
              <a:gd name="connsiteY2" fmla="*/ 1524000 h 1524000"/>
              <a:gd name="connsiteX3" fmla="*/ 0 w 1524000"/>
              <a:gd name="connsiteY3" fmla="*/ 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0" y="1524000"/>
                </a:lnTo>
                <a:lnTo>
                  <a:pt x="1524000" y="1524000"/>
                </a:lnTo>
                <a:lnTo>
                  <a:pt x="0" y="0"/>
                </a:lnTo>
                <a:close/>
              </a:path>
            </a:pathLst>
          </a:custGeom>
          <a:solidFill>
            <a:srgbClr val="C4D600"/>
          </a:solidFill>
          <a:ln w="6347"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0CCA180-B07D-3912-69C1-D204467F3C7F}"/>
              </a:ext>
            </a:extLst>
          </p:cNvPr>
          <p:cNvSpPr/>
          <p:nvPr/>
        </p:nvSpPr>
        <p:spPr>
          <a:xfrm>
            <a:off x="0" y="781050"/>
            <a:ext cx="2276475" cy="4552950"/>
          </a:xfrm>
          <a:custGeom>
            <a:avLst/>
            <a:gdLst>
              <a:gd name="connsiteX0" fmla="*/ 0 w 2276475"/>
              <a:gd name="connsiteY0" fmla="*/ 4552950 h 4552950"/>
              <a:gd name="connsiteX1" fmla="*/ 2276475 w 2276475"/>
              <a:gd name="connsiteY1" fmla="*/ 2276475 h 4552950"/>
              <a:gd name="connsiteX2" fmla="*/ 0 w 2276475"/>
              <a:gd name="connsiteY2" fmla="*/ 0 h 4552950"/>
              <a:gd name="connsiteX3" fmla="*/ 0 w 2276475"/>
              <a:gd name="connsiteY3" fmla="*/ 4552950 h 4552950"/>
            </a:gdLst>
            <a:ahLst/>
            <a:cxnLst>
              <a:cxn ang="0">
                <a:pos x="connsiteX0" y="connsiteY0"/>
              </a:cxn>
              <a:cxn ang="0">
                <a:pos x="connsiteX1" y="connsiteY1"/>
              </a:cxn>
              <a:cxn ang="0">
                <a:pos x="connsiteX2" y="connsiteY2"/>
              </a:cxn>
              <a:cxn ang="0">
                <a:pos x="connsiteX3" y="connsiteY3"/>
              </a:cxn>
            </a:cxnLst>
            <a:rect l="l" t="t" r="r" b="b"/>
            <a:pathLst>
              <a:path w="2276475" h="4552950">
                <a:moveTo>
                  <a:pt x="0" y="4552950"/>
                </a:moveTo>
                <a:lnTo>
                  <a:pt x="2276475" y="2276475"/>
                </a:lnTo>
                <a:lnTo>
                  <a:pt x="0" y="0"/>
                </a:lnTo>
                <a:lnTo>
                  <a:pt x="0" y="4552950"/>
                </a:lnTo>
                <a:close/>
              </a:path>
            </a:pathLst>
          </a:custGeom>
          <a:solidFill>
            <a:srgbClr val="009CDE"/>
          </a:solidFill>
          <a:ln w="6347"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9E4EFF1-1E77-EAB5-A32D-42EB929E03F8}"/>
              </a:ext>
            </a:extLst>
          </p:cNvPr>
          <p:cNvSpPr/>
          <p:nvPr/>
        </p:nvSpPr>
        <p:spPr>
          <a:xfrm>
            <a:off x="2276475" y="4135183"/>
            <a:ext cx="3800475" cy="2722816"/>
          </a:xfrm>
          <a:custGeom>
            <a:avLst/>
            <a:gdLst>
              <a:gd name="connsiteX0" fmla="*/ 3800475 w 3800475"/>
              <a:gd name="connsiteY0" fmla="*/ 2722816 h 2722816"/>
              <a:gd name="connsiteX1" fmla="*/ 1645222 w 3800475"/>
              <a:gd name="connsiteY1" fmla="*/ 2722816 h 2722816"/>
              <a:gd name="connsiteX2" fmla="*/ 0 w 3800475"/>
              <a:gd name="connsiteY2" fmla="*/ 1077595 h 2722816"/>
              <a:gd name="connsiteX3" fmla="*/ 1077595 w 3800475"/>
              <a:gd name="connsiteY3" fmla="*/ 0 h 2722816"/>
              <a:gd name="connsiteX4" fmla="*/ 3800475 w 3800475"/>
              <a:gd name="connsiteY4" fmla="*/ 2722816 h 272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75" h="2722816">
                <a:moveTo>
                  <a:pt x="3800475" y="2722816"/>
                </a:moveTo>
                <a:lnTo>
                  <a:pt x="1645222" y="2722816"/>
                </a:lnTo>
                <a:lnTo>
                  <a:pt x="0" y="1077595"/>
                </a:lnTo>
                <a:lnTo>
                  <a:pt x="1077595" y="0"/>
                </a:lnTo>
                <a:lnTo>
                  <a:pt x="3800475" y="2722816"/>
                </a:lnTo>
                <a:close/>
              </a:path>
            </a:pathLst>
          </a:custGeom>
          <a:solidFill>
            <a:srgbClr val="A50050"/>
          </a:solidFill>
          <a:ln w="634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7533991-B854-12E9-29F5-4204F5649868}"/>
              </a:ext>
            </a:extLst>
          </p:cNvPr>
          <p:cNvSpPr txBox="1">
            <a:spLocks/>
          </p:cNvSpPr>
          <p:nvPr/>
        </p:nvSpPr>
        <p:spPr>
          <a:xfrm>
            <a:off x="5781538" y="802355"/>
            <a:ext cx="5881634" cy="1655761"/>
          </a:xfrm>
          <a:prstGeom prst="rect">
            <a:avLst/>
          </a:prstGeom>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6000" b="1" dirty="0">
                <a:solidFill>
                  <a:srgbClr val="00426A"/>
                </a:solidFill>
                <a:latin typeface="Arial" panose="020B0604020202020204" pitchFamily="34" charset="0"/>
                <a:ea typeface="Calibri" panose="020F0502020204030204" pitchFamily="34" charset="0"/>
                <a:cs typeface="Arial" panose="020B0604020202020204" pitchFamily="34" charset="0"/>
              </a:rPr>
              <a:t>A </a:t>
            </a:r>
            <a:r>
              <a:rPr lang="en-GB" sz="6000" b="1" dirty="0" err="1">
                <a:solidFill>
                  <a:srgbClr val="00426A"/>
                </a:solidFill>
                <a:latin typeface="Arial" panose="020B0604020202020204" pitchFamily="34" charset="0"/>
                <a:ea typeface="Calibri" panose="020F0502020204030204" pitchFamily="34" charset="0"/>
                <a:cs typeface="Arial" panose="020B0604020202020204" pitchFamily="34" charset="0"/>
              </a:rPr>
              <a:t>mesterséges</a:t>
            </a:r>
            <a:r>
              <a:rPr lang="en-GB" sz="6000" b="1" dirty="0">
                <a:solidFill>
                  <a:srgbClr val="00426A"/>
                </a:solidFill>
                <a:latin typeface="Arial" panose="020B0604020202020204" pitchFamily="34" charset="0"/>
                <a:ea typeface="Calibri" panose="020F0502020204030204" pitchFamily="34" charset="0"/>
                <a:cs typeface="Arial" panose="020B0604020202020204" pitchFamily="34" charset="0"/>
              </a:rPr>
              <a:t> </a:t>
            </a:r>
            <a:r>
              <a:rPr lang="en-GB" sz="6000" b="1" dirty="0" err="1">
                <a:solidFill>
                  <a:srgbClr val="00426A"/>
                </a:solidFill>
                <a:latin typeface="Arial" panose="020B0604020202020204" pitchFamily="34" charset="0"/>
                <a:ea typeface="Calibri" panose="020F0502020204030204" pitchFamily="34" charset="0"/>
                <a:cs typeface="Arial" panose="020B0604020202020204" pitchFamily="34" charset="0"/>
              </a:rPr>
              <a:t>intelligencia</a:t>
            </a:r>
            <a:r>
              <a:rPr lang="en-GB" sz="6000" b="1" dirty="0">
                <a:solidFill>
                  <a:srgbClr val="00426A"/>
                </a:solidFill>
                <a:latin typeface="Arial" panose="020B0604020202020204" pitchFamily="34" charset="0"/>
                <a:ea typeface="Calibri" panose="020F0502020204030204" pitchFamily="34" charset="0"/>
                <a:cs typeface="Arial" panose="020B0604020202020204" pitchFamily="34" charset="0"/>
              </a:rPr>
              <a:t> </a:t>
            </a:r>
            <a:r>
              <a:rPr lang="en-GB" sz="6000" b="1" dirty="0" err="1">
                <a:solidFill>
                  <a:srgbClr val="00426A"/>
                </a:solidFill>
                <a:latin typeface="Arial" panose="020B0604020202020204" pitchFamily="34" charset="0"/>
                <a:ea typeface="Calibri" panose="020F0502020204030204" pitchFamily="34" charset="0"/>
                <a:cs typeface="Arial" panose="020B0604020202020204" pitchFamily="34" charset="0"/>
              </a:rPr>
              <a:t>története</a:t>
            </a:r>
            <a:endParaRPr lang="en-GB" sz="6000" b="1" dirty="0">
              <a:solidFill>
                <a:srgbClr val="00426A"/>
              </a:solidFill>
              <a:latin typeface="Arial" panose="020B0604020202020204" pitchFamily="34" charset="0"/>
              <a:ea typeface="Calibri" panose="020F050202020403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79B7E346-B7AD-C70A-69D8-5F035550ABF5}"/>
              </a:ext>
            </a:extLst>
          </p:cNvPr>
          <p:cNvSpPr/>
          <p:nvPr/>
        </p:nvSpPr>
        <p:spPr>
          <a:xfrm>
            <a:off x="5872196" y="3429000"/>
            <a:ext cx="4111232" cy="102620"/>
          </a:xfrm>
          <a:prstGeom prst="rect">
            <a:avLst/>
          </a:prstGeom>
          <a:solidFill>
            <a:srgbClr val="C4D600"/>
          </a:solidFill>
          <a:ln>
            <a:solidFill>
              <a:srgbClr val="C4D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C4D600"/>
              </a:highlight>
            </a:endParaRPr>
          </a:p>
        </p:txBody>
      </p:sp>
      <p:sp>
        <p:nvSpPr>
          <p:cNvPr id="5" name="Subtitle 2">
            <a:extLst>
              <a:ext uri="{FF2B5EF4-FFF2-40B4-BE49-F238E27FC236}">
                <a16:creationId xmlns:a16="http://schemas.microsoft.com/office/drawing/2014/main" id="{D26D472C-AC38-5954-1DB2-11EB75A3E644}"/>
              </a:ext>
            </a:extLst>
          </p:cNvPr>
          <p:cNvSpPr txBox="1">
            <a:spLocks/>
          </p:cNvSpPr>
          <p:nvPr/>
        </p:nvSpPr>
        <p:spPr>
          <a:xfrm>
            <a:off x="5872289" y="4138813"/>
            <a:ext cx="5400358" cy="725001"/>
          </a:xfrm>
          <a:prstGeom prst="rect">
            <a:avLst/>
          </a:prstGeom>
        </p:spPr>
        <p:txBody>
          <a:bodyPr>
            <a:normAutofit fontScale="850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3000" b="1" err="1">
                <a:solidFill>
                  <a:schemeClr val="bg1">
                    <a:lumMod val="75000"/>
                  </a:schemeClr>
                </a:solidFill>
                <a:latin typeface="Arial" panose="020B0604020202020204" pitchFamily="34" charset="0"/>
                <a:ea typeface="+mj-ea"/>
                <a:cs typeface="Arial" panose="020B0604020202020204" pitchFamily="34" charset="0"/>
              </a:rPr>
              <a:t>Mesterséges</a:t>
            </a:r>
            <a:r>
              <a:rPr lang="en-GB" sz="3000" b="1">
                <a:solidFill>
                  <a:schemeClr val="bg1">
                    <a:lumMod val="75000"/>
                  </a:schemeClr>
                </a:solidFill>
                <a:latin typeface="Arial" panose="020B0604020202020204" pitchFamily="34" charset="0"/>
                <a:ea typeface="+mj-ea"/>
                <a:cs typeface="Arial" panose="020B0604020202020204" pitchFamily="34" charset="0"/>
              </a:rPr>
              <a:t> </a:t>
            </a:r>
            <a:r>
              <a:rPr lang="en-GB" sz="3000" b="1" err="1">
                <a:solidFill>
                  <a:schemeClr val="bg1">
                    <a:lumMod val="75000"/>
                  </a:schemeClr>
                </a:solidFill>
                <a:latin typeface="Arial" panose="020B0604020202020204" pitchFamily="34" charset="0"/>
                <a:ea typeface="+mj-ea"/>
                <a:cs typeface="Arial" panose="020B0604020202020204" pitchFamily="34" charset="0"/>
              </a:rPr>
              <a:t>Intelligencia</a:t>
            </a:r>
            <a:r>
              <a:rPr lang="en-GB" sz="3000" b="1">
                <a:solidFill>
                  <a:schemeClr val="bg1">
                    <a:lumMod val="75000"/>
                  </a:schemeClr>
                </a:solidFill>
                <a:latin typeface="Arial" panose="020B0604020202020204" pitchFamily="34" charset="0"/>
                <a:ea typeface="+mj-ea"/>
                <a:cs typeface="Arial" panose="020B0604020202020204" pitchFamily="34" charset="0"/>
              </a:rPr>
              <a:t> </a:t>
            </a:r>
            <a:r>
              <a:rPr lang="en-GB" sz="3000" b="1" err="1">
                <a:solidFill>
                  <a:schemeClr val="bg1">
                    <a:lumMod val="75000"/>
                  </a:schemeClr>
                </a:solidFill>
                <a:latin typeface="Arial" panose="020B0604020202020204" pitchFamily="34" charset="0"/>
                <a:ea typeface="+mj-ea"/>
                <a:cs typeface="Arial" panose="020B0604020202020204" pitchFamily="34" charset="0"/>
              </a:rPr>
              <a:t>tananyag</a:t>
            </a:r>
            <a:r>
              <a:rPr lang="en-GB" sz="3000" b="1">
                <a:solidFill>
                  <a:schemeClr val="bg1">
                    <a:lumMod val="75000"/>
                  </a:schemeClr>
                </a:solidFill>
                <a:latin typeface="Arial" panose="020B0604020202020204" pitchFamily="34" charset="0"/>
                <a:ea typeface="+mj-ea"/>
                <a:cs typeface="Arial" panose="020B0604020202020204" pitchFamily="34" charset="0"/>
              </a:rPr>
              <a:t> – 9. </a:t>
            </a:r>
            <a:r>
              <a:rPr lang="en-GB" sz="3000" b="1" err="1">
                <a:solidFill>
                  <a:schemeClr val="bg1">
                    <a:lumMod val="75000"/>
                  </a:schemeClr>
                </a:solidFill>
                <a:latin typeface="Arial" panose="020B0604020202020204" pitchFamily="34" charset="0"/>
                <a:ea typeface="+mj-ea"/>
                <a:cs typeface="Arial" panose="020B0604020202020204" pitchFamily="34" charset="0"/>
              </a:rPr>
              <a:t>osztály</a:t>
            </a:r>
            <a:endParaRPr lang="en-GB" sz="3000" b="1">
              <a:solidFill>
                <a:schemeClr val="bg1">
                  <a:lumMod val="75000"/>
                </a:schemeClr>
              </a:solidFill>
              <a:latin typeface="Arial" panose="020B0604020202020204" pitchFamily="34" charset="0"/>
              <a:ea typeface="+mj-ea"/>
              <a:cs typeface="Arial" panose="020B0604020202020204" pitchFamily="34" charset="0"/>
            </a:endParaRPr>
          </a:p>
          <a:p>
            <a:endParaRPr lang="en-GB" sz="3000" b="1">
              <a:solidFill>
                <a:schemeClr val="accent3"/>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902065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E40F-389F-4757-FD44-6396AC3A637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8A568BA-ABBA-DE26-CA53-F252CD5B4038}"/>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6523253C-D1B8-5068-7C6F-EE629ED41BBD}"/>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82C32A0-D99E-8533-1A3B-6A097C0B45AC}"/>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4423D93-3966-2123-C3BE-344CDB5AA805}"/>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417006F2-E8D0-45E3-BEC2-87DA31B1D40F}"/>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F9304C12-951B-3F20-FF60-9CD0B8748F2B}"/>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77D1F740-7FD7-D2E2-23EB-12F109531E94}"/>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A3D29943-6541-521C-0898-24E92D832B05}"/>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C63163B8-6274-92A0-3EA2-95F46E154F69}"/>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800F87F2-2296-A00E-35BA-86DFD3ADD72F}"/>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59FD7B2-312C-D106-87C4-98168FD3B30C}"/>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8A4E9880-6D4D-258A-AD1E-B93967E333CD}"/>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2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2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hu-HU"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B525CAD0-93E7-D9B1-3B27-C19FF1FD5200}"/>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5018970F-13B2-DD12-D5B6-78EE075F1F44}"/>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3358102A-4338-F0CC-AD1C-C3FE2FB803C5}"/>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9E0ABFC0-BE65-4AA4-9399-8A7144CAA834}"/>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A3DD5E04-BD2B-9772-4AFC-33B8D248A817}"/>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7BFBF2F1-A8ED-BC76-CF47-88560E416168}"/>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2787E42B-184C-84F3-6479-CD2A4C8C2F5C}"/>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A416AB39-A504-8C00-049A-70A79DD1CA63}"/>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9A4E8538-A493-A452-9840-E96A9E8A603D}"/>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25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2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F7B82B22-DFE2-68E3-5E58-7E540C63941E}"/>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6DB661DF-E7DC-F9DD-D980-E2E2DA1677BA}"/>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7FFE9074-36CA-42D8-B7A5-06BFBACF3394}"/>
              </a:ext>
            </a:extLst>
          </p:cNvPr>
          <p:cNvGrpSpPr/>
          <p:nvPr/>
        </p:nvGrpSpPr>
        <p:grpSpPr>
          <a:xfrm>
            <a:off x="1040724" y="1991094"/>
            <a:ext cx="1596911" cy="2343824"/>
            <a:chOff x="1040724" y="1991094"/>
            <a:chExt cx="1596911" cy="2343824"/>
          </a:xfrm>
        </p:grpSpPr>
        <p:sp>
          <p:nvSpPr>
            <p:cNvPr id="35" name="Oval 34">
              <a:extLst>
                <a:ext uri="{FF2B5EF4-FFF2-40B4-BE49-F238E27FC236}">
                  <a16:creationId xmlns:a16="http://schemas.microsoft.com/office/drawing/2014/main" id="{0EFE9CED-0909-2C56-46C2-369BD0908584}"/>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0B773AF7-34E2-25E4-E6F2-C273BA234B3E}"/>
                </a:ext>
              </a:extLst>
            </p:cNvPr>
            <p:cNvSpPr txBox="1">
              <a:spLocks/>
            </p:cNvSpPr>
            <p:nvPr/>
          </p:nvSpPr>
          <p:spPr>
            <a:xfrm>
              <a:off x="1040724" y="1991094"/>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hu-HU"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ADA64374-DCED-C584-EBA3-5E5B02128CE9}"/>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08006C68-A492-6F56-216E-A2F334844C7F}"/>
              </a:ext>
            </a:extLst>
          </p:cNvPr>
          <p:cNvGrpSpPr/>
          <p:nvPr/>
        </p:nvGrpSpPr>
        <p:grpSpPr>
          <a:xfrm>
            <a:off x="4971281" y="3648937"/>
            <a:ext cx="1977682" cy="2646720"/>
            <a:chOff x="4971281" y="3648937"/>
            <a:chExt cx="1977682" cy="2646720"/>
          </a:xfrm>
        </p:grpSpPr>
        <p:sp>
          <p:nvSpPr>
            <p:cNvPr id="39" name="Oval 38">
              <a:extLst>
                <a:ext uri="{FF2B5EF4-FFF2-40B4-BE49-F238E27FC236}">
                  <a16:creationId xmlns:a16="http://schemas.microsoft.com/office/drawing/2014/main" id="{40E1F8F2-4B06-4880-8263-F10E55D6EA5E}"/>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D09EE30F-CF60-FA7D-0D06-53D4A21F09EC}"/>
                </a:ext>
              </a:extLst>
            </p:cNvPr>
            <p:cNvSpPr txBox="1">
              <a:spLocks/>
            </p:cNvSpPr>
            <p:nvPr/>
          </p:nvSpPr>
          <p:spPr>
            <a:xfrm>
              <a:off x="4971281" y="4850156"/>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endParaRPr kumimoji="0" lang="hu-HU"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92BA91AB-CB39-8B08-8B53-D049E0AEF8E3}"/>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816BD774-56EC-184C-17BE-0EB009641E52}"/>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07225668-3640-CA1E-95DA-32293243FB9A}"/>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2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2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D0A9DEAD-4C81-0DA6-2275-ADD1CB4AFAE0}"/>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99162880-E655-60A5-D2D7-BC1F095EC410}"/>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78A78ABC-5EF2-15F9-DD69-38516E94DA82}"/>
              </a:ext>
            </a:extLst>
          </p:cNvPr>
          <p:cNvGrpSpPr/>
          <p:nvPr/>
        </p:nvGrpSpPr>
        <p:grpSpPr>
          <a:xfrm>
            <a:off x="7998379" y="3579427"/>
            <a:ext cx="1747002" cy="2250208"/>
            <a:chOff x="7998379" y="3579427"/>
            <a:chExt cx="1747002" cy="2250208"/>
          </a:xfrm>
        </p:grpSpPr>
        <p:grpSp>
          <p:nvGrpSpPr>
            <p:cNvPr id="11" name="Csoportba foglalás 10">
              <a:extLst>
                <a:ext uri="{FF2B5EF4-FFF2-40B4-BE49-F238E27FC236}">
                  <a16:creationId xmlns:a16="http://schemas.microsoft.com/office/drawing/2014/main" id="{5E561CD6-17CD-363F-E378-16E6B499D258}"/>
                </a:ext>
              </a:extLst>
            </p:cNvPr>
            <p:cNvGrpSpPr/>
            <p:nvPr/>
          </p:nvGrpSpPr>
          <p:grpSpPr>
            <a:xfrm>
              <a:off x="7998379" y="3579427"/>
              <a:ext cx="1747002" cy="2250208"/>
              <a:chOff x="8961957" y="3589543"/>
              <a:chExt cx="1747002" cy="2250208"/>
            </a:xfrm>
          </p:grpSpPr>
          <p:sp>
            <p:nvSpPr>
              <p:cNvPr id="52" name="Oval 51">
                <a:extLst>
                  <a:ext uri="{FF2B5EF4-FFF2-40B4-BE49-F238E27FC236}">
                    <a16:creationId xmlns:a16="http://schemas.microsoft.com/office/drawing/2014/main" id="{0091185C-5CCB-22A8-E67E-E9C225544B64}"/>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10850357-6BC7-E24A-609C-4C33193E6DEB}"/>
                  </a:ext>
                </a:extLst>
              </p:cNvPr>
              <p:cNvSpPr txBox="1">
                <a:spLocks/>
              </p:cNvSpPr>
              <p:nvPr/>
            </p:nvSpPr>
            <p:spPr>
              <a:xfrm>
                <a:off x="8961957" y="4960786"/>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6C0669EA-B6AD-36A7-9E5C-724D5ED912D5}"/>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2E264D94-ED9B-3519-A338-B0E7EBC7A30A}"/>
              </a:ext>
            </a:extLst>
          </p:cNvPr>
          <p:cNvGrpSpPr/>
          <p:nvPr/>
        </p:nvGrpSpPr>
        <p:grpSpPr>
          <a:xfrm>
            <a:off x="8974933" y="1573791"/>
            <a:ext cx="2501508" cy="2389274"/>
            <a:chOff x="8974933" y="1573791"/>
            <a:chExt cx="2501508" cy="2389274"/>
          </a:xfrm>
        </p:grpSpPr>
        <p:sp>
          <p:nvSpPr>
            <p:cNvPr id="30" name="Oval 29">
              <a:extLst>
                <a:ext uri="{FF2B5EF4-FFF2-40B4-BE49-F238E27FC236}">
                  <a16:creationId xmlns:a16="http://schemas.microsoft.com/office/drawing/2014/main" id="{A57251FA-6920-EA29-797A-DF903085ACA5}"/>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543D7088-D728-42BA-A516-22ED25849AC5}"/>
                </a:ext>
              </a:extLst>
            </p:cNvPr>
            <p:cNvSpPr txBox="1">
              <a:spLocks/>
            </p:cNvSpPr>
            <p:nvPr/>
          </p:nvSpPr>
          <p:spPr>
            <a:xfrm>
              <a:off x="8974933" y="1573791"/>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500" b="1" i="0" u="none" strike="noStrike" kern="1200" cap="none" spc="0" normalizeH="0" baseline="0" noProof="0" dirty="0">
                  <a:ln>
                    <a:noFill/>
                  </a:ln>
                  <a:solidFill>
                    <a:srgbClr val="CDD500"/>
                  </a:solidFill>
                  <a:effectLst/>
                  <a:uLnTx/>
                  <a:uFillTx/>
                  <a:latin typeface="Arial"/>
                  <a:ea typeface="+mj-ea"/>
                  <a:cs typeface="Arial"/>
                </a:rPr>
                <a:t>202</a:t>
              </a:r>
              <a:r>
                <a:rPr kumimoji="0" lang="en-GB" sz="2500" b="1" i="0" u="none" strike="noStrike" kern="1200" cap="none" spc="0" normalizeH="0" baseline="0" noProof="0" dirty="0">
                  <a:ln>
                    <a:noFill/>
                  </a:ln>
                  <a:solidFill>
                    <a:srgbClr val="CDD500"/>
                  </a:solidFill>
                  <a:effectLst/>
                  <a:uLnTx/>
                  <a:uFillTx/>
                  <a:latin typeface="Arial"/>
                  <a:ea typeface="+mj-ea"/>
                  <a:cs typeface="Arial"/>
                </a:rPr>
                <a:t>2</a:t>
              </a:r>
              <a:endParaRPr kumimoji="0" lang="en-GB" sz="2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p:txBody>
        </p:sp>
        <p:sp>
          <p:nvSpPr>
            <p:cNvPr id="65" name="Rectangle 64">
              <a:extLst>
                <a:ext uri="{FF2B5EF4-FFF2-40B4-BE49-F238E27FC236}">
                  <a16:creationId xmlns:a16="http://schemas.microsoft.com/office/drawing/2014/main" id="{A288ABC0-8551-DBBC-311A-8161ABD249A4}"/>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810FE11B-C43B-5B93-FB79-B06C9D5B772C}"/>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D233011F-8586-8A39-6AFB-29544DED1472}"/>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C891C762-E23E-0E90-7EED-DF908EA02F6D}"/>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5D41D80A-0D64-FFF9-46F5-A82D704A3739}"/>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2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E68FFDE8-15AE-8206-B07E-8E28B5CF3530}"/>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83846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par>
                          <p:cTn id="8" fill="hold">
                            <p:stCondLst>
                              <p:cond delay="500"/>
                            </p:stCondLst>
                            <p:childTnLst>
                              <p:par>
                                <p:cTn id="9" presetID="10" presetClass="entr" presetSubtype="0" fill="hold" nodeType="afterEffect">
                                  <p:stCondLst>
                                    <p:cond delay="100"/>
                                  </p:stCondLst>
                                  <p:childTnLst>
                                    <p:set>
                                      <p:cBhvr>
                                        <p:cTn id="10" dur="1" fill="hold">
                                          <p:stCondLst>
                                            <p:cond delay="0"/>
                                          </p:stCondLst>
                                        </p:cTn>
                                        <p:tgtEl>
                                          <p:spTgt spid="68"/>
                                        </p:tgtEl>
                                        <p:attrNameLst>
                                          <p:attrName>style.visibility</p:attrName>
                                        </p:attrNameLst>
                                      </p:cBhvr>
                                      <p:to>
                                        <p:strVal val="visible"/>
                                      </p:to>
                                    </p:set>
                                    <p:animEffect transition="in" filter="fade">
                                      <p:cBhvr>
                                        <p:cTn id="11" dur="500"/>
                                        <p:tgtEl>
                                          <p:spTgt spid="68"/>
                                        </p:tgtEl>
                                      </p:cBhvr>
                                    </p:animEffect>
                                  </p:childTnLst>
                                </p:cTn>
                              </p:par>
                            </p:childTnLst>
                          </p:cTn>
                        </p:par>
                        <p:par>
                          <p:cTn id="12" fill="hold">
                            <p:stCondLst>
                              <p:cond delay="1100"/>
                            </p:stCondLst>
                            <p:childTnLst>
                              <p:par>
                                <p:cTn id="13" presetID="10" presetClass="entr" presetSubtype="0" fill="hold" nodeType="afterEffect">
                                  <p:stCondLst>
                                    <p:cond delay="10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500"/>
                                        <p:tgtEl>
                                          <p:spTgt spid="69"/>
                                        </p:tgtEl>
                                      </p:cBhvr>
                                    </p:animEffect>
                                  </p:childTnLst>
                                </p:cTn>
                              </p:par>
                            </p:childTnLst>
                          </p:cTn>
                        </p:par>
                        <p:par>
                          <p:cTn id="16" fill="hold">
                            <p:stCondLst>
                              <p:cond delay="1700"/>
                            </p:stCondLst>
                            <p:childTnLst>
                              <p:par>
                                <p:cTn id="17" presetID="10" presetClass="entr" presetSubtype="0" fill="hold" nodeType="afterEffect">
                                  <p:stCondLst>
                                    <p:cond delay="10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500"/>
                                        <p:tgtEl>
                                          <p:spTgt spid="70"/>
                                        </p:tgtEl>
                                      </p:cBhvr>
                                    </p:animEffect>
                                  </p:childTnLst>
                                </p:cTn>
                              </p:par>
                            </p:childTnLst>
                          </p:cTn>
                        </p:par>
                        <p:par>
                          <p:cTn id="20" fill="hold">
                            <p:stCondLst>
                              <p:cond delay="2300"/>
                            </p:stCondLst>
                            <p:childTnLst>
                              <p:par>
                                <p:cTn id="21" presetID="10" presetClass="entr" presetSubtype="0" fill="hold" nodeType="afterEffect">
                                  <p:stCondLst>
                                    <p:cond delay="100"/>
                                  </p:stCondLst>
                                  <p:childTnLst>
                                    <p:set>
                                      <p:cBhvr>
                                        <p:cTn id="22" dur="1" fill="hold">
                                          <p:stCondLst>
                                            <p:cond delay="0"/>
                                          </p:stCondLst>
                                        </p:cTn>
                                        <p:tgtEl>
                                          <p:spTgt spid="71"/>
                                        </p:tgtEl>
                                        <p:attrNameLst>
                                          <p:attrName>style.visibility</p:attrName>
                                        </p:attrNameLst>
                                      </p:cBhvr>
                                      <p:to>
                                        <p:strVal val="visible"/>
                                      </p:to>
                                    </p:set>
                                    <p:animEffect transition="in" filter="fade">
                                      <p:cBhvr>
                                        <p:cTn id="23" dur="500"/>
                                        <p:tgtEl>
                                          <p:spTgt spid="71"/>
                                        </p:tgtEl>
                                      </p:cBhvr>
                                    </p:animEffect>
                                  </p:childTnLst>
                                </p:cTn>
                              </p:par>
                            </p:childTnLst>
                          </p:cTn>
                        </p:par>
                        <p:par>
                          <p:cTn id="24" fill="hold">
                            <p:stCondLst>
                              <p:cond delay="2900"/>
                            </p:stCondLst>
                            <p:childTnLst>
                              <p:par>
                                <p:cTn id="25" presetID="10" presetClass="entr" presetSubtype="0" fill="hold" nodeType="afterEffect">
                                  <p:stCondLst>
                                    <p:cond delay="10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500"/>
                                        <p:tgtEl>
                                          <p:spTgt spid="72"/>
                                        </p:tgtEl>
                                      </p:cBhvr>
                                    </p:animEffect>
                                  </p:childTnLst>
                                </p:cTn>
                              </p:par>
                            </p:childTnLst>
                          </p:cTn>
                        </p:par>
                        <p:par>
                          <p:cTn id="28" fill="hold">
                            <p:stCondLst>
                              <p:cond delay="3500"/>
                            </p:stCondLst>
                            <p:childTnLst>
                              <p:par>
                                <p:cTn id="29" presetID="10" presetClass="entr" presetSubtype="0" fill="hold" nodeType="afterEffect">
                                  <p:stCondLst>
                                    <p:cond delay="100"/>
                                  </p:stCondLst>
                                  <p:childTnLst>
                                    <p:set>
                                      <p:cBhvr>
                                        <p:cTn id="30" dur="1" fill="hold">
                                          <p:stCondLst>
                                            <p:cond delay="0"/>
                                          </p:stCondLst>
                                        </p:cTn>
                                        <p:tgtEl>
                                          <p:spTgt spid="85"/>
                                        </p:tgtEl>
                                        <p:attrNameLst>
                                          <p:attrName>style.visibility</p:attrName>
                                        </p:attrNameLst>
                                      </p:cBhvr>
                                      <p:to>
                                        <p:strVal val="visible"/>
                                      </p:to>
                                    </p:set>
                                    <p:animEffect transition="in" filter="fade">
                                      <p:cBhvr>
                                        <p:cTn id="31" dur="500"/>
                                        <p:tgtEl>
                                          <p:spTgt spid="85"/>
                                        </p:tgtEl>
                                      </p:cBhvr>
                                    </p:animEffect>
                                  </p:childTnLst>
                                </p:cTn>
                              </p:par>
                            </p:childTnLst>
                          </p:cTn>
                        </p:par>
                        <p:par>
                          <p:cTn id="32" fill="hold">
                            <p:stCondLst>
                              <p:cond delay="4100"/>
                            </p:stCondLst>
                            <p:childTnLst>
                              <p:par>
                                <p:cTn id="33" presetID="10" presetClass="entr" presetSubtype="0" fill="hold" nodeType="afterEffect">
                                  <p:stCondLst>
                                    <p:cond delay="100"/>
                                  </p:stCondLst>
                                  <p:childTnLst>
                                    <p:set>
                                      <p:cBhvr>
                                        <p:cTn id="34" dur="1" fill="hold">
                                          <p:stCondLst>
                                            <p:cond delay="0"/>
                                          </p:stCondLst>
                                        </p:cTn>
                                        <p:tgtEl>
                                          <p:spTgt spid="86"/>
                                        </p:tgtEl>
                                        <p:attrNameLst>
                                          <p:attrName>style.visibility</p:attrName>
                                        </p:attrNameLst>
                                      </p:cBhvr>
                                      <p:to>
                                        <p:strVal val="visible"/>
                                      </p:to>
                                    </p:set>
                                    <p:animEffect transition="in" filter="fade">
                                      <p:cBhvr>
                                        <p:cTn id="35" dur="500"/>
                                        <p:tgtEl>
                                          <p:spTgt spid="86"/>
                                        </p:tgtEl>
                                      </p:cBhvr>
                                    </p:animEffect>
                                  </p:childTnLst>
                                </p:cTn>
                              </p:par>
                            </p:childTnLst>
                          </p:cTn>
                        </p:par>
                        <p:par>
                          <p:cTn id="36" fill="hold">
                            <p:stCondLst>
                              <p:cond delay="4700"/>
                            </p:stCondLst>
                            <p:childTnLst>
                              <p:par>
                                <p:cTn id="37" presetID="10" presetClass="entr" presetSubtype="0" fill="hold" nodeType="afterEffect">
                                  <p:stCondLst>
                                    <p:cond delay="100"/>
                                  </p:stCondLst>
                                  <p:childTnLst>
                                    <p:set>
                                      <p:cBhvr>
                                        <p:cTn id="38" dur="1" fill="hold">
                                          <p:stCondLst>
                                            <p:cond delay="0"/>
                                          </p:stCondLst>
                                        </p:cTn>
                                        <p:tgtEl>
                                          <p:spTgt spid="91"/>
                                        </p:tgtEl>
                                        <p:attrNameLst>
                                          <p:attrName>style.visibility</p:attrName>
                                        </p:attrNameLst>
                                      </p:cBhvr>
                                      <p:to>
                                        <p:strVal val="visible"/>
                                      </p:to>
                                    </p:set>
                                    <p:animEffect transition="in" filter="fade">
                                      <p:cBhvr>
                                        <p:cTn id="3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41C02-30C9-0AA5-F2FE-7258C7BE638E}"/>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7036E974-4C2B-2A54-7AFC-D2A9BA33C1CF}"/>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1659D182-B07E-F052-BBEB-8CD988BE4C27}"/>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BADE74-2048-C470-0DDB-DFB11A11EADC}"/>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FA83AD8E-E13F-963C-48A3-E02442DD256D}"/>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9" name="Freeform: Shape 28">
            <a:extLst>
              <a:ext uri="{FF2B5EF4-FFF2-40B4-BE49-F238E27FC236}">
                <a16:creationId xmlns:a16="http://schemas.microsoft.com/office/drawing/2014/main" id="{627A8DFD-0F66-98CD-1419-1B057849D921}"/>
              </a:ext>
            </a:extLst>
          </p:cNvPr>
          <p:cNvSpPr/>
          <p:nvPr/>
        </p:nvSpPr>
        <p:spPr>
          <a:xfrm>
            <a:off x="8990457" y="0"/>
            <a:ext cx="1524000" cy="762000"/>
          </a:xfrm>
          <a:custGeom>
            <a:avLst/>
            <a:gdLst>
              <a:gd name="connsiteX0" fmla="*/ 762000 w 1524000"/>
              <a:gd name="connsiteY0" fmla="*/ 0 h 762000"/>
              <a:gd name="connsiteX1" fmla="*/ 0 w 1524000"/>
              <a:gd name="connsiteY1" fmla="*/ 0 h 762000"/>
              <a:gd name="connsiteX2" fmla="*/ 762000 w 1524000"/>
              <a:gd name="connsiteY2" fmla="*/ 762000 h 762000"/>
              <a:gd name="connsiteX3" fmla="*/ 1524000 w 1524000"/>
              <a:gd name="connsiteY3" fmla="*/ 0 h 762000"/>
              <a:gd name="connsiteX4" fmla="*/ 762000 w 1524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762000">
                <a:moveTo>
                  <a:pt x="762000" y="0"/>
                </a:moveTo>
                <a:lnTo>
                  <a:pt x="0" y="0"/>
                </a:lnTo>
                <a:lnTo>
                  <a:pt x="762000" y="762000"/>
                </a:lnTo>
                <a:lnTo>
                  <a:pt x="1524000" y="0"/>
                </a:lnTo>
                <a:lnTo>
                  <a:pt x="762000" y="0"/>
                </a:lnTo>
                <a:close/>
              </a:path>
            </a:pathLst>
          </a:custGeom>
          <a:solidFill>
            <a:srgbClr val="A50050"/>
          </a:solidFill>
          <a:ln w="6347"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BF186FF-C81F-B772-9B32-7F503AA2FCC6}"/>
              </a:ext>
            </a:extLst>
          </p:cNvPr>
          <p:cNvSpPr/>
          <p:nvPr/>
        </p:nvSpPr>
        <p:spPr>
          <a:xfrm rot="18900000">
            <a:off x="10350774" y="913957"/>
            <a:ext cx="1524000" cy="1524000"/>
          </a:xfrm>
          <a:custGeom>
            <a:avLst/>
            <a:gdLst>
              <a:gd name="connsiteX0" fmla="*/ 0 w 1524000"/>
              <a:gd name="connsiteY0" fmla="*/ 0 h 1524000"/>
              <a:gd name="connsiteX1" fmla="*/ 1524000 w 1524000"/>
              <a:gd name="connsiteY1" fmla="*/ 0 h 1524000"/>
              <a:gd name="connsiteX2" fmla="*/ 1524000 w 1524000"/>
              <a:gd name="connsiteY2" fmla="*/ 1524000 h 1524000"/>
              <a:gd name="connsiteX3" fmla="*/ 0 w 1524000"/>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1524000" y="0"/>
                </a:lnTo>
                <a:lnTo>
                  <a:pt x="1524000" y="1524000"/>
                </a:lnTo>
                <a:lnTo>
                  <a:pt x="0" y="1524000"/>
                </a:lnTo>
                <a:close/>
              </a:path>
            </a:pathLst>
          </a:custGeom>
          <a:solidFill>
            <a:srgbClr val="009CDE"/>
          </a:solidFill>
          <a:ln w="634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D6FFCCE2-2F2F-AD49-34E5-67D6CD00A165}"/>
              </a:ext>
            </a:extLst>
          </p:cNvPr>
          <p:cNvSpPr/>
          <p:nvPr/>
        </p:nvSpPr>
        <p:spPr>
          <a:xfrm>
            <a:off x="6203950" y="0"/>
            <a:ext cx="1675955" cy="1137158"/>
          </a:xfrm>
          <a:custGeom>
            <a:avLst/>
            <a:gdLst>
              <a:gd name="connsiteX0" fmla="*/ 1077595 w 1675955"/>
              <a:gd name="connsiteY0" fmla="*/ 0 h 1137158"/>
              <a:gd name="connsiteX1" fmla="*/ 0 w 1675955"/>
              <a:gd name="connsiteY1" fmla="*/ 0 h 1137158"/>
              <a:gd name="connsiteX2" fmla="*/ 59499 w 1675955"/>
              <a:gd name="connsiteY2" fmla="*/ 59563 h 1137158"/>
              <a:gd name="connsiteX3" fmla="*/ 598297 w 1675955"/>
              <a:gd name="connsiteY3" fmla="*/ 598361 h 1137158"/>
              <a:gd name="connsiteX4" fmla="*/ 1137158 w 1675955"/>
              <a:gd name="connsiteY4" fmla="*/ 1137158 h 1137158"/>
              <a:gd name="connsiteX5" fmla="*/ 1675955 w 1675955"/>
              <a:gd name="connsiteY5" fmla="*/ 598361 h 1137158"/>
              <a:gd name="connsiteX6" fmla="*/ 1137158 w 1675955"/>
              <a:gd name="connsiteY6" fmla="*/ 59563 h 1137158"/>
              <a:gd name="connsiteX7" fmla="*/ 1077595 w 1675955"/>
              <a:gd name="connsiteY7" fmla="*/ 0 h 113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5955" h="1137158">
                <a:moveTo>
                  <a:pt x="1077595" y="0"/>
                </a:moveTo>
                <a:lnTo>
                  <a:pt x="0" y="0"/>
                </a:lnTo>
                <a:lnTo>
                  <a:pt x="59499" y="59563"/>
                </a:lnTo>
                <a:lnTo>
                  <a:pt x="598297" y="598361"/>
                </a:lnTo>
                <a:lnTo>
                  <a:pt x="1137158" y="1137158"/>
                </a:lnTo>
                <a:lnTo>
                  <a:pt x="1675955" y="598361"/>
                </a:lnTo>
                <a:lnTo>
                  <a:pt x="1137158" y="59563"/>
                </a:lnTo>
                <a:lnTo>
                  <a:pt x="1077595" y="0"/>
                </a:lnTo>
                <a:close/>
              </a:path>
            </a:pathLst>
          </a:custGeom>
          <a:solidFill>
            <a:srgbClr val="009CDE"/>
          </a:solidFill>
          <a:ln w="634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29E056C-15A1-272F-6A4F-8BFB8163A5C1}"/>
              </a:ext>
            </a:extLst>
          </p:cNvPr>
          <p:cNvSpPr txBox="1">
            <a:spLocks/>
          </p:cNvSpPr>
          <p:nvPr/>
        </p:nvSpPr>
        <p:spPr>
          <a:xfrm>
            <a:off x="600820" y="364550"/>
            <a:ext cx="4446032"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rgbClr val="00426A"/>
                </a:solidFill>
                <a:latin typeface="Arial" panose="020B0604020202020204" pitchFamily="34" charset="0"/>
                <a:cs typeface="Arial" panose="020B0604020202020204" pitchFamily="34" charset="0"/>
              </a:rPr>
              <a:t>Alan Turing </a:t>
            </a:r>
            <a:r>
              <a:rPr lang="en-GB" b="1" dirty="0" err="1">
                <a:solidFill>
                  <a:srgbClr val="00426A"/>
                </a:solidFill>
                <a:latin typeface="Arial" panose="020B0604020202020204" pitchFamily="34" charset="0"/>
                <a:cs typeface="Arial" panose="020B0604020202020204" pitchFamily="34" charset="0"/>
              </a:rPr>
              <a:t>és</a:t>
            </a:r>
            <a:r>
              <a:rPr lang="en-GB" b="1" dirty="0">
                <a:solidFill>
                  <a:srgbClr val="00426A"/>
                </a:solidFill>
                <a:latin typeface="Arial" panose="020B0604020202020204" pitchFamily="34" charset="0"/>
                <a:cs typeface="Arial" panose="020B0604020202020204" pitchFamily="34" charset="0"/>
              </a:rPr>
              <a:t> a Turing - </a:t>
            </a:r>
            <a:r>
              <a:rPr lang="en-GB" b="1" dirty="0" err="1">
                <a:solidFill>
                  <a:srgbClr val="00426A"/>
                </a:solidFill>
                <a:latin typeface="Arial" panose="020B0604020202020204" pitchFamily="34" charset="0"/>
                <a:cs typeface="Arial" panose="020B0604020202020204" pitchFamily="34" charset="0"/>
              </a:rPr>
              <a:t>teszt</a:t>
            </a:r>
            <a:endParaRPr lang="en-GB" b="1" dirty="0">
              <a:solidFill>
                <a:srgbClr val="00426A"/>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0A8CF91-3497-DC66-BA56-ADF77B3F35FB}"/>
              </a:ext>
            </a:extLst>
          </p:cNvPr>
          <p:cNvSpPr/>
          <p:nvPr/>
        </p:nvSpPr>
        <p:spPr>
          <a:xfrm>
            <a:off x="694236" y="1675957"/>
            <a:ext cx="4699567" cy="94970"/>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48875912-84DB-8476-C67B-44678157F5D7}"/>
              </a:ext>
            </a:extLst>
          </p:cNvPr>
          <p:cNvPicPr>
            <a:picLocks noChangeAspect="1"/>
          </p:cNvPicPr>
          <p:nvPr/>
        </p:nvPicPr>
        <p:blipFill>
          <a:blip r:embed="rId3"/>
          <a:stretch>
            <a:fillRect/>
          </a:stretch>
        </p:blipFill>
        <p:spPr>
          <a:xfrm>
            <a:off x="5779577" y="2545402"/>
            <a:ext cx="4979198" cy="354367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Title 1">
            <a:extLst>
              <a:ext uri="{FF2B5EF4-FFF2-40B4-BE49-F238E27FC236}">
                <a16:creationId xmlns:a16="http://schemas.microsoft.com/office/drawing/2014/main" id="{D61350E6-7EB2-C115-FBAE-191DEE7B5318}"/>
              </a:ext>
            </a:extLst>
          </p:cNvPr>
          <p:cNvSpPr txBox="1">
            <a:spLocks/>
          </p:cNvSpPr>
          <p:nvPr/>
        </p:nvSpPr>
        <p:spPr>
          <a:xfrm>
            <a:off x="600819" y="1794813"/>
            <a:ext cx="10576517" cy="6105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2400" b="1" dirty="0">
                <a:solidFill>
                  <a:srgbClr val="00426A"/>
                </a:solidFill>
                <a:latin typeface="Arial" panose="020B0604020202020204" pitchFamily="34" charset="0"/>
                <a:cs typeface="Arial" panose="020B0604020202020204" pitchFamily="34" charset="0"/>
              </a:rPr>
              <a:t>Képes lesz-e valaha egy gép úgy gondolkodni, mint az ember?</a:t>
            </a:r>
            <a:endParaRPr lang="en-GB" sz="2400" b="1" dirty="0">
              <a:solidFill>
                <a:srgbClr val="00426A"/>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DD774816-67C6-483F-72D4-33F2AF439FAA}"/>
              </a:ext>
            </a:extLst>
          </p:cNvPr>
          <p:cNvSpPr txBox="1">
            <a:spLocks/>
          </p:cNvSpPr>
          <p:nvPr/>
        </p:nvSpPr>
        <p:spPr>
          <a:xfrm>
            <a:off x="1210937" y="2489782"/>
            <a:ext cx="4191237" cy="25645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hu-HU" sz="2800" b="1" u="sng" dirty="0">
                <a:solidFill>
                  <a:srgbClr val="A50050"/>
                </a:solidFill>
                <a:latin typeface="Arial" panose="020B0604020202020204" pitchFamily="34" charset="0"/>
                <a:cs typeface="Arial" panose="020B0604020202020204" pitchFamily="34" charset="0"/>
              </a:rPr>
              <a:t>Turing-teszt:</a:t>
            </a:r>
          </a:p>
          <a:p>
            <a:pPr algn="just"/>
            <a:r>
              <a:rPr lang="hu-HU" sz="2400" b="1" dirty="0">
                <a:solidFill>
                  <a:srgbClr val="00426A"/>
                </a:solidFill>
                <a:latin typeface="Arial" panose="020B0604020202020204" pitchFamily="34" charset="0"/>
                <a:cs typeface="Arial" panose="020B0604020202020204" pitchFamily="34" charset="0"/>
              </a:rPr>
              <a:t>Ha egy beszélgetés során nem tudjuk egyértelműen megkülönböztetni, hogy az üzenetet ember vagy gép írta, akkor a gép már elég okosnak tekinthető.</a:t>
            </a:r>
          </a:p>
          <a:p>
            <a:pPr algn="just"/>
            <a:endParaRPr lang="hu-HU" sz="2400" b="1" dirty="0">
              <a:solidFill>
                <a:srgbClr val="00426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1783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462C4-15CF-B9D0-52B1-37C56B6C778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241E37F-72C8-E5D0-401C-B43E372945AB}"/>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F02C688B-0E8D-8CDF-456D-949D83D1C721}"/>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ADE0CFC-B7FD-6082-CA3F-457B203B9278}"/>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CFD5494-207F-035D-6A3E-34854A358A38}"/>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38B3E5BF-A8E0-539C-7304-837994A9C86B}"/>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D7080DDA-61E4-F396-0510-E975A8B18022}"/>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5B4A018A-721F-6FC5-BDD6-56209467BCF9}"/>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243DB412-E945-EA57-3C23-6A0D1AF2C825}"/>
              </a:ext>
            </a:extLst>
          </p:cNvPr>
          <p:cNvGrpSpPr/>
          <p:nvPr/>
        </p:nvGrpSpPr>
        <p:grpSpPr>
          <a:xfrm>
            <a:off x="3419926" y="1497861"/>
            <a:ext cx="2208129" cy="2620710"/>
            <a:chOff x="3419926" y="1497861"/>
            <a:chExt cx="2208129" cy="2620710"/>
          </a:xfrm>
        </p:grpSpPr>
        <p:sp>
          <p:nvSpPr>
            <p:cNvPr id="23" name="Rectangle 22">
              <a:extLst>
                <a:ext uri="{FF2B5EF4-FFF2-40B4-BE49-F238E27FC236}">
                  <a16:creationId xmlns:a16="http://schemas.microsoft.com/office/drawing/2014/main" id="{E95E7359-72A8-8094-5ED7-7ECE9AC67EC3}"/>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5801046-DB05-93EE-3459-6BF663D3531B}"/>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0C6F0A58-E92B-2E58-D94C-7EB273A2BE6B}"/>
                </a:ext>
              </a:extLst>
            </p:cNvPr>
            <p:cNvSpPr txBox="1">
              <a:spLocks/>
            </p:cNvSpPr>
            <p:nvPr/>
          </p:nvSpPr>
          <p:spPr>
            <a:xfrm>
              <a:off x="3419926" y="149786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5CCDB180-6345-24DE-9A56-59A9B94E50F3}"/>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EB903ED9-39AC-239D-45E3-3A1FF722392F}"/>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EDEE83CC-2A9A-D831-FD69-6EFB2DC82195}"/>
              </a:ext>
            </a:extLst>
          </p:cNvPr>
          <p:cNvGrpSpPr/>
          <p:nvPr/>
        </p:nvGrpSpPr>
        <p:grpSpPr>
          <a:xfrm>
            <a:off x="46840" y="3868779"/>
            <a:ext cx="2231404" cy="2695573"/>
            <a:chOff x="46840" y="3868779"/>
            <a:chExt cx="2231404" cy="2695573"/>
          </a:xfrm>
        </p:grpSpPr>
        <p:grpSp>
          <p:nvGrpSpPr>
            <p:cNvPr id="57" name="Group 56">
              <a:extLst>
                <a:ext uri="{FF2B5EF4-FFF2-40B4-BE49-F238E27FC236}">
                  <a16:creationId xmlns:a16="http://schemas.microsoft.com/office/drawing/2014/main" id="{D7A85386-FB8E-7554-4C75-47539D35D278}"/>
                </a:ext>
              </a:extLst>
            </p:cNvPr>
            <p:cNvGrpSpPr/>
            <p:nvPr/>
          </p:nvGrpSpPr>
          <p:grpSpPr>
            <a:xfrm>
              <a:off x="46840" y="3868779"/>
              <a:ext cx="2231404" cy="2695573"/>
              <a:chOff x="1702283" y="4117331"/>
              <a:chExt cx="2231404" cy="2695573"/>
            </a:xfrm>
          </p:grpSpPr>
          <p:sp>
            <p:nvSpPr>
              <p:cNvPr id="26" name="Title 1">
                <a:extLst>
                  <a:ext uri="{FF2B5EF4-FFF2-40B4-BE49-F238E27FC236}">
                    <a16:creationId xmlns:a16="http://schemas.microsoft.com/office/drawing/2014/main" id="{FF89A4B8-A713-7840-5E59-17602B35DE83}"/>
                  </a:ext>
                </a:extLst>
              </p:cNvPr>
              <p:cNvSpPr txBox="1">
                <a:spLocks/>
              </p:cNvSpPr>
              <p:nvPr/>
            </p:nvSpPr>
            <p:spPr>
              <a:xfrm>
                <a:off x="1702283" y="5532761"/>
                <a:ext cx="2231404" cy="1280143"/>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p>
              <a:p>
                <a:pPr algn="ctr">
                  <a:lnSpc>
                    <a:spcPct val="100000"/>
                  </a:lnSpc>
                  <a:spcBef>
                    <a:spcPts val="0"/>
                  </a:spcBef>
                  <a:buClr>
                    <a:srgbClr val="B60057"/>
                  </a:buClr>
                  <a:defRPr/>
                </a:pPr>
                <a:r>
                  <a:rPr lang="en-US" sz="2500" dirty="0">
                    <a:solidFill>
                      <a:srgbClr val="003A61"/>
                    </a:solidFill>
                    <a:latin typeface="Arial" panose="020B0604020202020204" pitchFamily="34" charset="0"/>
                    <a:cs typeface="Arial" panose="020B0604020202020204" pitchFamily="34" charset="0"/>
                  </a:rPr>
                  <a:t>Alan Turing </a:t>
                </a:r>
                <a:r>
                  <a:rPr lang="en-US" sz="2500" dirty="0" err="1">
                    <a:solidFill>
                      <a:srgbClr val="003A61"/>
                    </a:solidFill>
                    <a:latin typeface="Arial" panose="020B0604020202020204" pitchFamily="34" charset="0"/>
                    <a:cs typeface="Arial" panose="020B0604020202020204" pitchFamily="34" charset="0"/>
                  </a:rPr>
                  <a:t>és</a:t>
                </a:r>
                <a:r>
                  <a:rPr lang="en-US" sz="2500" dirty="0">
                    <a:solidFill>
                      <a:srgbClr val="003A61"/>
                    </a:solidFill>
                    <a:latin typeface="Arial" panose="020B0604020202020204" pitchFamily="34" charset="0"/>
                    <a:cs typeface="Arial" panose="020B0604020202020204" pitchFamily="34" charset="0"/>
                  </a:rPr>
                  <a:t> a Turing-</a:t>
                </a:r>
                <a:r>
                  <a:rPr lang="en-US" sz="2500" dirty="0" err="1">
                    <a:solidFill>
                      <a:srgbClr val="003A61"/>
                    </a:solidFill>
                    <a:latin typeface="Arial" panose="020B0604020202020204" pitchFamily="34" charset="0"/>
                    <a:cs typeface="Arial" panose="020B0604020202020204" pitchFamily="34" charset="0"/>
                  </a:rPr>
                  <a:t>teszt</a:t>
                </a:r>
                <a:endParaRPr lang="en-US" sz="2500" dirty="0">
                  <a:solidFill>
                    <a:srgbClr val="003A6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6B8BA412-B9E0-E9F0-0ACF-6F34E37BCE00}"/>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D35A6BEF-E03B-AB0E-1C50-949F763F6084}"/>
                </a:ext>
              </a:extLst>
            </p:cNvPr>
            <p:cNvSpPr/>
            <p:nvPr/>
          </p:nvSpPr>
          <p:spPr>
            <a:xfrm rot="20713369">
              <a:off x="909561" y="403157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A8289319-758F-187E-A6A8-5C97B5132E04}"/>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A36A32A8-F98F-A050-F42B-FFFFC85C8920}"/>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5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73131259-CA06-0D44-3B9F-733B1B1F4458}"/>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6707DF47-A71C-A94A-F95C-323DE3E31A8D}"/>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E9302611-3E88-42C5-6242-A1A050CE584E}"/>
              </a:ext>
            </a:extLst>
          </p:cNvPr>
          <p:cNvGrpSpPr/>
          <p:nvPr/>
        </p:nvGrpSpPr>
        <p:grpSpPr>
          <a:xfrm>
            <a:off x="1040724" y="1801333"/>
            <a:ext cx="1596911" cy="2533585"/>
            <a:chOff x="1040724" y="1801333"/>
            <a:chExt cx="1596911" cy="2533585"/>
          </a:xfrm>
        </p:grpSpPr>
        <p:sp>
          <p:nvSpPr>
            <p:cNvPr id="35" name="Oval 34">
              <a:extLst>
                <a:ext uri="{FF2B5EF4-FFF2-40B4-BE49-F238E27FC236}">
                  <a16:creationId xmlns:a16="http://schemas.microsoft.com/office/drawing/2014/main" id="{71F98A63-DE39-F777-84AF-0C1E2D381290}"/>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098F9006-2757-D7FF-9703-EA53B6F57C49}"/>
                </a:ext>
              </a:extLst>
            </p:cNvPr>
            <p:cNvSpPr txBox="1">
              <a:spLocks/>
            </p:cNvSpPr>
            <p:nvPr/>
          </p:nvSpPr>
          <p:spPr>
            <a:xfrm>
              <a:off x="1040724" y="1801333"/>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p>
          </p:txBody>
        </p:sp>
        <p:sp>
          <p:nvSpPr>
            <p:cNvPr id="60" name="Rectangle 59">
              <a:extLst>
                <a:ext uri="{FF2B5EF4-FFF2-40B4-BE49-F238E27FC236}">
                  <a16:creationId xmlns:a16="http://schemas.microsoft.com/office/drawing/2014/main" id="{34BDFC13-6C18-1E67-52E1-724E8C986DA7}"/>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4511ACFD-F2B9-EDF8-FCA1-7979AD5705D9}"/>
              </a:ext>
            </a:extLst>
          </p:cNvPr>
          <p:cNvGrpSpPr/>
          <p:nvPr/>
        </p:nvGrpSpPr>
        <p:grpSpPr>
          <a:xfrm>
            <a:off x="4971281" y="3648937"/>
            <a:ext cx="1977682" cy="2971185"/>
            <a:chOff x="4971281" y="3648937"/>
            <a:chExt cx="1977682" cy="2971185"/>
          </a:xfrm>
        </p:grpSpPr>
        <p:sp>
          <p:nvSpPr>
            <p:cNvPr id="39" name="Oval 38">
              <a:extLst>
                <a:ext uri="{FF2B5EF4-FFF2-40B4-BE49-F238E27FC236}">
                  <a16:creationId xmlns:a16="http://schemas.microsoft.com/office/drawing/2014/main" id="{FE8580FB-F798-A181-2E49-DD6DC727A96F}"/>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3669AB92-F5F3-1CD4-086A-59AF42F56DDB}"/>
                </a:ext>
              </a:extLst>
            </p:cNvPr>
            <p:cNvSpPr txBox="1">
              <a:spLocks/>
            </p:cNvSpPr>
            <p:nvPr/>
          </p:nvSpPr>
          <p:spPr>
            <a:xfrm>
              <a:off x="4971281" y="5174621"/>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p:txBody>
        </p:sp>
        <p:sp>
          <p:nvSpPr>
            <p:cNvPr id="62" name="Rectangle 61">
              <a:extLst>
                <a:ext uri="{FF2B5EF4-FFF2-40B4-BE49-F238E27FC236}">
                  <a16:creationId xmlns:a16="http://schemas.microsoft.com/office/drawing/2014/main" id="{EA23AFB2-A9D9-F9E1-C1A7-B9DB68158C68}"/>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8FE1D72B-DFA8-B6B3-C13A-1177AE38D259}"/>
              </a:ext>
            </a:extLst>
          </p:cNvPr>
          <p:cNvGrpSpPr/>
          <p:nvPr/>
        </p:nvGrpSpPr>
        <p:grpSpPr>
          <a:xfrm>
            <a:off x="6385197" y="1754769"/>
            <a:ext cx="2258428" cy="2140718"/>
            <a:chOff x="6385197" y="1754769"/>
            <a:chExt cx="2258428" cy="2140718"/>
          </a:xfrm>
        </p:grpSpPr>
        <p:sp>
          <p:nvSpPr>
            <p:cNvPr id="53" name="Title 1">
              <a:extLst>
                <a:ext uri="{FF2B5EF4-FFF2-40B4-BE49-F238E27FC236}">
                  <a16:creationId xmlns:a16="http://schemas.microsoft.com/office/drawing/2014/main" id="{11619E18-3B03-678B-55F4-C206566D517F}"/>
                </a:ext>
              </a:extLst>
            </p:cNvPr>
            <p:cNvSpPr txBox="1">
              <a:spLocks/>
            </p:cNvSpPr>
            <p:nvPr/>
          </p:nvSpPr>
          <p:spPr>
            <a:xfrm>
              <a:off x="6385197" y="1754769"/>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D5E327AF-A420-1E91-702D-F94FFCBD1C0B}"/>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91154868-C2E1-62C5-5178-BBB65BF7CE18}"/>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8F3DD6DA-1B64-2841-4796-4C4DA4E85D66}"/>
              </a:ext>
            </a:extLst>
          </p:cNvPr>
          <p:cNvGrpSpPr/>
          <p:nvPr/>
        </p:nvGrpSpPr>
        <p:grpSpPr>
          <a:xfrm>
            <a:off x="7998379" y="3579427"/>
            <a:ext cx="1747002" cy="2500924"/>
            <a:chOff x="7998379" y="3579427"/>
            <a:chExt cx="1747002" cy="2500924"/>
          </a:xfrm>
        </p:grpSpPr>
        <p:grpSp>
          <p:nvGrpSpPr>
            <p:cNvPr id="11" name="Csoportba foglalás 10">
              <a:extLst>
                <a:ext uri="{FF2B5EF4-FFF2-40B4-BE49-F238E27FC236}">
                  <a16:creationId xmlns:a16="http://schemas.microsoft.com/office/drawing/2014/main" id="{618B5C43-26BB-351E-FD8C-7D827E0547B7}"/>
                </a:ext>
              </a:extLst>
            </p:cNvPr>
            <p:cNvGrpSpPr/>
            <p:nvPr/>
          </p:nvGrpSpPr>
          <p:grpSpPr>
            <a:xfrm>
              <a:off x="7998379" y="3579427"/>
              <a:ext cx="1747002" cy="2500924"/>
              <a:chOff x="8961957" y="3589543"/>
              <a:chExt cx="1747002" cy="2500924"/>
            </a:xfrm>
          </p:grpSpPr>
          <p:sp>
            <p:nvSpPr>
              <p:cNvPr id="52" name="Oval 51">
                <a:extLst>
                  <a:ext uri="{FF2B5EF4-FFF2-40B4-BE49-F238E27FC236}">
                    <a16:creationId xmlns:a16="http://schemas.microsoft.com/office/drawing/2014/main" id="{DC22132F-68C8-47BC-3E65-C960A74CC2E1}"/>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584F7E87-0E9C-990A-2EC0-C7D05428F65B}"/>
                  </a:ext>
                </a:extLst>
              </p:cNvPr>
              <p:cNvSpPr txBox="1">
                <a:spLocks/>
              </p:cNvSpPr>
              <p:nvPr/>
            </p:nvSpPr>
            <p:spPr>
              <a:xfrm>
                <a:off x="8961957" y="5211502"/>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p>
            </p:txBody>
          </p:sp>
        </p:grpSp>
        <p:sp>
          <p:nvSpPr>
            <p:cNvPr id="64" name="Rectangle 63">
              <a:extLst>
                <a:ext uri="{FF2B5EF4-FFF2-40B4-BE49-F238E27FC236}">
                  <a16:creationId xmlns:a16="http://schemas.microsoft.com/office/drawing/2014/main" id="{63AD2A54-02CF-05A5-3C06-A531B788ECCA}"/>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3A51281C-BE86-C18A-7A08-7B4E0E62CDC6}"/>
              </a:ext>
            </a:extLst>
          </p:cNvPr>
          <p:cNvGrpSpPr/>
          <p:nvPr/>
        </p:nvGrpSpPr>
        <p:grpSpPr>
          <a:xfrm>
            <a:off x="8985436" y="1666632"/>
            <a:ext cx="2501508" cy="2296433"/>
            <a:chOff x="8985436" y="1666632"/>
            <a:chExt cx="2501508" cy="2296433"/>
          </a:xfrm>
        </p:grpSpPr>
        <p:sp>
          <p:nvSpPr>
            <p:cNvPr id="30" name="Oval 29">
              <a:extLst>
                <a:ext uri="{FF2B5EF4-FFF2-40B4-BE49-F238E27FC236}">
                  <a16:creationId xmlns:a16="http://schemas.microsoft.com/office/drawing/2014/main" id="{51934175-1513-C166-29AA-E13C0E7B1035}"/>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B8C6132A-DF19-C71D-ECAE-E3950B9BE2E0}"/>
                </a:ext>
              </a:extLst>
            </p:cNvPr>
            <p:cNvSpPr txBox="1">
              <a:spLocks/>
            </p:cNvSpPr>
            <p:nvPr/>
          </p:nvSpPr>
          <p:spPr>
            <a:xfrm>
              <a:off x="8985436" y="1666632"/>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lang="hu-HU" sz="1500" b="1" dirty="0">
                  <a:solidFill>
                    <a:srgbClr val="CDD500"/>
                  </a:solidFill>
                  <a:latin typeface="Arial"/>
                  <a:cs typeface="Arial"/>
                </a:rPr>
                <a:t>2</a:t>
              </a:r>
              <a:endParaRPr kumimoji="0" lang="en-GB" sz="1500" b="1" i="0" u="none" strike="noStrike" kern="1200" cap="none" spc="0" normalizeH="0" baseline="0" noProof="0" dirty="0">
                <a:ln>
                  <a:noFill/>
                </a:ln>
                <a:solidFill>
                  <a:srgbClr val="CDD500"/>
                </a:solidFill>
                <a:effectLst/>
                <a:uLnTx/>
                <a:uFillTx/>
                <a:latin typeface="Arial"/>
                <a:ea typeface="+mj-ea"/>
                <a:cs typeface="Arial"/>
              </a:endParaRPr>
            </a:p>
          </p:txBody>
        </p:sp>
        <p:sp>
          <p:nvSpPr>
            <p:cNvPr id="65" name="Rectangle 64">
              <a:extLst>
                <a:ext uri="{FF2B5EF4-FFF2-40B4-BE49-F238E27FC236}">
                  <a16:creationId xmlns:a16="http://schemas.microsoft.com/office/drawing/2014/main" id="{DEBBA046-D082-2795-DC7E-446F2591598F}"/>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86EF1EFC-4C3D-E105-6D23-4603D8F332A3}"/>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48CC5124-696A-BE91-220A-D945C986D0E4}"/>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965CE8C2-CED4-B6E8-9DF4-B23EAF390B49}"/>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594A4317-53B8-AC36-DBF5-ABB2B4C76BB0}"/>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4655695B-792B-398B-CC17-4B6446047961}"/>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498126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childTnLst>
                                </p:cTn>
                              </p:par>
                              <p:par>
                                <p:cTn id="8" presetID="10" presetClass="entr" presetSubtype="0"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1000"/>
                                        <p:tgtEl>
                                          <p:spTgt spid="69"/>
                                        </p:tgtEl>
                                      </p:cBhvr>
                                    </p:animEffect>
                                  </p:childTnLst>
                                </p:cTn>
                              </p:par>
                              <p:par>
                                <p:cTn id="11" presetID="10"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1000"/>
                                        <p:tgtEl>
                                          <p:spTgt spid="70"/>
                                        </p:tgtEl>
                                      </p:cBhvr>
                                    </p:animEffect>
                                  </p:childTnLst>
                                </p:cTn>
                              </p:par>
                              <p:par>
                                <p:cTn id="14" presetID="10" presetClass="entr" presetSubtype="0"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1000"/>
                                        <p:tgtEl>
                                          <p:spTgt spid="71"/>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1000"/>
                                        <p:tgtEl>
                                          <p:spTgt spid="72"/>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A208-1B10-DF6A-B317-3D5A75719F49}"/>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57DAF9EA-7F79-3116-1EFE-D6657BC8B1CE}"/>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93F0BF56-6357-FE71-E77A-A8CC608A4FA5}"/>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E41B05A-22D0-45B0-7336-8ADDCA38A290}"/>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CED4F10-B340-2F48-2605-07332EE31E87}"/>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329948EE-58BD-E7C4-418D-BB1A85EBAC38}"/>
              </a:ext>
            </a:extLst>
          </p:cNvPr>
          <p:cNvSpPr txBox="1">
            <a:spLocks/>
          </p:cNvSpPr>
          <p:nvPr/>
        </p:nvSpPr>
        <p:spPr>
          <a:xfrm>
            <a:off x="761999" y="401941"/>
            <a:ext cx="4446032"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rgbClr val="009CDE"/>
                </a:solidFill>
                <a:latin typeface="Arial" panose="020B0604020202020204" pitchFamily="34" charset="0"/>
                <a:cs typeface="Arial" panose="020B0604020202020204" pitchFamily="34" charset="0"/>
              </a:rPr>
              <a:t>Dartmouth </a:t>
            </a:r>
            <a:r>
              <a:rPr lang="en-GB" b="1" dirty="0" err="1">
                <a:solidFill>
                  <a:srgbClr val="009CDE"/>
                </a:solidFill>
                <a:latin typeface="Arial" panose="020B0604020202020204" pitchFamily="34" charset="0"/>
                <a:cs typeface="Arial" panose="020B0604020202020204" pitchFamily="34" charset="0"/>
              </a:rPr>
              <a:t>konferencia</a:t>
            </a:r>
            <a:r>
              <a:rPr lang="hu-HU" b="1" dirty="0">
                <a:solidFill>
                  <a:srgbClr val="009CDE"/>
                </a:solidFill>
                <a:latin typeface="Arial" panose="020B0604020202020204" pitchFamily="34" charset="0"/>
                <a:cs typeface="Arial" panose="020B0604020202020204" pitchFamily="34" charset="0"/>
              </a:rPr>
              <a:t> (1956)</a:t>
            </a:r>
            <a:endParaRPr lang="en-GB" b="1" dirty="0">
              <a:solidFill>
                <a:srgbClr val="009CDE"/>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6C2B611-E2BB-F8CC-C425-07650ACA3B71}"/>
              </a:ext>
            </a:extLst>
          </p:cNvPr>
          <p:cNvPicPr>
            <a:picLocks noChangeAspect="1"/>
          </p:cNvPicPr>
          <p:nvPr/>
        </p:nvPicPr>
        <p:blipFill>
          <a:blip r:embed="rId3"/>
          <a:srcRect l="24103" r="21752"/>
          <a:stretch>
            <a:fillRect/>
          </a:stretch>
        </p:blipFill>
        <p:spPr>
          <a:xfrm>
            <a:off x="5859263" y="1"/>
            <a:ext cx="6332737" cy="6857999"/>
          </a:xfrm>
          <a:prstGeom prst="rect">
            <a:avLst/>
          </a:prstGeom>
        </p:spPr>
      </p:pic>
      <p:sp>
        <p:nvSpPr>
          <p:cNvPr id="8" name="Rectangle 7">
            <a:extLst>
              <a:ext uri="{FF2B5EF4-FFF2-40B4-BE49-F238E27FC236}">
                <a16:creationId xmlns:a16="http://schemas.microsoft.com/office/drawing/2014/main" id="{F76903F6-FB75-EB2C-A98D-FCA69EDFDC71}"/>
              </a:ext>
            </a:extLst>
          </p:cNvPr>
          <p:cNvSpPr/>
          <p:nvPr/>
        </p:nvSpPr>
        <p:spPr>
          <a:xfrm>
            <a:off x="761999" y="2346430"/>
            <a:ext cx="3509404" cy="50400"/>
          </a:xfrm>
          <a:prstGeom prst="rect">
            <a:avLst/>
          </a:prstGeom>
          <a:solidFill>
            <a:srgbClr val="00426A"/>
          </a:solidFill>
          <a:ln>
            <a:solidFill>
              <a:srgbClr val="0042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C4D600"/>
              </a:highlight>
            </a:endParaRPr>
          </a:p>
        </p:txBody>
      </p:sp>
      <p:sp>
        <p:nvSpPr>
          <p:cNvPr id="3" name="Title 1">
            <a:extLst>
              <a:ext uri="{FF2B5EF4-FFF2-40B4-BE49-F238E27FC236}">
                <a16:creationId xmlns:a16="http://schemas.microsoft.com/office/drawing/2014/main" id="{66A10D2C-8B5B-C4E1-E06C-33B47F0A4784}"/>
              </a:ext>
            </a:extLst>
          </p:cNvPr>
          <p:cNvSpPr txBox="1">
            <a:spLocks/>
          </p:cNvSpPr>
          <p:nvPr/>
        </p:nvSpPr>
        <p:spPr>
          <a:xfrm>
            <a:off x="762000" y="2496992"/>
            <a:ext cx="4180392" cy="743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2400" dirty="0">
                <a:solidFill>
                  <a:srgbClr val="00426A"/>
                </a:solidFill>
                <a:latin typeface="Arial" panose="020B0604020202020204" pitchFamily="34" charset="0"/>
                <a:cs typeface="Arial" panose="020B0604020202020204" pitchFamily="34" charset="0"/>
              </a:rPr>
              <a:t>A mesterséges intelligencia kifejezés első használata.</a:t>
            </a:r>
            <a:endParaRPr lang="hu-HU" sz="2000" dirty="0">
              <a:solidFill>
                <a:srgbClr val="00426A"/>
              </a:solidFill>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09283D99-208B-EF16-0F6B-53CF8E89966B}"/>
              </a:ext>
            </a:extLst>
          </p:cNvPr>
          <p:cNvSpPr txBox="1">
            <a:spLocks/>
          </p:cNvSpPr>
          <p:nvPr/>
        </p:nvSpPr>
        <p:spPr>
          <a:xfrm>
            <a:off x="761999" y="3299532"/>
            <a:ext cx="4180392" cy="18367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2400" dirty="0">
                <a:solidFill>
                  <a:srgbClr val="00426A"/>
                </a:solidFill>
                <a:latin typeface="Arial" panose="020B0604020202020204" pitchFamily="34" charset="0"/>
                <a:cs typeface="Arial" panose="020B0604020202020204" pitchFamily="34" charset="0"/>
              </a:rPr>
              <a:t>Úgy gondolták, hogy néhány éven belül a gépek emberi szinten fognak gondolkodni.</a:t>
            </a:r>
            <a:endParaRPr lang="hu-HU" sz="2000" dirty="0">
              <a:solidFill>
                <a:srgbClr val="00426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9098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5A8FD-1461-475D-BC52-2A2B61B8096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D4AF9E8-99BB-DE8C-0925-05A6815F3797}"/>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D203EC69-3F43-53BD-BF15-F5C507A286ED}"/>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80D72AB-3AB6-7D25-9291-FE2DECCC9D83}"/>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38E4B7A-35D9-7769-F267-10E054AF96A3}"/>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CA62C09F-702E-C270-4F0F-FF2B0AF0467F}"/>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8932A3B9-23F4-9103-0CD2-0E040117EFA2}"/>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589D4889-1959-B51B-8F53-1D4C9F779612}"/>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58F3E2F4-BB14-F87D-CA7F-32D27DD8400A}"/>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0D001899-08CD-450D-8D08-FA5F87EACC88}"/>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35AC6BF9-3627-4A12-587C-356BAE60996A}"/>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CF4B773D-B45E-89FB-077B-3E121EBC4090}"/>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C9852C82-687C-234D-9F2E-FBEC0DA789C1}"/>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D93BEAD4-3DCE-C24C-3A91-26DF9984B968}"/>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04D90279-BCC7-E96F-8C4C-7A22013B2703}"/>
              </a:ext>
            </a:extLst>
          </p:cNvPr>
          <p:cNvSpPr/>
          <p:nvPr/>
        </p:nvSpPr>
        <p:spPr>
          <a:xfrm>
            <a:off x="461369" y="10379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3D1EEFA4-64BD-62D4-3A4F-16F7CAFEB99F}"/>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A9B29BCB-96BE-3651-8F21-46B3AE3A28BC}"/>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592BB9E7-E61D-B0C9-9DC2-7B70E4906D73}"/>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lang="hu-HU" sz="1500" b="1" dirty="0">
                    <a:solidFill>
                      <a:srgbClr val="00426A"/>
                    </a:solidFill>
                    <a:latin typeface="Arial" panose="020B0604020202020204" pitchFamily="34" charset="0"/>
                    <a:cs typeface="Arial" panose="020B0604020202020204" pitchFamily="34" charset="0"/>
                  </a:rPr>
                  <a:t>Alan Turing és a Turing-teszt</a:t>
                </a:r>
                <a:endParaRPr kumimoji="0" lang="hu-HU" sz="1500" b="1" i="0" u="none" strike="noStrike" kern="1200" cap="none" spc="0" normalizeH="0" baseline="0" noProof="0" dirty="0">
                  <a:ln>
                    <a:noFill/>
                  </a:ln>
                  <a:solidFill>
                    <a:srgbClr val="00426A"/>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D6634433-29EF-F018-8E00-B234A063A57F}"/>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606C4C01-0EEE-248B-CDEB-A82C414C3563}"/>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8801BD8F-CBC6-332B-F030-F6688FDCC2F9}"/>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18DA7298-1974-E0B1-53E9-5B94A29C6A69}"/>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5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8392A754-4F07-7D4D-672C-8C750D356D99}"/>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B3A62E2E-BBAB-2AE3-E6DF-786F2404E1E4}"/>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27AA9158-736E-7F9D-5EC3-2C81117B4868}"/>
              </a:ext>
            </a:extLst>
          </p:cNvPr>
          <p:cNvGrpSpPr/>
          <p:nvPr/>
        </p:nvGrpSpPr>
        <p:grpSpPr>
          <a:xfrm>
            <a:off x="315603" y="1167222"/>
            <a:ext cx="3068084" cy="3167696"/>
            <a:chOff x="315603" y="1167222"/>
            <a:chExt cx="3068084" cy="3167696"/>
          </a:xfrm>
        </p:grpSpPr>
        <p:sp>
          <p:nvSpPr>
            <p:cNvPr id="35" name="Oval 34">
              <a:extLst>
                <a:ext uri="{FF2B5EF4-FFF2-40B4-BE49-F238E27FC236}">
                  <a16:creationId xmlns:a16="http://schemas.microsoft.com/office/drawing/2014/main" id="{972041BE-E905-81CE-8590-71D02A712B89}"/>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4060574C-07BA-D8F1-CA2D-6C9F14115BBB}"/>
                </a:ext>
              </a:extLst>
            </p:cNvPr>
            <p:cNvSpPr txBox="1">
              <a:spLocks/>
            </p:cNvSpPr>
            <p:nvPr/>
          </p:nvSpPr>
          <p:spPr>
            <a:xfrm>
              <a:off x="315603" y="1167222"/>
              <a:ext cx="3068084" cy="1692181"/>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p>
            <a:p>
              <a:pPr lvl="0" algn="ctr">
                <a:lnSpc>
                  <a:spcPct val="100000"/>
                </a:lnSpc>
                <a:spcBef>
                  <a:spcPts val="0"/>
                </a:spcBef>
                <a:buClr>
                  <a:srgbClr val="B60057"/>
                </a:buClr>
                <a:defRPr/>
              </a:pPr>
              <a:r>
                <a:rPr lang="en-GB" sz="2500" dirty="0">
                  <a:solidFill>
                    <a:srgbClr val="003A61"/>
                  </a:solidFill>
                  <a:latin typeface="Arial" panose="020B0604020202020204" pitchFamily="34" charset="0"/>
                  <a:cs typeface="Arial" panose="020B0604020202020204" pitchFamily="34" charset="0"/>
                </a:rPr>
                <a:t>Dartmouth – </a:t>
              </a:r>
              <a:r>
                <a:rPr lang="en-GB" sz="2500" dirty="0" err="1">
                  <a:solidFill>
                    <a:srgbClr val="003A61"/>
                  </a:solidFill>
                  <a:latin typeface="Arial" panose="020B0604020202020204" pitchFamily="34" charset="0"/>
                  <a:cs typeface="Arial" panose="020B0604020202020204" pitchFamily="34" charset="0"/>
                </a:rPr>
                <a:t>konferencia</a:t>
              </a:r>
              <a:endParaRPr lang="en-GB" sz="2500"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2500" dirty="0">
                  <a:solidFill>
                    <a:srgbClr val="003A61"/>
                  </a:solidFill>
                  <a:latin typeface="Arial" panose="020B0604020202020204" pitchFamily="34" charset="0"/>
                  <a:cs typeface="Arial" panose="020B0604020202020204" pitchFamily="34" charset="0"/>
                </a:rPr>
                <a:t>Az MI </a:t>
              </a:r>
              <a:r>
                <a:rPr lang="en-GB" sz="2500" dirty="0" err="1">
                  <a:solidFill>
                    <a:srgbClr val="003A61"/>
                  </a:solidFill>
                  <a:latin typeface="Arial" panose="020B0604020202020204" pitchFamily="34" charset="0"/>
                  <a:cs typeface="Arial" panose="020B0604020202020204" pitchFamily="34" charset="0"/>
                </a:rPr>
                <a:t>születése</a:t>
              </a:r>
              <a:endParaRPr kumimoji="0" lang="hu-HU" sz="2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DA46AF4E-FEDB-242F-49CB-D2163964E37A}"/>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1B223337-9DC7-0347-763C-B02A13C944AC}"/>
              </a:ext>
            </a:extLst>
          </p:cNvPr>
          <p:cNvGrpSpPr/>
          <p:nvPr/>
        </p:nvGrpSpPr>
        <p:grpSpPr>
          <a:xfrm>
            <a:off x="4971281" y="3648937"/>
            <a:ext cx="1977682" cy="2646720"/>
            <a:chOff x="4971281" y="3648937"/>
            <a:chExt cx="1977682" cy="2646720"/>
          </a:xfrm>
        </p:grpSpPr>
        <p:sp>
          <p:nvSpPr>
            <p:cNvPr id="39" name="Oval 38">
              <a:extLst>
                <a:ext uri="{FF2B5EF4-FFF2-40B4-BE49-F238E27FC236}">
                  <a16:creationId xmlns:a16="http://schemas.microsoft.com/office/drawing/2014/main" id="{B7A331DB-78DD-F9E6-9DB1-4315FA0504EB}"/>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E95E2F15-8226-D2B3-9A6A-E96BAA392C74}"/>
                </a:ext>
              </a:extLst>
            </p:cNvPr>
            <p:cNvSpPr txBox="1">
              <a:spLocks/>
            </p:cNvSpPr>
            <p:nvPr/>
          </p:nvSpPr>
          <p:spPr>
            <a:xfrm>
              <a:off x="4971281" y="4850156"/>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endParaRPr kumimoji="0" lang="hu-HU"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657F656A-C88D-0601-FA87-5F2908E429D7}"/>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8231E281-D2C8-5F7B-A357-947302601A5C}"/>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7731E9D4-868F-DA91-6796-3430A73068D8}"/>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9DF2238E-19B4-37B9-2CF8-E4F85473E69D}"/>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5B282525-97CE-01C5-94D3-1ED262624CC0}"/>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0ED39BDF-B7FA-6303-F302-FCFBD3718F06}"/>
              </a:ext>
            </a:extLst>
          </p:cNvPr>
          <p:cNvGrpSpPr/>
          <p:nvPr/>
        </p:nvGrpSpPr>
        <p:grpSpPr>
          <a:xfrm>
            <a:off x="7998379" y="3579427"/>
            <a:ext cx="1747002" cy="2250208"/>
            <a:chOff x="7998379" y="3579427"/>
            <a:chExt cx="1747002" cy="2250208"/>
          </a:xfrm>
        </p:grpSpPr>
        <p:grpSp>
          <p:nvGrpSpPr>
            <p:cNvPr id="11" name="Csoportba foglalás 10">
              <a:extLst>
                <a:ext uri="{FF2B5EF4-FFF2-40B4-BE49-F238E27FC236}">
                  <a16:creationId xmlns:a16="http://schemas.microsoft.com/office/drawing/2014/main" id="{B6936D9D-79FA-7E98-329D-24052CBA5DE0}"/>
                </a:ext>
              </a:extLst>
            </p:cNvPr>
            <p:cNvGrpSpPr/>
            <p:nvPr/>
          </p:nvGrpSpPr>
          <p:grpSpPr>
            <a:xfrm>
              <a:off x="7998379" y="3579427"/>
              <a:ext cx="1747002" cy="2250208"/>
              <a:chOff x="8961957" y="3589543"/>
              <a:chExt cx="1747002" cy="2250208"/>
            </a:xfrm>
          </p:grpSpPr>
          <p:sp>
            <p:nvSpPr>
              <p:cNvPr id="52" name="Oval 51">
                <a:extLst>
                  <a:ext uri="{FF2B5EF4-FFF2-40B4-BE49-F238E27FC236}">
                    <a16:creationId xmlns:a16="http://schemas.microsoft.com/office/drawing/2014/main" id="{61D5E944-73F0-A07A-48D8-11B2976617FE}"/>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80243585-642B-1C3F-37B4-C360EF7016DE}"/>
                  </a:ext>
                </a:extLst>
              </p:cNvPr>
              <p:cNvSpPr txBox="1">
                <a:spLocks/>
              </p:cNvSpPr>
              <p:nvPr/>
            </p:nvSpPr>
            <p:spPr>
              <a:xfrm>
                <a:off x="8961957" y="4960786"/>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7B58D181-9959-0A3C-44CF-D7F6E488D245}"/>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0D7EEE60-8380-A891-07A9-3A0B1A7C6EC1}"/>
              </a:ext>
            </a:extLst>
          </p:cNvPr>
          <p:cNvGrpSpPr/>
          <p:nvPr/>
        </p:nvGrpSpPr>
        <p:grpSpPr>
          <a:xfrm>
            <a:off x="8974933" y="1573791"/>
            <a:ext cx="2501508" cy="2389274"/>
            <a:chOff x="8974933" y="1573791"/>
            <a:chExt cx="2501508" cy="2389274"/>
          </a:xfrm>
        </p:grpSpPr>
        <p:sp>
          <p:nvSpPr>
            <p:cNvPr id="30" name="Oval 29">
              <a:extLst>
                <a:ext uri="{FF2B5EF4-FFF2-40B4-BE49-F238E27FC236}">
                  <a16:creationId xmlns:a16="http://schemas.microsoft.com/office/drawing/2014/main" id="{B58FF5AD-CE38-24A1-9487-A9B3EE7754B6}"/>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27B2E431-8F0A-ABA6-895B-265C178E7232}"/>
                </a:ext>
              </a:extLst>
            </p:cNvPr>
            <p:cNvSpPr txBox="1">
              <a:spLocks/>
            </p:cNvSpPr>
            <p:nvPr/>
          </p:nvSpPr>
          <p:spPr>
            <a:xfrm>
              <a:off x="8974933" y="1573791"/>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p:txBody>
        </p:sp>
        <p:sp>
          <p:nvSpPr>
            <p:cNvPr id="65" name="Rectangle 64">
              <a:extLst>
                <a:ext uri="{FF2B5EF4-FFF2-40B4-BE49-F238E27FC236}">
                  <a16:creationId xmlns:a16="http://schemas.microsoft.com/office/drawing/2014/main" id="{45617082-E74D-5475-3A6C-9CC3D46E89C0}"/>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5F274CFB-EAC1-4011-9C20-5C0F6CE31466}"/>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EEE67F28-378D-97E9-3912-AADD10D22308}"/>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CA764197-5F88-0EF3-7F28-50D1C894C76F}"/>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638F2938-930A-9D2A-30B9-FEE762BD7B18}"/>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5FC536C6-5A83-6274-7570-206E097AD479}"/>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6360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1000"/>
                                        <p:tgtEl>
                                          <p:spTgt spid="69"/>
                                        </p:tgtEl>
                                      </p:cBhvr>
                                    </p:animEffect>
                                  </p:childTnLst>
                                </p:cTn>
                              </p:par>
                              <p:par>
                                <p:cTn id="11" presetID="10"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1000"/>
                                        <p:tgtEl>
                                          <p:spTgt spid="70"/>
                                        </p:tgtEl>
                                      </p:cBhvr>
                                    </p:animEffect>
                                  </p:childTnLst>
                                </p:cTn>
                              </p:par>
                              <p:par>
                                <p:cTn id="14" presetID="10" presetClass="entr" presetSubtype="0"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1000"/>
                                        <p:tgtEl>
                                          <p:spTgt spid="71"/>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1000"/>
                                        <p:tgtEl>
                                          <p:spTgt spid="72"/>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10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9D17-4615-EE0A-C9E0-76EB8FC44F09}"/>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C7CCF340-13AC-34B9-7007-F0FCF1C4BF96}"/>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341C47DC-B0E2-2EE1-DDF2-30EF25422375}"/>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E1430E-8B90-4508-A642-A58DE7DD4D8F}"/>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8BA685E-B181-1902-FB56-E6F5695C57AD}"/>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59741257-F00D-5FC8-557A-200FE581B7DD}"/>
              </a:ext>
            </a:extLst>
          </p:cNvPr>
          <p:cNvSpPr txBox="1">
            <a:spLocks/>
          </p:cNvSpPr>
          <p:nvPr/>
        </p:nvSpPr>
        <p:spPr>
          <a:xfrm>
            <a:off x="636527" y="938081"/>
            <a:ext cx="4957762"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C4D600"/>
                </a:solidFill>
                <a:latin typeface="Arial" panose="020B0604020202020204" pitchFamily="34" charset="0"/>
                <a:cs typeface="Arial" panose="020B0604020202020204" pitchFamily="34" charset="0"/>
              </a:rPr>
              <a:t>Első</a:t>
            </a:r>
            <a:r>
              <a:rPr lang="en-GB" b="1" dirty="0">
                <a:solidFill>
                  <a:srgbClr val="C4D600"/>
                </a:solidFill>
                <a:latin typeface="Arial" panose="020B0604020202020204" pitchFamily="34" charset="0"/>
                <a:cs typeface="Arial" panose="020B0604020202020204" pitchFamily="34" charset="0"/>
              </a:rPr>
              <a:t> </a:t>
            </a:r>
            <a:r>
              <a:rPr lang="en-GB" b="1" dirty="0" err="1">
                <a:solidFill>
                  <a:srgbClr val="C4D600"/>
                </a:solidFill>
                <a:latin typeface="Arial" panose="020B0604020202020204" pitchFamily="34" charset="0"/>
                <a:cs typeface="Arial" panose="020B0604020202020204" pitchFamily="34" charset="0"/>
              </a:rPr>
              <a:t>robotok</a:t>
            </a:r>
            <a:r>
              <a:rPr lang="en-GB" b="1" dirty="0">
                <a:solidFill>
                  <a:srgbClr val="C4D600"/>
                </a:solidFill>
                <a:latin typeface="Arial" panose="020B0604020202020204" pitchFamily="34" charset="0"/>
                <a:cs typeface="Arial" panose="020B0604020202020204" pitchFamily="34" charset="0"/>
              </a:rPr>
              <a:t> </a:t>
            </a:r>
            <a:r>
              <a:rPr lang="en-GB" b="1" dirty="0" err="1">
                <a:solidFill>
                  <a:srgbClr val="C4D600"/>
                </a:solidFill>
                <a:latin typeface="Arial" panose="020B0604020202020204" pitchFamily="34" charset="0"/>
                <a:cs typeface="Arial" panose="020B0604020202020204" pitchFamily="34" charset="0"/>
              </a:rPr>
              <a:t>és</a:t>
            </a:r>
            <a:r>
              <a:rPr lang="en-GB" b="1" dirty="0">
                <a:solidFill>
                  <a:srgbClr val="C4D600"/>
                </a:solidFill>
                <a:latin typeface="Arial" panose="020B0604020202020204" pitchFamily="34" charset="0"/>
                <a:cs typeface="Arial" panose="020B0604020202020204" pitchFamily="34" charset="0"/>
              </a:rPr>
              <a:t> </a:t>
            </a:r>
            <a:r>
              <a:rPr lang="en-GB" b="1" dirty="0" err="1">
                <a:solidFill>
                  <a:srgbClr val="C4D600"/>
                </a:solidFill>
                <a:latin typeface="Arial" panose="020B0604020202020204" pitchFamily="34" charset="0"/>
                <a:cs typeface="Arial" panose="020B0604020202020204" pitchFamily="34" charset="0"/>
              </a:rPr>
              <a:t>nyelvi</a:t>
            </a:r>
            <a:r>
              <a:rPr lang="en-GB" b="1" dirty="0">
                <a:solidFill>
                  <a:srgbClr val="C4D600"/>
                </a:solidFill>
                <a:latin typeface="Arial" panose="020B0604020202020204" pitchFamily="34" charset="0"/>
                <a:cs typeface="Arial" panose="020B0604020202020204" pitchFamily="34" charset="0"/>
              </a:rPr>
              <a:t> </a:t>
            </a:r>
            <a:r>
              <a:rPr lang="en-GB" b="1" dirty="0" err="1">
                <a:solidFill>
                  <a:srgbClr val="C4D600"/>
                </a:solidFill>
                <a:latin typeface="Arial" panose="020B0604020202020204" pitchFamily="34" charset="0"/>
                <a:cs typeface="Arial" panose="020B0604020202020204" pitchFamily="34" charset="0"/>
              </a:rPr>
              <a:t>programok</a:t>
            </a:r>
            <a:endParaRPr lang="en-GB" b="1" dirty="0">
              <a:solidFill>
                <a:srgbClr val="C4D600"/>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187D931F-02B6-1A1E-248C-0F872376B382}"/>
              </a:ext>
            </a:extLst>
          </p:cNvPr>
          <p:cNvSpPr/>
          <p:nvPr/>
        </p:nvSpPr>
        <p:spPr>
          <a:xfrm>
            <a:off x="688690" y="2405162"/>
            <a:ext cx="5040778" cy="83395"/>
          </a:xfrm>
          <a:prstGeom prst="rect">
            <a:avLst/>
          </a:prstGeom>
          <a:solidFill>
            <a:srgbClr val="009CDE"/>
          </a:solidFill>
          <a:ln>
            <a:solidFill>
              <a:srgbClr val="009C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highlight>
                <a:srgbClr val="009CDE"/>
              </a:highlight>
            </a:endParaRPr>
          </a:p>
        </p:txBody>
      </p:sp>
      <p:grpSp>
        <p:nvGrpSpPr>
          <p:cNvPr id="16" name="Group 15">
            <a:extLst>
              <a:ext uri="{FF2B5EF4-FFF2-40B4-BE49-F238E27FC236}">
                <a16:creationId xmlns:a16="http://schemas.microsoft.com/office/drawing/2014/main" id="{24B27DE0-B2C9-09B2-1DB6-8B2FEFCCC352}"/>
              </a:ext>
            </a:extLst>
          </p:cNvPr>
          <p:cNvGrpSpPr/>
          <p:nvPr/>
        </p:nvGrpSpPr>
        <p:grpSpPr>
          <a:xfrm>
            <a:off x="6385668" y="-38593"/>
            <a:ext cx="5695326" cy="6896593"/>
            <a:chOff x="6496674" y="-38594"/>
            <a:chExt cx="5695326" cy="6896593"/>
          </a:xfrm>
        </p:grpSpPr>
        <p:pic>
          <p:nvPicPr>
            <p:cNvPr id="4" name="Picture 3">
              <a:extLst>
                <a:ext uri="{FF2B5EF4-FFF2-40B4-BE49-F238E27FC236}">
                  <a16:creationId xmlns:a16="http://schemas.microsoft.com/office/drawing/2014/main" id="{3A704095-13E3-E07A-DBD3-B206D0CBA3CC}"/>
                </a:ext>
              </a:extLst>
            </p:cNvPr>
            <p:cNvPicPr>
              <a:picLocks noChangeAspect="1"/>
            </p:cNvPicPr>
            <p:nvPr/>
          </p:nvPicPr>
          <p:blipFill>
            <a:blip r:embed="rId3"/>
            <a:srcRect r="-359"/>
            <a:stretch>
              <a:fillRect/>
            </a:stretch>
          </p:blipFill>
          <p:spPr>
            <a:xfrm>
              <a:off x="6573540" y="-31459"/>
              <a:ext cx="3126045" cy="300183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a:extLst>
                <a:ext uri="{FF2B5EF4-FFF2-40B4-BE49-F238E27FC236}">
                  <a16:creationId xmlns:a16="http://schemas.microsoft.com/office/drawing/2014/main" id="{FE004EDE-7278-6A40-CF7F-BBDF811ED5A4}"/>
                </a:ext>
              </a:extLst>
            </p:cNvPr>
            <p:cNvPicPr>
              <a:picLocks noChangeAspect="1"/>
            </p:cNvPicPr>
            <p:nvPr/>
          </p:nvPicPr>
          <p:blipFill>
            <a:blip r:embed="rId4"/>
            <a:srcRect l="2979" r="260"/>
            <a:stretch>
              <a:fillRect/>
            </a:stretch>
          </p:blipFill>
          <p:spPr>
            <a:xfrm>
              <a:off x="10074503" y="-38594"/>
              <a:ext cx="2117497" cy="300183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Title 1">
              <a:extLst>
                <a:ext uri="{FF2B5EF4-FFF2-40B4-BE49-F238E27FC236}">
                  <a16:creationId xmlns:a16="http://schemas.microsoft.com/office/drawing/2014/main" id="{FABC09EE-A0C5-6DA7-FF6E-5CE209796EF6}"/>
                </a:ext>
              </a:extLst>
            </p:cNvPr>
            <p:cNvSpPr txBox="1">
              <a:spLocks/>
            </p:cNvSpPr>
            <p:nvPr/>
          </p:nvSpPr>
          <p:spPr>
            <a:xfrm>
              <a:off x="6496674" y="2956844"/>
              <a:ext cx="5695325" cy="283314"/>
            </a:xfrm>
            <a:prstGeom prst="rect">
              <a:avLst/>
            </a:prstGeom>
            <a:solidFill>
              <a:schemeClr val="tx1"/>
            </a:solidFill>
            <a:ln>
              <a:solidFill>
                <a:schemeClr val="tx1"/>
              </a:solidFill>
            </a:ln>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1200" dirty="0">
                  <a:solidFill>
                    <a:schemeClr val="bg1"/>
                  </a:solidFill>
                  <a:latin typeface="Arial" panose="020B0604020202020204" pitchFamily="34" charset="0"/>
                  <a:cs typeface="Arial" panose="020B0604020202020204" pitchFamily="34" charset="0"/>
                </a:rPr>
                <a:t>Leonardo Da Vinci - robot </a:t>
              </a:r>
              <a:r>
                <a:rPr lang="en-GB" sz="1200" dirty="0" err="1">
                  <a:solidFill>
                    <a:schemeClr val="bg1"/>
                  </a:solidFill>
                  <a:latin typeface="Arial" panose="020B0604020202020204" pitchFamily="34" charset="0"/>
                  <a:cs typeface="Arial" panose="020B0604020202020204" pitchFamily="34" charset="0"/>
                </a:rPr>
                <a:t>belső</a:t>
              </a:r>
              <a:r>
                <a:rPr lang="en-GB" sz="1200" dirty="0">
                  <a:solidFill>
                    <a:schemeClr val="bg1"/>
                  </a:solidFill>
                  <a:latin typeface="Arial" panose="020B0604020202020204" pitchFamily="34" charset="0"/>
                  <a:cs typeface="Arial" panose="020B0604020202020204" pitchFamily="34" charset="0"/>
                </a:rPr>
                <a:t> </a:t>
              </a:r>
              <a:r>
                <a:rPr lang="en-GB" sz="1200" dirty="0" err="1">
                  <a:solidFill>
                    <a:schemeClr val="bg1"/>
                  </a:solidFill>
                  <a:latin typeface="Arial" panose="020B0604020202020204" pitchFamily="34" charset="0"/>
                  <a:cs typeface="Arial" panose="020B0604020202020204" pitchFamily="34" charset="0"/>
                </a:rPr>
                <a:t>szerkezettel</a:t>
              </a:r>
              <a:r>
                <a:rPr lang="en-GB" sz="1200" dirty="0">
                  <a:solidFill>
                    <a:schemeClr val="bg1"/>
                  </a:solidFill>
                  <a:latin typeface="Arial" panose="020B0604020202020204" pitchFamily="34" charset="0"/>
                  <a:cs typeface="Arial" panose="020B0604020202020204" pitchFamily="34" charset="0"/>
                </a:rPr>
                <a:t>              </a:t>
              </a:r>
              <a:r>
                <a:rPr lang="en-GB" sz="1200" dirty="0" err="1">
                  <a:solidFill>
                    <a:schemeClr val="bg1"/>
                  </a:solidFill>
                  <a:latin typeface="Arial" panose="020B0604020202020204" pitchFamily="34" charset="0"/>
                  <a:cs typeface="Arial" panose="020B0604020202020204" pitchFamily="34" charset="0"/>
                </a:rPr>
                <a:t>Trombitázó</a:t>
              </a:r>
              <a:r>
                <a:rPr lang="en-GB" sz="1200" dirty="0">
                  <a:solidFill>
                    <a:schemeClr val="bg1"/>
                  </a:solidFill>
                  <a:latin typeface="Arial" panose="020B0604020202020204" pitchFamily="34" charset="0"/>
                  <a:cs typeface="Arial" panose="020B0604020202020204" pitchFamily="34" charset="0"/>
                </a:rPr>
                <a:t> robot a </a:t>
              </a:r>
              <a:r>
                <a:rPr lang="en-GB" sz="1200" dirty="0" err="1">
                  <a:solidFill>
                    <a:schemeClr val="bg1"/>
                  </a:solidFill>
                  <a:latin typeface="Arial" panose="020B0604020202020204" pitchFamily="34" charset="0"/>
                  <a:cs typeface="Arial" panose="020B0604020202020204" pitchFamily="34" charset="0"/>
                </a:rPr>
                <a:t>Toyotától</a:t>
              </a:r>
              <a:endParaRPr lang="en-GB" sz="1200" dirty="0">
                <a:solidFill>
                  <a:schemeClr val="bg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882B4C39-0FDE-BC08-21AD-58DC385978E2}"/>
                </a:ext>
              </a:extLst>
            </p:cNvPr>
            <p:cNvPicPr>
              <a:picLocks noChangeAspect="1"/>
            </p:cNvPicPr>
            <p:nvPr/>
          </p:nvPicPr>
          <p:blipFill>
            <a:blip r:embed="rId5"/>
            <a:stretch>
              <a:fillRect/>
            </a:stretch>
          </p:blipFill>
          <p:spPr>
            <a:xfrm>
              <a:off x="6597712" y="3505258"/>
              <a:ext cx="5594288" cy="335274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3" name="Title 1">
              <a:extLst>
                <a:ext uri="{FF2B5EF4-FFF2-40B4-BE49-F238E27FC236}">
                  <a16:creationId xmlns:a16="http://schemas.microsoft.com/office/drawing/2014/main" id="{B2DB04D3-DEF5-480D-0A4E-C2D57B753598}"/>
                </a:ext>
              </a:extLst>
            </p:cNvPr>
            <p:cNvSpPr txBox="1">
              <a:spLocks/>
            </p:cNvSpPr>
            <p:nvPr/>
          </p:nvSpPr>
          <p:spPr>
            <a:xfrm>
              <a:off x="6496674" y="3253694"/>
              <a:ext cx="5695326" cy="261364"/>
            </a:xfrm>
            <a:prstGeom prst="rect">
              <a:avLst/>
            </a:prstGeom>
            <a:solidFill>
              <a:schemeClr val="tx1"/>
            </a:solidFill>
            <a:ln>
              <a:solidFill>
                <a:schemeClr val="tx1"/>
              </a:solidFill>
            </a:ln>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1200" dirty="0">
                  <a:solidFill>
                    <a:schemeClr val="bg1"/>
                  </a:solidFill>
                  <a:latin typeface="Arial" panose="020B0604020202020204" pitchFamily="34" charset="0"/>
                  <a:cs typeface="Arial" panose="020B0604020202020204" pitchFamily="34" charset="0"/>
                </a:rPr>
                <a:t>Az </a:t>
              </a:r>
              <a:r>
                <a:rPr lang="en-GB" sz="1200" dirty="0" err="1">
                  <a:solidFill>
                    <a:schemeClr val="bg1"/>
                  </a:solidFill>
                  <a:latin typeface="Arial" panose="020B0604020202020204" pitchFamily="34" charset="0"/>
                  <a:cs typeface="Arial" panose="020B0604020202020204" pitchFamily="34" charset="0"/>
                </a:rPr>
                <a:t>első</a:t>
              </a:r>
              <a:r>
                <a:rPr lang="en-GB" sz="1200" dirty="0">
                  <a:solidFill>
                    <a:schemeClr val="bg1"/>
                  </a:solidFill>
                  <a:latin typeface="Arial" panose="020B0604020202020204" pitchFamily="34" charset="0"/>
                  <a:cs typeface="Arial" panose="020B0604020202020204" pitchFamily="34" charset="0"/>
                </a:rPr>
                <a:t> </a:t>
              </a:r>
              <a:r>
                <a:rPr lang="en-GB" sz="1200" dirty="0" err="1">
                  <a:solidFill>
                    <a:schemeClr val="bg1"/>
                  </a:solidFill>
                  <a:latin typeface="Arial" panose="020B0604020202020204" pitchFamily="34" charset="0"/>
                  <a:cs typeface="Arial" panose="020B0604020202020204" pitchFamily="34" charset="0"/>
                </a:rPr>
                <a:t>ChatBot</a:t>
              </a:r>
              <a:r>
                <a:rPr lang="en-GB" sz="1200" dirty="0">
                  <a:solidFill>
                    <a:schemeClr val="bg1"/>
                  </a:solidFill>
                  <a:latin typeface="Arial" panose="020B0604020202020204" pitchFamily="34" charset="0"/>
                  <a:cs typeface="Arial" panose="020B0604020202020204" pitchFamily="34" charset="0"/>
                </a:rPr>
                <a:t> - ELIZA</a:t>
              </a:r>
            </a:p>
          </p:txBody>
        </p:sp>
        <p:sp>
          <p:nvSpPr>
            <p:cNvPr id="15" name="Title 1">
              <a:extLst>
                <a:ext uri="{FF2B5EF4-FFF2-40B4-BE49-F238E27FC236}">
                  <a16:creationId xmlns:a16="http://schemas.microsoft.com/office/drawing/2014/main" id="{4474E9EA-32DB-7D50-FCCE-860099E78F0E}"/>
                </a:ext>
              </a:extLst>
            </p:cNvPr>
            <p:cNvSpPr txBox="1">
              <a:spLocks/>
            </p:cNvSpPr>
            <p:nvPr/>
          </p:nvSpPr>
          <p:spPr>
            <a:xfrm rot="5400000">
              <a:off x="8241360" y="1414877"/>
              <a:ext cx="3284904" cy="392730"/>
            </a:xfrm>
            <a:prstGeom prst="rect">
              <a:avLst/>
            </a:prstGeom>
            <a:solidFill>
              <a:schemeClr val="tx1"/>
            </a:solidFill>
            <a:ln>
              <a:solidFill>
                <a:schemeClr val="tx1"/>
              </a:solidFill>
            </a:ln>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1100" dirty="0">
                <a:solidFill>
                  <a:schemeClr val="bg1"/>
                </a:solidFill>
                <a:latin typeface="Arial" panose="020B0604020202020204" pitchFamily="34" charset="0"/>
                <a:cs typeface="Arial" panose="020B0604020202020204" pitchFamily="34" charset="0"/>
              </a:endParaRPr>
            </a:p>
          </p:txBody>
        </p:sp>
      </p:grpSp>
      <p:sp>
        <p:nvSpPr>
          <p:cNvPr id="17" name="Subtitle 2">
            <a:extLst>
              <a:ext uri="{FF2B5EF4-FFF2-40B4-BE49-F238E27FC236}">
                <a16:creationId xmlns:a16="http://schemas.microsoft.com/office/drawing/2014/main" id="{F0EC3F44-6FDD-1E49-9D18-88125D591366}"/>
              </a:ext>
            </a:extLst>
          </p:cNvPr>
          <p:cNvSpPr txBox="1">
            <a:spLocks/>
          </p:cNvSpPr>
          <p:nvPr/>
        </p:nvSpPr>
        <p:spPr>
          <a:xfrm>
            <a:off x="610392" y="2982539"/>
            <a:ext cx="5400358" cy="725001"/>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400" dirty="0">
                <a:solidFill>
                  <a:srgbClr val="00426A"/>
                </a:solidFill>
                <a:latin typeface="Arial" panose="020B0604020202020204" pitchFamily="34" charset="0"/>
                <a:ea typeface="+mj-ea"/>
                <a:cs typeface="Arial" panose="020B0604020202020204" pitchFamily="34" charset="0"/>
              </a:rPr>
              <a:t>Az első chatbot: ELIZA pszichológus</a:t>
            </a:r>
          </a:p>
          <a:p>
            <a:r>
              <a:rPr lang="hu-HU" sz="2400" dirty="0">
                <a:solidFill>
                  <a:srgbClr val="00426A"/>
                </a:solidFill>
                <a:latin typeface="Arial" panose="020B0604020202020204" pitchFamily="34" charset="0"/>
                <a:ea typeface="+mj-ea"/>
                <a:cs typeface="Arial" panose="020B0604020202020204" pitchFamily="34" charset="0"/>
              </a:rPr>
              <a:t>Az első ipari robotkarok</a:t>
            </a:r>
            <a:endParaRPr lang="en-GB" sz="2400" dirty="0">
              <a:solidFill>
                <a:srgbClr val="00426A"/>
              </a:solidFill>
              <a:latin typeface="Arial" panose="020B0604020202020204" pitchFamily="34" charset="0"/>
              <a:ea typeface="+mj-ea"/>
              <a:cs typeface="Arial" panose="020B0604020202020204" pitchFamily="34" charset="0"/>
            </a:endParaRPr>
          </a:p>
          <a:p>
            <a:endParaRPr lang="en-GB" sz="3000" b="1" dirty="0">
              <a:solidFill>
                <a:schemeClr val="accent3"/>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589409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1AE0-A0D2-4231-C154-B610D643702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2DDD5F7-32C5-EE9C-ADA7-6B99D7E32B95}"/>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BD73626D-37A5-A2D1-A412-E7BBCF7579E5}"/>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949EB42-F1B9-F71B-7D65-3611B1D3F934}"/>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E8F9BC-E5BB-214B-54DE-27639FC3C219}"/>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39522CAC-F0CB-5123-FCEB-611165953011}"/>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D7D6BBF7-1087-974F-6220-E54898F2236D}"/>
              </a:ext>
            </a:extLst>
          </p:cNvPr>
          <p:cNvSpPr/>
          <p:nvPr/>
        </p:nvSpPr>
        <p:spPr>
          <a:xfrm>
            <a:off x="5015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C998B917-0B06-3E1D-747E-61DAB859038E}"/>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5EDE50F2-5A3C-159E-B654-D948D9856246}"/>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DD07EBDA-CC96-E5DA-1CC5-4E8ED0419974}"/>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10E20D62-62EA-9BA4-7B08-68B57A0566C5}"/>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E3C4E40E-306B-2116-D070-737CE9BA13A7}"/>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9E08F5EB-400C-3B8E-696F-E088D672CB48}"/>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BCA24976-72D9-11CC-BEAD-C0C9E449DEA8}"/>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23A3AA7C-1FF6-CD18-A730-5353A98F804A}"/>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06B521DA-D358-AAFD-D0F7-3BEE6CA57EB9}"/>
              </a:ext>
            </a:extLst>
          </p:cNvPr>
          <p:cNvGrpSpPr/>
          <p:nvPr/>
        </p:nvGrpSpPr>
        <p:grpSpPr>
          <a:xfrm>
            <a:off x="-39236" y="3868779"/>
            <a:ext cx="1566077" cy="2581140"/>
            <a:chOff x="-39236" y="3868779"/>
            <a:chExt cx="1566077" cy="2581140"/>
          </a:xfrm>
        </p:grpSpPr>
        <p:grpSp>
          <p:nvGrpSpPr>
            <p:cNvPr id="57" name="Group 56">
              <a:extLst>
                <a:ext uri="{FF2B5EF4-FFF2-40B4-BE49-F238E27FC236}">
                  <a16:creationId xmlns:a16="http://schemas.microsoft.com/office/drawing/2014/main" id="{F0C9AB30-4D8F-E673-49EF-A87715EE4954}"/>
                </a:ext>
              </a:extLst>
            </p:cNvPr>
            <p:cNvGrpSpPr/>
            <p:nvPr/>
          </p:nvGrpSpPr>
          <p:grpSpPr>
            <a:xfrm>
              <a:off x="-39236" y="3868779"/>
              <a:ext cx="1566077" cy="2581140"/>
              <a:chOff x="1616207" y="4117331"/>
              <a:chExt cx="1566077" cy="2581140"/>
            </a:xfrm>
          </p:grpSpPr>
          <p:sp>
            <p:nvSpPr>
              <p:cNvPr id="26" name="Title 1">
                <a:extLst>
                  <a:ext uri="{FF2B5EF4-FFF2-40B4-BE49-F238E27FC236}">
                    <a16:creationId xmlns:a16="http://schemas.microsoft.com/office/drawing/2014/main" id="{42BEBA4C-FFB9-9B9E-7F8D-C02D4AA349D3}"/>
                  </a:ext>
                </a:extLst>
              </p:cNvPr>
              <p:cNvSpPr txBox="1">
                <a:spLocks/>
              </p:cNvSpPr>
              <p:nvPr/>
            </p:nvSpPr>
            <p:spPr>
              <a:xfrm>
                <a:off x="1616207" y="5730741"/>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p>
              <a:p>
                <a:pPr algn="ctr">
                  <a:lnSpc>
                    <a:spcPct val="100000"/>
                  </a:lnSpc>
                  <a:spcBef>
                    <a:spcPts val="0"/>
                  </a:spcBef>
                  <a:buClr>
                    <a:srgbClr val="B60057"/>
                  </a:buClr>
                  <a:defRPr/>
                </a:pPr>
                <a:r>
                  <a:rPr lang="en-US" sz="1500" dirty="0">
                    <a:solidFill>
                      <a:srgbClr val="003A61"/>
                    </a:solidFill>
                    <a:latin typeface="Arial" panose="020B0604020202020204" pitchFamily="34" charset="0"/>
                    <a:cs typeface="Arial" panose="020B0604020202020204" pitchFamily="34" charset="0"/>
                  </a:rPr>
                  <a:t>Alan Turing </a:t>
                </a:r>
                <a:r>
                  <a:rPr lang="en-US" sz="1500" dirty="0" err="1">
                    <a:solidFill>
                      <a:srgbClr val="003A61"/>
                    </a:solidFill>
                    <a:latin typeface="Arial" panose="020B0604020202020204" pitchFamily="34" charset="0"/>
                    <a:cs typeface="Arial" panose="020B0604020202020204" pitchFamily="34" charset="0"/>
                  </a:rPr>
                  <a:t>és</a:t>
                </a:r>
                <a:r>
                  <a:rPr lang="en-US" sz="1500" dirty="0">
                    <a:solidFill>
                      <a:srgbClr val="003A61"/>
                    </a:solidFill>
                    <a:latin typeface="Arial" panose="020B0604020202020204" pitchFamily="34" charset="0"/>
                    <a:cs typeface="Arial" panose="020B0604020202020204" pitchFamily="34" charset="0"/>
                  </a:rPr>
                  <a:t> a Turing-</a:t>
                </a:r>
                <a:r>
                  <a:rPr lang="en-US" sz="1500" dirty="0" err="1">
                    <a:solidFill>
                      <a:srgbClr val="003A61"/>
                    </a:solidFill>
                    <a:latin typeface="Arial" panose="020B0604020202020204" pitchFamily="34" charset="0"/>
                    <a:cs typeface="Arial" panose="020B0604020202020204" pitchFamily="34" charset="0"/>
                  </a:rPr>
                  <a:t>teszt</a:t>
                </a:r>
                <a:endParaRPr lang="en-US" sz="1500" dirty="0">
                  <a:solidFill>
                    <a:srgbClr val="003A6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27A4CE97-B72A-8326-75A6-8B7D2C19EA15}"/>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2E61CFA9-7C3E-106E-84D5-984DE2BBE5AD}"/>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E9D6F1DD-81DC-5624-BAF2-5710F0FAF445}"/>
              </a:ext>
            </a:extLst>
          </p:cNvPr>
          <p:cNvGrpSpPr/>
          <p:nvPr/>
        </p:nvGrpSpPr>
        <p:grpSpPr>
          <a:xfrm>
            <a:off x="1683543" y="3944055"/>
            <a:ext cx="2678519" cy="2821681"/>
            <a:chOff x="1683543" y="3944055"/>
            <a:chExt cx="2678519" cy="2821681"/>
          </a:xfrm>
        </p:grpSpPr>
        <p:sp>
          <p:nvSpPr>
            <p:cNvPr id="17" name="Title 1">
              <a:extLst>
                <a:ext uri="{FF2B5EF4-FFF2-40B4-BE49-F238E27FC236}">
                  <a16:creationId xmlns:a16="http://schemas.microsoft.com/office/drawing/2014/main" id="{14A2A028-1A5A-C26A-1576-278E494627C7}"/>
                </a:ext>
              </a:extLst>
            </p:cNvPr>
            <p:cNvSpPr txBox="1">
              <a:spLocks/>
            </p:cNvSpPr>
            <p:nvPr/>
          </p:nvSpPr>
          <p:spPr>
            <a:xfrm>
              <a:off x="1683543" y="5488083"/>
              <a:ext cx="2678519" cy="1277653"/>
            </a:xfrm>
            <a:prstGeom prst="rect">
              <a:avLst/>
            </a:prstGeom>
            <a:solidFill>
              <a:schemeClr val="bg1">
                <a:lumMod val="85000"/>
              </a:schemeClr>
            </a:solidFill>
            <a:ln>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20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en-GB"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2000" dirty="0">
                  <a:solidFill>
                    <a:srgbClr val="003A61"/>
                  </a:solidFill>
                  <a:latin typeface="Arial" panose="020B0604020202020204" pitchFamily="34" charset="0"/>
                  <a:cs typeface="Arial" panose="020B0604020202020204" pitchFamily="34" charset="0"/>
                </a:rPr>
                <a:t>Az e</a:t>
              </a:r>
              <a:r>
                <a:rPr lang="en-GB" sz="2000" dirty="0" err="1">
                  <a:solidFill>
                    <a:srgbClr val="003A61"/>
                  </a:solidFill>
                  <a:latin typeface="Arial" panose="020B0604020202020204" pitchFamily="34" charset="0"/>
                  <a:cs typeface="Arial" panose="020B0604020202020204" pitchFamily="34" charset="0"/>
                </a:rPr>
                <a:t>lső</a:t>
              </a:r>
              <a:r>
                <a:rPr lang="en-GB" sz="2000" dirty="0">
                  <a:solidFill>
                    <a:srgbClr val="003A61"/>
                  </a:solidFill>
                  <a:latin typeface="Arial" panose="020B0604020202020204" pitchFamily="34" charset="0"/>
                  <a:cs typeface="Arial" panose="020B0604020202020204" pitchFamily="34" charset="0"/>
                </a:rPr>
                <a:t> </a:t>
              </a:r>
              <a:r>
                <a:rPr lang="en-GB" sz="2000" dirty="0" err="1">
                  <a:solidFill>
                    <a:srgbClr val="003A61"/>
                  </a:solidFill>
                  <a:latin typeface="Arial" panose="020B0604020202020204" pitchFamily="34" charset="0"/>
                  <a:cs typeface="Arial" panose="020B0604020202020204" pitchFamily="34" charset="0"/>
                </a:rPr>
                <a:t>robotok</a:t>
              </a:r>
              <a:r>
                <a:rPr lang="en-GB" sz="2000" dirty="0">
                  <a:solidFill>
                    <a:srgbClr val="003A61"/>
                  </a:solidFill>
                  <a:latin typeface="Arial" panose="020B0604020202020204" pitchFamily="34" charset="0"/>
                  <a:cs typeface="Arial" panose="020B0604020202020204" pitchFamily="34" charset="0"/>
                </a:rPr>
                <a:t> </a:t>
              </a:r>
              <a:r>
                <a:rPr lang="en-GB" sz="2000" dirty="0" err="1">
                  <a:solidFill>
                    <a:srgbClr val="003A61"/>
                  </a:solidFill>
                  <a:latin typeface="Arial" panose="020B0604020202020204" pitchFamily="34" charset="0"/>
                  <a:cs typeface="Arial" panose="020B0604020202020204" pitchFamily="34" charset="0"/>
                </a:rPr>
                <a:t>és</a:t>
              </a:r>
              <a:r>
                <a:rPr lang="en-GB" sz="2000" dirty="0">
                  <a:solidFill>
                    <a:srgbClr val="003A61"/>
                  </a:solidFill>
                  <a:latin typeface="Arial" panose="020B0604020202020204" pitchFamily="34" charset="0"/>
                  <a:cs typeface="Arial" panose="020B0604020202020204" pitchFamily="34" charset="0"/>
                </a:rPr>
                <a:t> </a:t>
              </a:r>
              <a:r>
                <a:rPr lang="en-GB" sz="2000" dirty="0" err="1">
                  <a:solidFill>
                    <a:srgbClr val="003A61"/>
                  </a:solidFill>
                  <a:latin typeface="Arial" panose="020B0604020202020204" pitchFamily="34" charset="0"/>
                  <a:cs typeface="Arial" panose="020B0604020202020204" pitchFamily="34" charset="0"/>
                </a:rPr>
                <a:t>nyelvi</a:t>
              </a:r>
              <a:r>
                <a:rPr lang="en-GB" sz="2000" dirty="0">
                  <a:solidFill>
                    <a:srgbClr val="003A61"/>
                  </a:solidFill>
                  <a:latin typeface="Arial" panose="020B0604020202020204" pitchFamily="34" charset="0"/>
                  <a:cs typeface="Arial" panose="020B0604020202020204" pitchFamily="34" charset="0"/>
                </a:rPr>
                <a:t> </a:t>
              </a:r>
              <a:r>
                <a:rPr lang="en-GB" sz="2000" dirty="0" err="1">
                  <a:solidFill>
                    <a:srgbClr val="003A61"/>
                  </a:solidFill>
                  <a:latin typeface="Arial" panose="020B0604020202020204" pitchFamily="34" charset="0"/>
                  <a:cs typeface="Arial" panose="020B0604020202020204" pitchFamily="34" charset="0"/>
                </a:rPr>
                <a:t>programok</a:t>
              </a:r>
              <a:endParaRPr kumimoji="0" lang="hu-HU" sz="12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C52A757C-3AFF-C78A-E9FE-989D965FBB2F}"/>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A4EB56F-89F5-B1CC-1B68-4C1F1B10FFFC}"/>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6660F994-C159-80BE-2DBC-1C471D154AB9}"/>
              </a:ext>
            </a:extLst>
          </p:cNvPr>
          <p:cNvGrpSpPr/>
          <p:nvPr/>
        </p:nvGrpSpPr>
        <p:grpSpPr>
          <a:xfrm>
            <a:off x="1040724" y="1674011"/>
            <a:ext cx="1596911" cy="2660907"/>
            <a:chOff x="1040724" y="1674011"/>
            <a:chExt cx="1596911" cy="2660907"/>
          </a:xfrm>
        </p:grpSpPr>
        <p:sp>
          <p:nvSpPr>
            <p:cNvPr id="35" name="Oval 34">
              <a:extLst>
                <a:ext uri="{FF2B5EF4-FFF2-40B4-BE49-F238E27FC236}">
                  <a16:creationId xmlns:a16="http://schemas.microsoft.com/office/drawing/2014/main" id="{FB3B8AFF-810D-04B6-1D77-093EA719A27C}"/>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DCD9B332-FD27-5512-AB80-6E2AA00217D0}"/>
                </a:ext>
              </a:extLst>
            </p:cNvPr>
            <p:cNvSpPr txBox="1">
              <a:spLocks/>
            </p:cNvSpPr>
            <p:nvPr/>
          </p:nvSpPr>
          <p:spPr>
            <a:xfrm>
              <a:off x="1040724" y="1674011"/>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p>
            <a:p>
              <a:pPr lvl="0" algn="ctr">
                <a:lnSpc>
                  <a:spcPct val="100000"/>
                </a:lnSpc>
                <a:spcBef>
                  <a:spcPts val="0"/>
                </a:spcBef>
                <a:buClr>
                  <a:srgbClr val="B60057"/>
                </a:buClr>
                <a:defRPr/>
              </a:pPr>
              <a:r>
                <a:rPr lang="en-GB" sz="1500" dirty="0">
                  <a:solidFill>
                    <a:srgbClr val="003A61"/>
                  </a:solidFill>
                  <a:latin typeface="Arial" panose="020B0604020202020204" pitchFamily="34" charset="0"/>
                  <a:cs typeface="Arial" panose="020B0604020202020204" pitchFamily="34" charset="0"/>
                </a:rPr>
                <a:t>Dartmouth – </a:t>
              </a:r>
              <a:r>
                <a:rPr lang="en-GB" sz="1500" dirty="0" err="1">
                  <a:solidFill>
                    <a:srgbClr val="003A61"/>
                  </a:solidFill>
                  <a:latin typeface="Arial" panose="020B0604020202020204" pitchFamily="34" charset="0"/>
                  <a:cs typeface="Arial" panose="020B0604020202020204" pitchFamily="34" charset="0"/>
                </a:rPr>
                <a:t>konferencia</a:t>
              </a:r>
              <a:endParaRPr lang="en-GB" sz="1500"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500" dirty="0">
                  <a:solidFill>
                    <a:srgbClr val="003A61"/>
                  </a:solidFill>
                  <a:latin typeface="Arial" panose="020B0604020202020204" pitchFamily="34" charset="0"/>
                  <a:cs typeface="Arial" panose="020B0604020202020204" pitchFamily="34" charset="0"/>
                </a:rPr>
                <a:t>Az MI </a:t>
              </a:r>
              <a:r>
                <a:rPr lang="en-GB" sz="1500" dirty="0" err="1">
                  <a:solidFill>
                    <a:srgbClr val="003A61"/>
                  </a:solidFill>
                  <a:latin typeface="Arial" panose="020B0604020202020204" pitchFamily="34" charset="0"/>
                  <a:cs typeface="Arial" panose="020B0604020202020204" pitchFamily="34" charset="0"/>
                </a:rPr>
                <a:t>születése</a:t>
              </a:r>
              <a:endParaRPr kumimoji="0" lang="hu-HU"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3DBC9123-9B79-F44F-D35F-F35E56786B01}"/>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036A4D32-1B06-24D4-3AA7-7CD33C4FB4FD}"/>
              </a:ext>
            </a:extLst>
          </p:cNvPr>
          <p:cNvGrpSpPr/>
          <p:nvPr/>
        </p:nvGrpSpPr>
        <p:grpSpPr>
          <a:xfrm>
            <a:off x="4971281" y="3648937"/>
            <a:ext cx="1977682" cy="2971185"/>
            <a:chOff x="4971281" y="3648937"/>
            <a:chExt cx="1977682" cy="2971185"/>
          </a:xfrm>
        </p:grpSpPr>
        <p:sp>
          <p:nvSpPr>
            <p:cNvPr id="39" name="Oval 38">
              <a:extLst>
                <a:ext uri="{FF2B5EF4-FFF2-40B4-BE49-F238E27FC236}">
                  <a16:creationId xmlns:a16="http://schemas.microsoft.com/office/drawing/2014/main" id="{7B23B551-215F-F62C-09F5-18C293D8BBB3}"/>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08453861-506B-2EB1-7ABB-3FD62FB56E00}"/>
                </a:ext>
              </a:extLst>
            </p:cNvPr>
            <p:cNvSpPr txBox="1">
              <a:spLocks/>
            </p:cNvSpPr>
            <p:nvPr/>
          </p:nvSpPr>
          <p:spPr>
            <a:xfrm>
              <a:off x="4971281" y="5174621"/>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p:txBody>
        </p:sp>
        <p:sp>
          <p:nvSpPr>
            <p:cNvPr id="62" name="Rectangle 61">
              <a:extLst>
                <a:ext uri="{FF2B5EF4-FFF2-40B4-BE49-F238E27FC236}">
                  <a16:creationId xmlns:a16="http://schemas.microsoft.com/office/drawing/2014/main" id="{6E3C4616-DD3B-A1C2-7141-4F53C669B489}"/>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F247C41F-2A3D-FAA2-12E5-0FDEAAAB9673}"/>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819508D6-E2D1-CAEB-8A3D-8B6CD7FE2DBC}"/>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p>
          </p:txBody>
        </p:sp>
        <p:sp>
          <p:nvSpPr>
            <p:cNvPr id="41" name="Oval 40">
              <a:extLst>
                <a:ext uri="{FF2B5EF4-FFF2-40B4-BE49-F238E27FC236}">
                  <a16:creationId xmlns:a16="http://schemas.microsoft.com/office/drawing/2014/main" id="{9E0C4EF2-FE3E-2A06-2784-1955C6FB9EE8}"/>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F984B3DE-C4B6-6EDC-AD29-D5ABEA5186B7}"/>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18290287-020F-D61F-C001-55F4E025B3FC}"/>
              </a:ext>
            </a:extLst>
          </p:cNvPr>
          <p:cNvGrpSpPr/>
          <p:nvPr/>
        </p:nvGrpSpPr>
        <p:grpSpPr>
          <a:xfrm>
            <a:off x="7998379" y="3579427"/>
            <a:ext cx="1747002" cy="2500924"/>
            <a:chOff x="7998379" y="3579427"/>
            <a:chExt cx="1747002" cy="2500924"/>
          </a:xfrm>
        </p:grpSpPr>
        <p:grpSp>
          <p:nvGrpSpPr>
            <p:cNvPr id="11" name="Csoportba foglalás 10">
              <a:extLst>
                <a:ext uri="{FF2B5EF4-FFF2-40B4-BE49-F238E27FC236}">
                  <a16:creationId xmlns:a16="http://schemas.microsoft.com/office/drawing/2014/main" id="{C4988FBB-E6D5-FD5C-75F0-BF3B27150AF3}"/>
                </a:ext>
              </a:extLst>
            </p:cNvPr>
            <p:cNvGrpSpPr/>
            <p:nvPr/>
          </p:nvGrpSpPr>
          <p:grpSpPr>
            <a:xfrm>
              <a:off x="7998379" y="3579427"/>
              <a:ext cx="1747002" cy="2500924"/>
              <a:chOff x="8961957" y="3589543"/>
              <a:chExt cx="1747002" cy="2500924"/>
            </a:xfrm>
          </p:grpSpPr>
          <p:sp>
            <p:nvSpPr>
              <p:cNvPr id="52" name="Oval 51">
                <a:extLst>
                  <a:ext uri="{FF2B5EF4-FFF2-40B4-BE49-F238E27FC236}">
                    <a16:creationId xmlns:a16="http://schemas.microsoft.com/office/drawing/2014/main" id="{6F2B0859-C100-0DA8-EECD-F457E9142DDB}"/>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B2461B23-4E68-208E-8605-E7CDA257A9B7}"/>
                  </a:ext>
                </a:extLst>
              </p:cNvPr>
              <p:cNvSpPr txBox="1">
                <a:spLocks/>
              </p:cNvSpPr>
              <p:nvPr/>
            </p:nvSpPr>
            <p:spPr>
              <a:xfrm>
                <a:off x="8961957" y="5211502"/>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p>
            </p:txBody>
          </p:sp>
        </p:grpSp>
        <p:sp>
          <p:nvSpPr>
            <p:cNvPr id="64" name="Rectangle 63">
              <a:extLst>
                <a:ext uri="{FF2B5EF4-FFF2-40B4-BE49-F238E27FC236}">
                  <a16:creationId xmlns:a16="http://schemas.microsoft.com/office/drawing/2014/main" id="{72D3067C-9839-5DCA-2B39-068D1F008564}"/>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99F33EB8-6334-F367-5A1E-623E3E9B7901}"/>
              </a:ext>
            </a:extLst>
          </p:cNvPr>
          <p:cNvGrpSpPr/>
          <p:nvPr/>
        </p:nvGrpSpPr>
        <p:grpSpPr>
          <a:xfrm>
            <a:off x="8985436" y="1666632"/>
            <a:ext cx="2501508" cy="2296433"/>
            <a:chOff x="8985436" y="1666632"/>
            <a:chExt cx="2501508" cy="2296433"/>
          </a:xfrm>
        </p:grpSpPr>
        <p:sp>
          <p:nvSpPr>
            <p:cNvPr id="30" name="Oval 29">
              <a:extLst>
                <a:ext uri="{FF2B5EF4-FFF2-40B4-BE49-F238E27FC236}">
                  <a16:creationId xmlns:a16="http://schemas.microsoft.com/office/drawing/2014/main" id="{A00C8F89-2AC8-EFAE-9374-F4FADAD0520D}"/>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64790181-4227-9DC8-1B00-E3F73856DD72}"/>
                </a:ext>
              </a:extLst>
            </p:cNvPr>
            <p:cNvSpPr txBox="1">
              <a:spLocks/>
            </p:cNvSpPr>
            <p:nvPr/>
          </p:nvSpPr>
          <p:spPr>
            <a:xfrm>
              <a:off x="8985436" y="1666632"/>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p>
          </p:txBody>
        </p:sp>
        <p:sp>
          <p:nvSpPr>
            <p:cNvPr id="65" name="Rectangle 64">
              <a:extLst>
                <a:ext uri="{FF2B5EF4-FFF2-40B4-BE49-F238E27FC236}">
                  <a16:creationId xmlns:a16="http://schemas.microsoft.com/office/drawing/2014/main" id="{25C21BDC-8661-91A2-7E2E-E848466830BB}"/>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022E6CA5-56D3-63A1-4515-98F706DED89E}"/>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2956EE2D-D743-28C6-0437-AB8501494B79}"/>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74232007-551F-C223-0DDF-957745BF676B}"/>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9BBBD95B-6E17-B8A9-FE22-020CC8177DE6}"/>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4C0A5368-30B3-5217-4F1A-B0012261051B}"/>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74671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1000"/>
                                        <p:tgtEl>
                                          <p:spTgt spid="70"/>
                                        </p:tgtEl>
                                      </p:cBhvr>
                                    </p:animEffect>
                                  </p:childTnLst>
                                </p:cTn>
                              </p:par>
                              <p:par>
                                <p:cTn id="14" presetID="10" presetClass="entr" presetSubtype="0"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1000"/>
                                        <p:tgtEl>
                                          <p:spTgt spid="71"/>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1000"/>
                                        <p:tgtEl>
                                          <p:spTgt spid="72"/>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5D559-EA5E-9576-2D1E-2E13461AA8AB}"/>
            </a:ext>
          </a:extLst>
        </p:cNvPr>
        <p:cNvGrpSpPr/>
        <p:nvPr/>
      </p:nvGrpSpPr>
      <p:grpSpPr>
        <a:xfrm>
          <a:off x="0" y="0"/>
          <a:ext cx="0" cy="0"/>
          <a:chOff x="0" y="0"/>
          <a:chExt cx="0" cy="0"/>
        </a:xfrm>
      </p:grpSpPr>
      <p:pic>
        <p:nvPicPr>
          <p:cNvPr id="16" name="Picture 15" descr="A white background with many lines and symbols&#10;&#10;AI-generated content may be incorrect.">
            <a:extLst>
              <a:ext uri="{FF2B5EF4-FFF2-40B4-BE49-F238E27FC236}">
                <a16:creationId xmlns:a16="http://schemas.microsoft.com/office/drawing/2014/main" id="{98F956FD-AAC4-B674-0A6E-751392A73197}"/>
              </a:ext>
            </a:extLst>
          </p:cNvPr>
          <p:cNvPicPr>
            <a:picLocks noChangeAspect="1"/>
          </p:cNvPicPr>
          <p:nvPr/>
        </p:nvPicPr>
        <p:blipFill>
          <a:blip r:embed="rId3">
            <a:extLst>
              <a:ext uri="{28A0092B-C50C-407E-A947-70E740481C1C}">
                <a14:useLocalDpi xmlns:a14="http://schemas.microsoft.com/office/drawing/2010/main" val="0"/>
              </a:ext>
            </a:extLst>
          </a:blip>
          <a:srcRect b="34354"/>
          <a:stretch>
            <a:fillRect/>
          </a:stretch>
        </p:blipFill>
        <p:spPr>
          <a:xfrm>
            <a:off x="0" y="0"/>
            <a:ext cx="5857305" cy="6840595"/>
          </a:xfrm>
          <a:prstGeom prst="rect">
            <a:avLst/>
          </a:prstGeom>
        </p:spPr>
      </p:pic>
      <p:sp>
        <p:nvSpPr>
          <p:cNvPr id="2" name="Title 1">
            <a:extLst>
              <a:ext uri="{FF2B5EF4-FFF2-40B4-BE49-F238E27FC236}">
                <a16:creationId xmlns:a16="http://schemas.microsoft.com/office/drawing/2014/main" id="{B370F8CE-00DD-BC93-97C1-52BC72594034}"/>
              </a:ext>
            </a:extLst>
          </p:cNvPr>
          <p:cNvSpPr txBox="1">
            <a:spLocks/>
          </p:cNvSpPr>
          <p:nvPr/>
        </p:nvSpPr>
        <p:spPr>
          <a:xfrm>
            <a:off x="6427074" y="1088020"/>
            <a:ext cx="5067745"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A50050"/>
                </a:solidFill>
                <a:latin typeface="Arial" panose="020B0604020202020204" pitchFamily="34" charset="0"/>
                <a:cs typeface="Arial" panose="020B0604020202020204" pitchFamily="34" charset="0"/>
              </a:rPr>
              <a:t>Szakértői</a:t>
            </a:r>
            <a:r>
              <a:rPr lang="en-GB" b="1" dirty="0">
                <a:solidFill>
                  <a:srgbClr val="A50050"/>
                </a:solidFill>
                <a:latin typeface="Arial" panose="020B0604020202020204" pitchFamily="34" charset="0"/>
                <a:cs typeface="Arial" panose="020B0604020202020204" pitchFamily="34" charset="0"/>
              </a:rPr>
              <a:t> </a:t>
            </a:r>
            <a:r>
              <a:rPr lang="en-GB" b="1" dirty="0" err="1">
                <a:solidFill>
                  <a:srgbClr val="A50050"/>
                </a:solidFill>
                <a:latin typeface="Arial" panose="020B0604020202020204" pitchFamily="34" charset="0"/>
                <a:cs typeface="Arial" panose="020B0604020202020204" pitchFamily="34" charset="0"/>
              </a:rPr>
              <a:t>rendszerek</a:t>
            </a:r>
            <a:endParaRPr lang="en-GB" b="1" dirty="0">
              <a:solidFill>
                <a:srgbClr val="A50050"/>
              </a:solidFill>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82D2CB00-AE2A-4BF2-CA33-9C972F7907B4}"/>
              </a:ext>
            </a:extLst>
          </p:cNvPr>
          <p:cNvSpPr txBox="1">
            <a:spLocks/>
          </p:cNvSpPr>
          <p:nvPr/>
        </p:nvSpPr>
        <p:spPr>
          <a:xfrm>
            <a:off x="1" y="160396"/>
            <a:ext cx="5857304" cy="60408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400" b="1" dirty="0">
                <a:solidFill>
                  <a:srgbClr val="00426A"/>
                </a:solidFill>
                <a:latin typeface="Arial" panose="020B0604020202020204" pitchFamily="34" charset="0"/>
                <a:cs typeface="Arial" panose="020B0604020202020204" pitchFamily="34" charset="0"/>
              </a:rPr>
              <a:t>MYCIN AI</a:t>
            </a:r>
          </a:p>
          <a:p>
            <a:pPr algn="ctr"/>
            <a:r>
              <a:rPr lang="en-GB" sz="2400" b="1" dirty="0" err="1">
                <a:solidFill>
                  <a:srgbClr val="00426A"/>
                </a:solidFill>
                <a:latin typeface="Arial" panose="020B0604020202020204" pitchFamily="34" charset="0"/>
                <a:cs typeface="Arial" panose="020B0604020202020204" pitchFamily="34" charset="0"/>
              </a:rPr>
              <a:t>Bakteriális</a:t>
            </a:r>
            <a:r>
              <a:rPr lang="en-GB" sz="2400" b="1" dirty="0">
                <a:solidFill>
                  <a:srgbClr val="00426A"/>
                </a:solidFill>
                <a:latin typeface="Arial" panose="020B0604020202020204" pitchFamily="34" charset="0"/>
                <a:cs typeface="Arial" panose="020B0604020202020204" pitchFamily="34" charset="0"/>
              </a:rPr>
              <a:t> </a:t>
            </a:r>
            <a:r>
              <a:rPr lang="en-GB" sz="2400" b="1" dirty="0" err="1">
                <a:solidFill>
                  <a:srgbClr val="00426A"/>
                </a:solidFill>
                <a:latin typeface="Arial" panose="020B0604020202020204" pitchFamily="34" charset="0"/>
                <a:cs typeface="Arial" panose="020B0604020202020204" pitchFamily="34" charset="0"/>
              </a:rPr>
              <a:t>fertőzések</a:t>
            </a:r>
            <a:r>
              <a:rPr lang="en-GB" sz="2400" b="1" dirty="0">
                <a:solidFill>
                  <a:srgbClr val="00426A"/>
                </a:solidFill>
                <a:latin typeface="Arial" panose="020B0604020202020204" pitchFamily="34" charset="0"/>
                <a:cs typeface="Arial" panose="020B0604020202020204" pitchFamily="34" charset="0"/>
              </a:rPr>
              <a:t> </a:t>
            </a:r>
            <a:r>
              <a:rPr lang="en-GB" sz="2400" b="1" dirty="0" err="1">
                <a:solidFill>
                  <a:srgbClr val="00426A"/>
                </a:solidFill>
                <a:latin typeface="Arial" panose="020B0604020202020204" pitchFamily="34" charset="0"/>
                <a:cs typeface="Arial" panose="020B0604020202020204" pitchFamily="34" charset="0"/>
              </a:rPr>
              <a:t>diagnosztizálása</a:t>
            </a:r>
            <a:endParaRPr lang="en-GB" sz="2400" b="1" dirty="0">
              <a:solidFill>
                <a:srgbClr val="00426A"/>
              </a:solidFill>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E43FBFB0-1823-5627-9EAE-51487E40B4EC}"/>
              </a:ext>
            </a:extLst>
          </p:cNvPr>
          <p:cNvGrpSpPr/>
          <p:nvPr/>
        </p:nvGrpSpPr>
        <p:grpSpPr>
          <a:xfrm>
            <a:off x="10268374" y="0"/>
            <a:ext cx="1923626" cy="1861676"/>
            <a:chOff x="9156192" y="0"/>
            <a:chExt cx="3035808" cy="3035808"/>
          </a:xfrm>
        </p:grpSpPr>
        <p:sp>
          <p:nvSpPr>
            <p:cNvPr id="11" name="Freeform: Shape 10">
              <a:extLst>
                <a:ext uri="{FF2B5EF4-FFF2-40B4-BE49-F238E27FC236}">
                  <a16:creationId xmlns:a16="http://schemas.microsoft.com/office/drawing/2014/main" id="{F1E302AB-FFD8-C5BB-D5A2-5E3D1AA091D7}"/>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08CE55B-6D20-523C-2110-3746F4DA6168}"/>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D730195-52C4-C0B2-57FD-320EF9E06477}"/>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14" name="Rectangle 13">
            <a:extLst>
              <a:ext uri="{FF2B5EF4-FFF2-40B4-BE49-F238E27FC236}">
                <a16:creationId xmlns:a16="http://schemas.microsoft.com/office/drawing/2014/main" id="{0A990B93-84F0-D909-F891-8C394ABC9B26}"/>
              </a:ext>
            </a:extLst>
          </p:cNvPr>
          <p:cNvSpPr/>
          <p:nvPr/>
        </p:nvSpPr>
        <p:spPr>
          <a:xfrm>
            <a:off x="6427074" y="2441718"/>
            <a:ext cx="3509404" cy="50400"/>
          </a:xfrm>
          <a:prstGeom prst="rect">
            <a:avLst/>
          </a:prstGeom>
          <a:solidFill>
            <a:srgbClr val="00426A"/>
          </a:solidFill>
          <a:ln>
            <a:solidFill>
              <a:srgbClr val="0042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C4D600"/>
              </a:highlight>
            </a:endParaRPr>
          </a:p>
        </p:txBody>
      </p:sp>
      <p:pic>
        <p:nvPicPr>
          <p:cNvPr id="1026" name="Picture 2" descr="MYCIN - Expert System">
            <a:extLst>
              <a:ext uri="{FF2B5EF4-FFF2-40B4-BE49-F238E27FC236}">
                <a16:creationId xmlns:a16="http://schemas.microsoft.com/office/drawing/2014/main" id="{B4ADADFB-E75D-4F1F-515C-5F27D8D6BD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203" y="1389804"/>
            <a:ext cx="5620898" cy="4645844"/>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E80E5B97-448F-0A76-826A-19DE96A67FDA}"/>
              </a:ext>
            </a:extLst>
          </p:cNvPr>
          <p:cNvSpPr txBox="1">
            <a:spLocks/>
          </p:cNvSpPr>
          <p:nvPr/>
        </p:nvSpPr>
        <p:spPr>
          <a:xfrm>
            <a:off x="6334697" y="2627885"/>
            <a:ext cx="5755717" cy="34077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Szűk területekre alkalmas rendszerek.</a:t>
            </a:r>
          </a:p>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Tünetlistából felismerték a betegségeket előre betáplált adatokból.</a:t>
            </a:r>
          </a:p>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Használhatatlan a rendszeren kívüli kérdésekre.</a:t>
            </a:r>
          </a:p>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Az igazi intelligencia nem pusztán szabályok összessége.</a:t>
            </a:r>
          </a:p>
        </p:txBody>
      </p:sp>
    </p:spTree>
    <p:extLst>
      <p:ext uri="{BB962C8B-B14F-4D97-AF65-F5344CB8AC3E}">
        <p14:creationId xmlns:p14="http://schemas.microsoft.com/office/powerpoint/2010/main" val="3086686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1E1A-D79D-207F-8AE2-07201CF06B94}"/>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5AC0C42-2217-11A8-65C8-51ACDE013D1A}"/>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F98AF6FD-D66B-2EBC-54AC-ECA500C7248A}"/>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768FBC2-B911-5CEF-266F-E05CEF90A2C1}"/>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DFD4C1E-79A5-5D6E-DC87-85F7EA8C2905}"/>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EE5F45D0-FBF2-1D4E-1CEC-A63FBDE2638A}"/>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D13A0FFE-1BB8-887F-8720-F3326C00DC1F}"/>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E2CB2FB7-3520-4BD2-90B3-D52684BDD7F3}"/>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1F9920DB-CCE6-8911-2E58-C7864C939953}"/>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76D1C6A0-98EA-4F1F-EF1A-537CD18A3C54}"/>
              </a:ext>
            </a:extLst>
          </p:cNvPr>
          <p:cNvGrpSpPr/>
          <p:nvPr/>
        </p:nvGrpSpPr>
        <p:grpSpPr>
          <a:xfrm>
            <a:off x="2637634" y="1316376"/>
            <a:ext cx="3687565" cy="2802195"/>
            <a:chOff x="2637634" y="1316376"/>
            <a:chExt cx="3687565" cy="2802195"/>
          </a:xfrm>
        </p:grpSpPr>
        <p:sp>
          <p:nvSpPr>
            <p:cNvPr id="23" name="Rectangle 22">
              <a:extLst>
                <a:ext uri="{FF2B5EF4-FFF2-40B4-BE49-F238E27FC236}">
                  <a16:creationId xmlns:a16="http://schemas.microsoft.com/office/drawing/2014/main" id="{F1CD898A-8866-607F-4C93-09F8018F0D07}"/>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F8F11779-86B1-CE82-018F-D2E9E596B3AD}"/>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60C8BAFF-AE99-934C-D98E-3509A76A6C53}"/>
                </a:ext>
              </a:extLst>
            </p:cNvPr>
            <p:cNvSpPr txBox="1">
              <a:spLocks/>
            </p:cNvSpPr>
            <p:nvPr/>
          </p:nvSpPr>
          <p:spPr>
            <a:xfrm>
              <a:off x="2637634" y="1316376"/>
              <a:ext cx="3687565" cy="1259409"/>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2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2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en-GB" sz="2500" dirty="0" err="1">
                  <a:solidFill>
                    <a:srgbClr val="003A61"/>
                  </a:solidFill>
                  <a:latin typeface="Arial" panose="020B0604020202020204" pitchFamily="34" charset="0"/>
                  <a:cs typeface="Arial" panose="020B0604020202020204" pitchFamily="34" charset="0"/>
                </a:rPr>
                <a:t>Szakértői</a:t>
              </a:r>
              <a:r>
                <a:rPr lang="en-GB" sz="2500" dirty="0">
                  <a:solidFill>
                    <a:srgbClr val="003A61"/>
                  </a:solidFill>
                  <a:latin typeface="Arial" panose="020B0604020202020204" pitchFamily="34" charset="0"/>
                  <a:cs typeface="Arial" panose="020B0604020202020204" pitchFamily="34" charset="0"/>
                </a:rPr>
                <a:t> </a:t>
              </a:r>
              <a:r>
                <a:rPr lang="en-GB" sz="2500" dirty="0" err="1">
                  <a:solidFill>
                    <a:srgbClr val="003A61"/>
                  </a:solidFill>
                  <a:latin typeface="Arial" panose="020B0604020202020204" pitchFamily="34" charset="0"/>
                  <a:cs typeface="Arial" panose="020B0604020202020204" pitchFamily="34" charset="0"/>
                </a:rPr>
                <a:t>rendszerek</a:t>
              </a:r>
              <a:r>
                <a:rPr lang="en-GB" sz="2500" dirty="0">
                  <a:solidFill>
                    <a:srgbClr val="003A61"/>
                  </a:solidFill>
                  <a:latin typeface="Arial" panose="020B0604020202020204" pitchFamily="34" charset="0"/>
                  <a:cs typeface="Arial" panose="020B0604020202020204" pitchFamily="34" charset="0"/>
                </a:rPr>
                <a:t> </a:t>
              </a:r>
              <a:r>
                <a:rPr lang="en-GB" sz="2500" dirty="0" err="1">
                  <a:solidFill>
                    <a:srgbClr val="003A61"/>
                  </a:solidFill>
                  <a:latin typeface="Arial" panose="020B0604020202020204" pitchFamily="34" charset="0"/>
                  <a:cs typeface="Arial" panose="020B0604020202020204" pitchFamily="34" charset="0"/>
                </a:rPr>
                <a:t>és</a:t>
              </a:r>
              <a:r>
                <a:rPr lang="en-GB" sz="2500" dirty="0">
                  <a:solidFill>
                    <a:srgbClr val="003A61"/>
                  </a:solidFill>
                  <a:latin typeface="Arial" panose="020B0604020202020204" pitchFamily="34" charset="0"/>
                  <a:cs typeface="Arial" panose="020B0604020202020204" pitchFamily="34" charset="0"/>
                </a:rPr>
                <a:t> “shell”-ek</a:t>
              </a:r>
              <a:endParaRPr lang="en-US" sz="2500" dirty="0">
                <a:solidFill>
                  <a:srgbClr val="003A6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3A1EC81A-AA4C-4F27-87E0-727CA3A5906F}"/>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6BF2C6FE-087C-6588-F6C0-C6F45065DEC9}"/>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068D4865-1C07-D55D-AF7A-4C58A6FF8866}"/>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6C668059-2D0C-2E37-5CB7-CCE64AEA16C9}"/>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3D4939E6-0019-2086-8570-2488FDD2E41A}"/>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426A"/>
                    </a:solidFill>
                    <a:latin typeface="Arial" panose="020B0604020202020204" pitchFamily="34" charset="0"/>
                    <a:cs typeface="Arial" panose="020B0604020202020204" pitchFamily="34" charset="0"/>
                  </a:rPr>
                  <a:t>Alan Turing és a Turing-teszt</a:t>
                </a:r>
                <a:endParaRPr kumimoji="0" lang="hu-HU" sz="1400" b="1" i="0" u="none" strike="noStrike" kern="1200" cap="none" spc="0" normalizeH="0" baseline="0" noProof="0" dirty="0">
                  <a:ln>
                    <a:noFill/>
                  </a:ln>
                  <a:solidFill>
                    <a:srgbClr val="00426A"/>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9A6E461D-5F79-1FC7-CB0F-7275E7959C70}"/>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AE37D0C9-A724-C69E-D610-D51F60FBCA86}"/>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8F8D1F88-1DD7-3DF1-80D7-52ABD898DAD3}"/>
              </a:ext>
            </a:extLst>
          </p:cNvPr>
          <p:cNvGrpSpPr/>
          <p:nvPr/>
        </p:nvGrpSpPr>
        <p:grpSpPr>
          <a:xfrm>
            <a:off x="1981747" y="3944055"/>
            <a:ext cx="2028076" cy="2370167"/>
            <a:chOff x="1981747" y="3944055"/>
            <a:chExt cx="2028076" cy="2370167"/>
          </a:xfrm>
        </p:grpSpPr>
        <p:sp>
          <p:nvSpPr>
            <p:cNvPr id="17" name="Title 1">
              <a:extLst>
                <a:ext uri="{FF2B5EF4-FFF2-40B4-BE49-F238E27FC236}">
                  <a16:creationId xmlns:a16="http://schemas.microsoft.com/office/drawing/2014/main" id="{109EA86A-7C62-3EDE-84E7-506B1227156E}"/>
                </a:ext>
              </a:extLst>
            </p:cNvPr>
            <p:cNvSpPr txBox="1">
              <a:spLocks/>
            </p:cNvSpPr>
            <p:nvPr/>
          </p:nvSpPr>
          <p:spPr>
            <a:xfrm>
              <a:off x="1981747" y="5249589"/>
              <a:ext cx="2028076" cy="10646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4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e</a:t>
              </a:r>
              <a:r>
                <a:rPr lang="en-GB" sz="1400" b="1" dirty="0" err="1">
                  <a:solidFill>
                    <a:srgbClr val="003A61"/>
                  </a:solidFill>
                  <a:latin typeface="Arial" panose="020B0604020202020204" pitchFamily="34" charset="0"/>
                  <a:cs typeface="Arial" panose="020B0604020202020204" pitchFamily="34" charset="0"/>
                </a:rPr>
                <a:t>lső</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robotok</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és</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nyelvi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programo</a:t>
              </a:r>
              <a:r>
                <a:rPr lang="en-GB" sz="1600" b="1" dirty="0" err="1">
                  <a:solidFill>
                    <a:srgbClr val="003A61"/>
                  </a:solidFill>
                  <a:latin typeface="Arial" panose="020B0604020202020204" pitchFamily="34" charset="0"/>
                  <a:cs typeface="Arial" panose="020B0604020202020204" pitchFamily="34" charset="0"/>
                </a:rPr>
                <a:t>k</a:t>
              </a:r>
              <a:endParaRPr kumimoji="0" lang="hu-HU" sz="105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41C9A8E8-8F0A-3117-1523-16553CE98D1C}"/>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8F9CF8FC-520D-C541-FC17-2B8368FAA6C4}"/>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6A086757-8434-3C40-5EE8-E0C486B4BA9E}"/>
              </a:ext>
            </a:extLst>
          </p:cNvPr>
          <p:cNvGrpSpPr/>
          <p:nvPr/>
        </p:nvGrpSpPr>
        <p:grpSpPr>
          <a:xfrm>
            <a:off x="1040724" y="1713302"/>
            <a:ext cx="1596911" cy="2621616"/>
            <a:chOff x="1040724" y="1713302"/>
            <a:chExt cx="1596911" cy="2621616"/>
          </a:xfrm>
        </p:grpSpPr>
        <p:sp>
          <p:nvSpPr>
            <p:cNvPr id="35" name="Oval 34">
              <a:extLst>
                <a:ext uri="{FF2B5EF4-FFF2-40B4-BE49-F238E27FC236}">
                  <a16:creationId xmlns:a16="http://schemas.microsoft.com/office/drawing/2014/main" id="{3668CC0A-EB4D-8757-6123-E795DCF65C87}"/>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EA1C148B-321B-A588-04C5-017E1AA182DE}"/>
                </a:ext>
              </a:extLst>
            </p:cNvPr>
            <p:cNvSpPr txBox="1">
              <a:spLocks/>
            </p:cNvSpPr>
            <p:nvPr/>
          </p:nvSpPr>
          <p:spPr>
            <a:xfrm>
              <a:off x="1040724" y="1713302"/>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Dartmouth – </a:t>
              </a:r>
              <a:r>
                <a:rPr lang="en-GB" sz="1400" b="1" dirty="0" err="1">
                  <a:solidFill>
                    <a:srgbClr val="003A61"/>
                  </a:solidFill>
                  <a:latin typeface="Arial" panose="020B0604020202020204" pitchFamily="34" charset="0"/>
                  <a:cs typeface="Arial" panose="020B0604020202020204" pitchFamily="34" charset="0"/>
                </a:rPr>
                <a:t>konferencia</a:t>
              </a:r>
              <a:endParaRPr lang="en-GB" sz="1400" b="1"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Az MI </a:t>
              </a:r>
              <a:r>
                <a:rPr lang="en-GB" sz="1400" b="1" dirty="0" err="1">
                  <a:solidFill>
                    <a:srgbClr val="003A61"/>
                  </a:solidFill>
                  <a:latin typeface="Arial" panose="020B0604020202020204" pitchFamily="34" charset="0"/>
                  <a:cs typeface="Arial" panose="020B0604020202020204" pitchFamily="34" charset="0"/>
                </a:rPr>
                <a:t>születése</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483F7F66-6308-13A8-C47E-277EB7ABD876}"/>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F2313280-50C5-AFEC-FC52-1D6F0ED53E3B}"/>
              </a:ext>
            </a:extLst>
          </p:cNvPr>
          <p:cNvGrpSpPr/>
          <p:nvPr/>
        </p:nvGrpSpPr>
        <p:grpSpPr>
          <a:xfrm>
            <a:off x="4971281" y="3648937"/>
            <a:ext cx="1977682" cy="2646720"/>
            <a:chOff x="4971281" y="3648937"/>
            <a:chExt cx="1977682" cy="2646720"/>
          </a:xfrm>
        </p:grpSpPr>
        <p:sp>
          <p:nvSpPr>
            <p:cNvPr id="39" name="Oval 38">
              <a:extLst>
                <a:ext uri="{FF2B5EF4-FFF2-40B4-BE49-F238E27FC236}">
                  <a16:creationId xmlns:a16="http://schemas.microsoft.com/office/drawing/2014/main" id="{3135F626-0BDE-53D9-F4D2-E76BE3D302CD}"/>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701A4F45-4625-D331-76DB-99F2A6D10DCA}"/>
                </a:ext>
              </a:extLst>
            </p:cNvPr>
            <p:cNvSpPr txBox="1">
              <a:spLocks/>
            </p:cNvSpPr>
            <p:nvPr/>
          </p:nvSpPr>
          <p:spPr>
            <a:xfrm>
              <a:off x="4971281" y="4850156"/>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endParaRPr kumimoji="0" lang="hu-HU"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25EF84FE-E960-2B86-97FA-6FB1623600EE}"/>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E12C5DB2-E7C4-8ACD-18F6-6ED65691266A}"/>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77452314-CC75-331C-BF56-601B861226E5}"/>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F2E60F13-7912-7E72-D0B5-E362809A1732}"/>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5D7A761C-6135-0520-0381-D0991393F7CD}"/>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6EBD946F-2A03-9092-67C0-40DB773298E3}"/>
              </a:ext>
            </a:extLst>
          </p:cNvPr>
          <p:cNvGrpSpPr/>
          <p:nvPr/>
        </p:nvGrpSpPr>
        <p:grpSpPr>
          <a:xfrm>
            <a:off x="7998379" y="3579427"/>
            <a:ext cx="1747002" cy="2250208"/>
            <a:chOff x="7998379" y="3579427"/>
            <a:chExt cx="1747002" cy="2250208"/>
          </a:xfrm>
        </p:grpSpPr>
        <p:grpSp>
          <p:nvGrpSpPr>
            <p:cNvPr id="11" name="Csoportba foglalás 10">
              <a:extLst>
                <a:ext uri="{FF2B5EF4-FFF2-40B4-BE49-F238E27FC236}">
                  <a16:creationId xmlns:a16="http://schemas.microsoft.com/office/drawing/2014/main" id="{1D8DFD3C-C167-0424-943E-7E5A6300A37F}"/>
                </a:ext>
              </a:extLst>
            </p:cNvPr>
            <p:cNvGrpSpPr/>
            <p:nvPr/>
          </p:nvGrpSpPr>
          <p:grpSpPr>
            <a:xfrm>
              <a:off x="7998379" y="3579427"/>
              <a:ext cx="1747002" cy="2250208"/>
              <a:chOff x="8961957" y="3589543"/>
              <a:chExt cx="1747002" cy="2250208"/>
            </a:xfrm>
          </p:grpSpPr>
          <p:sp>
            <p:nvSpPr>
              <p:cNvPr id="52" name="Oval 51">
                <a:extLst>
                  <a:ext uri="{FF2B5EF4-FFF2-40B4-BE49-F238E27FC236}">
                    <a16:creationId xmlns:a16="http://schemas.microsoft.com/office/drawing/2014/main" id="{F397C92C-401F-D0A6-9D69-BD411B9C1783}"/>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9DB86329-E121-677A-E531-C1D33DE77625}"/>
                  </a:ext>
                </a:extLst>
              </p:cNvPr>
              <p:cNvSpPr txBox="1">
                <a:spLocks/>
              </p:cNvSpPr>
              <p:nvPr/>
            </p:nvSpPr>
            <p:spPr>
              <a:xfrm>
                <a:off x="8961957" y="4960786"/>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2FC96A4E-B5F8-3AE1-D17F-67E282311233}"/>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1080E07D-F35B-4D3E-A808-988DA4AF5B99}"/>
              </a:ext>
            </a:extLst>
          </p:cNvPr>
          <p:cNvGrpSpPr/>
          <p:nvPr/>
        </p:nvGrpSpPr>
        <p:grpSpPr>
          <a:xfrm>
            <a:off x="8974933" y="1573791"/>
            <a:ext cx="2501508" cy="2389274"/>
            <a:chOff x="8974933" y="1573791"/>
            <a:chExt cx="2501508" cy="2389274"/>
          </a:xfrm>
        </p:grpSpPr>
        <p:sp>
          <p:nvSpPr>
            <p:cNvPr id="30" name="Oval 29">
              <a:extLst>
                <a:ext uri="{FF2B5EF4-FFF2-40B4-BE49-F238E27FC236}">
                  <a16:creationId xmlns:a16="http://schemas.microsoft.com/office/drawing/2014/main" id="{9950A6F5-A49E-5C71-E39D-F785869083F9}"/>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C7D99C16-450F-605A-529C-C48692E0E2CE}"/>
                </a:ext>
              </a:extLst>
            </p:cNvPr>
            <p:cNvSpPr txBox="1">
              <a:spLocks/>
            </p:cNvSpPr>
            <p:nvPr/>
          </p:nvSpPr>
          <p:spPr>
            <a:xfrm>
              <a:off x="8974933" y="1573791"/>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p:txBody>
        </p:sp>
        <p:sp>
          <p:nvSpPr>
            <p:cNvPr id="65" name="Rectangle 64">
              <a:extLst>
                <a:ext uri="{FF2B5EF4-FFF2-40B4-BE49-F238E27FC236}">
                  <a16:creationId xmlns:a16="http://schemas.microsoft.com/office/drawing/2014/main" id="{993920D5-2284-2552-96F3-603BE1DD31E9}"/>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D9B52667-E81F-F0F9-17FA-A053A7BA72B7}"/>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EE98A6C7-A1C4-5D70-D04A-98F20674DE86}"/>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7B250FCD-BF16-D187-196D-6617E8F73A8B}"/>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819C4E0D-431F-86F6-BF2B-D1603F5B5BD0}"/>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95DD936D-AE5B-251E-1699-1B8EFB1F1B45}"/>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701396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10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1000"/>
                                        <p:tgtEl>
                                          <p:spTgt spid="71"/>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1000"/>
                                        <p:tgtEl>
                                          <p:spTgt spid="72"/>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11873-A129-F4C8-7A62-ED56F6634E96}"/>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26680820-AEEF-749E-3758-542E2AA2DD16}"/>
              </a:ext>
            </a:extLst>
          </p:cNvPr>
          <p:cNvGrpSpPr/>
          <p:nvPr/>
        </p:nvGrpSpPr>
        <p:grpSpPr>
          <a:xfrm rot="10800000">
            <a:off x="10033000" y="0"/>
            <a:ext cx="2159000" cy="1935480"/>
            <a:chOff x="0" y="3819525"/>
            <a:chExt cx="3038474" cy="3038475"/>
          </a:xfrm>
        </p:grpSpPr>
        <p:sp>
          <p:nvSpPr>
            <p:cNvPr id="26" name="Freeform: Shape 25">
              <a:extLst>
                <a:ext uri="{FF2B5EF4-FFF2-40B4-BE49-F238E27FC236}">
                  <a16:creationId xmlns:a16="http://schemas.microsoft.com/office/drawing/2014/main" id="{FA1678FB-7DA4-B8DC-6E16-D940BBF61CFC}"/>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E9B9482F-8408-FA4C-5253-9D9431ADDEC7}"/>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8FF3938-9087-9A11-4B11-C0E04C86552B}"/>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71AAA7A7-DB0F-011B-6EA8-2492FA269B88}"/>
              </a:ext>
            </a:extLst>
          </p:cNvPr>
          <p:cNvSpPr txBox="1">
            <a:spLocks/>
          </p:cNvSpPr>
          <p:nvPr/>
        </p:nvSpPr>
        <p:spPr>
          <a:xfrm>
            <a:off x="8586008" y="1663254"/>
            <a:ext cx="4147263" cy="22385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800" b="1" dirty="0">
                <a:solidFill>
                  <a:srgbClr val="009CDE"/>
                </a:solidFill>
                <a:latin typeface="Arial" panose="020B0604020202020204" pitchFamily="34" charset="0"/>
                <a:cs typeface="Arial" panose="020B0604020202020204" pitchFamily="34" charset="0"/>
              </a:rPr>
              <a:t>A Deep Blue </a:t>
            </a:r>
            <a:r>
              <a:rPr lang="en-GB" sz="3800" b="1" dirty="0" err="1">
                <a:solidFill>
                  <a:srgbClr val="009CDE"/>
                </a:solidFill>
                <a:latin typeface="Arial" panose="020B0604020202020204" pitchFamily="34" charset="0"/>
                <a:cs typeface="Arial" panose="020B0604020202020204" pitchFamily="34" charset="0"/>
              </a:rPr>
              <a:t>legyőzi</a:t>
            </a:r>
            <a:r>
              <a:rPr lang="en-GB" sz="3800" b="1" dirty="0">
                <a:solidFill>
                  <a:srgbClr val="009CDE"/>
                </a:solidFill>
                <a:latin typeface="Arial" panose="020B0604020202020204" pitchFamily="34" charset="0"/>
                <a:cs typeface="Arial" panose="020B0604020202020204" pitchFamily="34" charset="0"/>
              </a:rPr>
              <a:t> a </a:t>
            </a:r>
            <a:r>
              <a:rPr lang="en-GB" sz="3800" b="1" dirty="0" err="1">
                <a:solidFill>
                  <a:srgbClr val="009CDE"/>
                </a:solidFill>
                <a:latin typeface="Arial" panose="020B0604020202020204" pitchFamily="34" charset="0"/>
                <a:cs typeface="Arial" panose="020B0604020202020204" pitchFamily="34" charset="0"/>
              </a:rPr>
              <a:t>sakk</a:t>
            </a:r>
            <a:r>
              <a:rPr lang="en-GB" sz="3800" b="1" dirty="0">
                <a:solidFill>
                  <a:srgbClr val="009CDE"/>
                </a:solidFill>
                <a:latin typeface="Arial" panose="020B0604020202020204" pitchFamily="34" charset="0"/>
                <a:cs typeface="Arial" panose="020B0604020202020204" pitchFamily="34" charset="0"/>
              </a:rPr>
              <a:t> </a:t>
            </a:r>
            <a:r>
              <a:rPr lang="en-GB" sz="3800" b="1" dirty="0" err="1">
                <a:solidFill>
                  <a:srgbClr val="009CDE"/>
                </a:solidFill>
                <a:latin typeface="Arial" panose="020B0604020202020204" pitchFamily="34" charset="0"/>
                <a:cs typeface="Arial" panose="020B0604020202020204" pitchFamily="34" charset="0"/>
              </a:rPr>
              <a:t>világbajnokot</a:t>
            </a:r>
            <a:r>
              <a:rPr lang="en-GB" sz="3800" b="1" dirty="0">
                <a:solidFill>
                  <a:srgbClr val="009CDE"/>
                </a:solidFill>
                <a:latin typeface="Arial" panose="020B0604020202020204" pitchFamily="34" charset="0"/>
                <a:cs typeface="Arial" panose="020B0604020202020204" pitchFamily="34" charset="0"/>
              </a:rPr>
              <a:t>,  </a:t>
            </a:r>
            <a:r>
              <a:rPr lang="en-GB" sz="3800" b="1" dirty="0" err="1">
                <a:solidFill>
                  <a:srgbClr val="009CDE"/>
                </a:solidFill>
                <a:latin typeface="Arial" panose="020B0604020202020204" pitchFamily="34" charset="0"/>
                <a:cs typeface="Arial" panose="020B0604020202020204" pitchFamily="34" charset="0"/>
              </a:rPr>
              <a:t>Kaszparovot</a:t>
            </a:r>
            <a:endParaRPr lang="hu-HU" sz="3800" b="1" dirty="0">
              <a:solidFill>
                <a:srgbClr val="009CDE"/>
              </a:solidFill>
              <a:latin typeface="Arial" panose="020B0604020202020204" pitchFamily="34" charset="0"/>
              <a:cs typeface="Arial" panose="020B0604020202020204" pitchFamily="34" charset="0"/>
            </a:endParaRPr>
          </a:p>
          <a:p>
            <a:r>
              <a:rPr lang="hu-HU" sz="3800" b="1" dirty="0">
                <a:solidFill>
                  <a:srgbClr val="009CDE"/>
                </a:solidFill>
                <a:latin typeface="Arial" panose="020B0604020202020204" pitchFamily="34" charset="0"/>
                <a:cs typeface="Arial" panose="020B0604020202020204" pitchFamily="34" charset="0"/>
              </a:rPr>
              <a:t>(1997)</a:t>
            </a:r>
            <a:endParaRPr lang="en-GB" sz="3800" b="1" dirty="0">
              <a:solidFill>
                <a:srgbClr val="009CD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C45B1F6-8095-64A7-83DA-F68592BDC239}"/>
              </a:ext>
            </a:extLst>
          </p:cNvPr>
          <p:cNvPicPr>
            <a:picLocks noChangeAspect="1"/>
          </p:cNvPicPr>
          <p:nvPr/>
        </p:nvPicPr>
        <p:blipFill>
          <a:blip r:embed="rId3"/>
          <a:srcRect l="471" r="1496"/>
          <a:stretch>
            <a:fillRect/>
          </a:stretch>
        </p:blipFill>
        <p:spPr>
          <a:xfrm>
            <a:off x="321127" y="1344992"/>
            <a:ext cx="7492999" cy="450609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Rectangle 5">
            <a:extLst>
              <a:ext uri="{FF2B5EF4-FFF2-40B4-BE49-F238E27FC236}">
                <a16:creationId xmlns:a16="http://schemas.microsoft.com/office/drawing/2014/main" id="{3A5BDE97-B242-9CB1-E20D-5F242174CB9F}"/>
              </a:ext>
            </a:extLst>
          </p:cNvPr>
          <p:cNvSpPr/>
          <p:nvPr/>
        </p:nvSpPr>
        <p:spPr>
          <a:xfrm>
            <a:off x="8586008" y="1538310"/>
            <a:ext cx="2893984" cy="68320"/>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1">
            <a:extLst>
              <a:ext uri="{FF2B5EF4-FFF2-40B4-BE49-F238E27FC236}">
                <a16:creationId xmlns:a16="http://schemas.microsoft.com/office/drawing/2014/main" id="{4717F5C3-AF27-1D37-55C2-BFAC0416CAB8}"/>
              </a:ext>
            </a:extLst>
          </p:cNvPr>
          <p:cNvSpPr txBox="1">
            <a:spLocks/>
          </p:cNvSpPr>
          <p:nvPr/>
        </p:nvSpPr>
        <p:spPr>
          <a:xfrm>
            <a:off x="68854" y="854774"/>
            <a:ext cx="7997544" cy="34077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hu-HU" sz="2400" dirty="0">
                <a:solidFill>
                  <a:srgbClr val="00426A"/>
                </a:solidFill>
                <a:latin typeface="Arial" panose="020B0604020202020204" pitchFamily="34" charset="0"/>
                <a:cs typeface="Arial" panose="020B0604020202020204" pitchFamily="34" charset="0"/>
              </a:rPr>
              <a:t>„</a:t>
            </a:r>
            <a:r>
              <a:rPr lang="hu-HU" sz="2400" i="1" dirty="0">
                <a:solidFill>
                  <a:srgbClr val="00426A"/>
                </a:solidFill>
                <a:latin typeface="Arial" panose="020B0604020202020204" pitchFamily="34" charset="0"/>
                <a:cs typeface="Arial" panose="020B0604020202020204" pitchFamily="34" charset="0"/>
              </a:rPr>
              <a:t>A gépek soha nem fognak legyőzni engem” - </a:t>
            </a:r>
            <a:r>
              <a:rPr lang="hu-HU" sz="2400" i="1" dirty="0" err="1">
                <a:solidFill>
                  <a:srgbClr val="00426A"/>
                </a:solidFill>
                <a:latin typeface="Arial" panose="020B0604020202020204" pitchFamily="34" charset="0"/>
                <a:cs typeface="Arial" panose="020B0604020202020204" pitchFamily="34" charset="0"/>
              </a:rPr>
              <a:t>Kaszparov</a:t>
            </a:r>
            <a:endParaRPr lang="hu-HU" sz="2400" dirty="0">
              <a:solidFill>
                <a:srgbClr val="00426A"/>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5D82ED88-0168-1626-3E40-D5C1CD6962B0}"/>
              </a:ext>
            </a:extLst>
          </p:cNvPr>
          <p:cNvSpPr txBox="1">
            <a:spLocks/>
          </p:cNvSpPr>
          <p:nvPr/>
        </p:nvSpPr>
        <p:spPr>
          <a:xfrm>
            <a:off x="8586009" y="4515846"/>
            <a:ext cx="3428514" cy="34077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2400" dirty="0">
                <a:solidFill>
                  <a:srgbClr val="00426A"/>
                </a:solidFill>
                <a:latin typeface="Arial" panose="020B0604020202020204" pitchFamily="34" charset="0"/>
                <a:cs typeface="Arial" panose="020B0604020202020204" pitchFamily="34" charset="0"/>
              </a:rPr>
              <a:t>Azt hitte az IBM csal és emberek segítik a gépet a háttérből.</a:t>
            </a:r>
          </a:p>
        </p:txBody>
      </p:sp>
    </p:spTree>
    <p:extLst>
      <p:ext uri="{BB962C8B-B14F-4D97-AF65-F5344CB8AC3E}">
        <p14:creationId xmlns:p14="http://schemas.microsoft.com/office/powerpoint/2010/main" val="330564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EFCC-E11B-9661-D605-DCFDEB41E6AC}"/>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4425351-11CD-9FBF-BFEA-B62FC88455E1}"/>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C0317761-B585-7D26-5288-573B41D2A5A6}"/>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22F7DD-375D-47A2-7ADB-A5BC9F8A0E82}"/>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A65CF76-73A5-8948-900D-2C1F8C1F84DD}"/>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05A0ACE0-07CA-C0C7-F494-E5726E44B977}"/>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DACEF0BE-CED3-BBC1-6230-E9179BF84B04}"/>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D409BCE8-A910-F99C-71DF-FEE03DBA5064}"/>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5FDD47D4-A402-9D5E-9328-0394F5C5EBAA}"/>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C8C41D1D-4F15-B921-46EE-C8A5C8AC45E1}"/>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9A5B2F72-3EE3-61FF-FF4C-0F4FA922943F}"/>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8AAE35A5-2609-006B-BD97-3D831CA25911}"/>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3BFA0C18-4056-E23C-5083-485D4C29669C}"/>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en-GB" sz="1400" b="1" dirty="0" err="1">
                  <a:solidFill>
                    <a:srgbClr val="00426A"/>
                  </a:solidFill>
                  <a:latin typeface="Arial" panose="020B0604020202020204" pitchFamily="34" charset="0"/>
                  <a:cs typeface="Arial" panose="020B0604020202020204" pitchFamily="34" charset="0"/>
                </a:rPr>
                <a:t>Szakértői</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rendszerek</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és</a:t>
              </a:r>
              <a:r>
                <a:rPr lang="en-GB" sz="1400" b="1" dirty="0">
                  <a:solidFill>
                    <a:srgbClr val="00426A"/>
                  </a:solidFill>
                  <a:latin typeface="Arial" panose="020B0604020202020204" pitchFamily="34" charset="0"/>
                  <a:cs typeface="Arial" panose="020B0604020202020204" pitchFamily="34" charset="0"/>
                </a:rPr>
                <a:t> “shell”-ek</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C6D69044-9842-8F2F-A9D4-D321023D88AA}"/>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4AEFC761-B6B2-77CA-3938-6F2ECD27C45B}"/>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0970AB70-D62B-E624-E928-8ECCB5060D48}"/>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EA434439-0566-4175-F0E3-26E302A4B862}"/>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BFC24814-E1D3-D689-7D00-EF7A97874820}"/>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426A"/>
                    </a:solidFill>
                    <a:latin typeface="Arial" panose="020B0604020202020204" pitchFamily="34" charset="0"/>
                    <a:cs typeface="Arial" panose="020B0604020202020204" pitchFamily="34" charset="0"/>
                  </a:rPr>
                  <a:t>Alan Turing és a Turing-teszt</a:t>
                </a:r>
                <a:endParaRPr lang="hu-HU" sz="2400" b="1" dirty="0">
                  <a:solidFill>
                    <a:srgbClr val="00426A"/>
                  </a:solidFill>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30AC573A-9625-3607-D70D-2986906C3A01}"/>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3396B46F-B75A-7284-0E2C-C88125B29624}"/>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D9AF4C6B-5814-1367-99A3-49030865D641}"/>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62F0A814-2FBD-3B88-2A61-CB574E5E5ED8}"/>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4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e</a:t>
              </a:r>
              <a:r>
                <a:rPr lang="en-GB" sz="1400" b="1" dirty="0" err="1">
                  <a:solidFill>
                    <a:srgbClr val="003A61"/>
                  </a:solidFill>
                  <a:latin typeface="Arial" panose="020B0604020202020204" pitchFamily="34" charset="0"/>
                  <a:cs typeface="Arial" panose="020B0604020202020204" pitchFamily="34" charset="0"/>
                </a:rPr>
                <a:t>lső</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robotok</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és</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nyelvi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programok</a:t>
              </a:r>
              <a:endParaRPr kumimoji="0" lang="hu-HU" sz="1400"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C143DB26-3EC9-A429-2736-3494FC6A72E0}"/>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21DCEAA1-49C4-9E9C-F2A7-2A3D4734E555}"/>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68F185CB-64CE-55BD-0B70-69A58DBA794E}"/>
              </a:ext>
            </a:extLst>
          </p:cNvPr>
          <p:cNvGrpSpPr/>
          <p:nvPr/>
        </p:nvGrpSpPr>
        <p:grpSpPr>
          <a:xfrm>
            <a:off x="1040724" y="1674011"/>
            <a:ext cx="1596911" cy="2660907"/>
            <a:chOff x="1040724" y="1674011"/>
            <a:chExt cx="1596911" cy="2660907"/>
          </a:xfrm>
        </p:grpSpPr>
        <p:sp>
          <p:nvSpPr>
            <p:cNvPr id="35" name="Oval 34">
              <a:extLst>
                <a:ext uri="{FF2B5EF4-FFF2-40B4-BE49-F238E27FC236}">
                  <a16:creationId xmlns:a16="http://schemas.microsoft.com/office/drawing/2014/main" id="{B57ED86F-FED0-5569-D515-3AAE54D70EE4}"/>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642E92E8-18AD-06B7-32FA-8AF903A3F2A9}"/>
                </a:ext>
              </a:extLst>
            </p:cNvPr>
            <p:cNvSpPr txBox="1">
              <a:spLocks/>
            </p:cNvSpPr>
            <p:nvPr/>
          </p:nvSpPr>
          <p:spPr>
            <a:xfrm>
              <a:off x="1040724" y="1674011"/>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Dartmouth – </a:t>
              </a:r>
              <a:r>
                <a:rPr lang="en-GB" sz="1400" b="1" dirty="0" err="1">
                  <a:solidFill>
                    <a:srgbClr val="003A61"/>
                  </a:solidFill>
                  <a:latin typeface="Arial" panose="020B0604020202020204" pitchFamily="34" charset="0"/>
                  <a:cs typeface="Arial" panose="020B0604020202020204" pitchFamily="34" charset="0"/>
                </a:rPr>
                <a:t>konferencia</a:t>
              </a:r>
              <a:endParaRPr lang="en-GB" sz="1400" b="1"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Az MI </a:t>
              </a:r>
              <a:r>
                <a:rPr lang="en-GB" sz="1400" b="1" dirty="0" err="1">
                  <a:solidFill>
                    <a:srgbClr val="003A61"/>
                  </a:solidFill>
                  <a:latin typeface="Arial" panose="020B0604020202020204" pitchFamily="34" charset="0"/>
                  <a:cs typeface="Arial" panose="020B0604020202020204" pitchFamily="34" charset="0"/>
                </a:rPr>
                <a:t>születése</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BB2C0032-8C0B-B953-E6D2-04E56595A32B}"/>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7D134EB1-0394-D393-3160-2F9ADCD46A1D}"/>
              </a:ext>
            </a:extLst>
          </p:cNvPr>
          <p:cNvGrpSpPr/>
          <p:nvPr/>
        </p:nvGrpSpPr>
        <p:grpSpPr>
          <a:xfrm>
            <a:off x="4569887" y="3648937"/>
            <a:ext cx="2846258" cy="3145208"/>
            <a:chOff x="4569887" y="3648937"/>
            <a:chExt cx="2846258" cy="3145208"/>
          </a:xfrm>
        </p:grpSpPr>
        <p:sp>
          <p:nvSpPr>
            <p:cNvPr id="39" name="Oval 38">
              <a:extLst>
                <a:ext uri="{FF2B5EF4-FFF2-40B4-BE49-F238E27FC236}">
                  <a16:creationId xmlns:a16="http://schemas.microsoft.com/office/drawing/2014/main" id="{631A3954-F5AD-1DC3-DB43-67B9F8B80A0F}"/>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64DD6992-0DF3-6602-FBF2-D1681E33A2C5}"/>
                </a:ext>
              </a:extLst>
            </p:cNvPr>
            <p:cNvSpPr txBox="1">
              <a:spLocks/>
            </p:cNvSpPr>
            <p:nvPr/>
          </p:nvSpPr>
          <p:spPr>
            <a:xfrm>
              <a:off x="4569887" y="5062471"/>
              <a:ext cx="2846258" cy="1731674"/>
            </a:xfrm>
            <a:prstGeom prst="rect">
              <a:avLst/>
            </a:prstGeom>
            <a:solidFill>
              <a:schemeClr val="bg1">
                <a:lumMod val="85000"/>
              </a:schemeClr>
            </a:solidFill>
            <a:ln>
              <a:solidFill>
                <a:schemeClr val="bg1">
                  <a:lumMod val="75000"/>
                </a:schemeClr>
              </a:solidFill>
            </a:ln>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9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a:p>
              <a:pPr algn="ctr">
                <a:lnSpc>
                  <a:spcPct val="100000"/>
                </a:lnSpc>
                <a:spcBef>
                  <a:spcPts val="0"/>
                </a:spcBef>
                <a:buClr>
                  <a:srgbClr val="B60057"/>
                </a:buClr>
                <a:defRPr/>
              </a:pPr>
              <a:r>
                <a:rPr lang="hu-HU" sz="2900" dirty="0">
                  <a:solidFill>
                    <a:srgbClr val="003A61"/>
                  </a:solidFill>
                  <a:latin typeface="Arial" panose="020B0604020202020204" pitchFamily="34" charset="0"/>
                  <a:cs typeface="Arial" panose="020B0604020202020204" pitchFamily="34" charset="0"/>
                </a:rPr>
                <a:t>A </a:t>
              </a:r>
              <a:r>
                <a:rPr lang="en-GB" sz="2900" dirty="0">
                  <a:solidFill>
                    <a:srgbClr val="003A61"/>
                  </a:solidFill>
                  <a:latin typeface="Arial" panose="020B0604020202020204" pitchFamily="34" charset="0"/>
                  <a:cs typeface="Arial" panose="020B0604020202020204" pitchFamily="34" charset="0"/>
                </a:rPr>
                <a:t>Deep Blue </a:t>
              </a:r>
              <a:r>
                <a:rPr lang="en-GB" sz="2900" dirty="0" err="1">
                  <a:solidFill>
                    <a:srgbClr val="003A61"/>
                  </a:solidFill>
                  <a:latin typeface="Arial" panose="020B0604020202020204" pitchFamily="34" charset="0"/>
                  <a:cs typeface="Arial" panose="020B0604020202020204" pitchFamily="34" charset="0"/>
                </a:rPr>
                <a:t>legyőzi</a:t>
              </a:r>
              <a:r>
                <a:rPr lang="en-GB" sz="2900" dirty="0">
                  <a:solidFill>
                    <a:srgbClr val="003A61"/>
                  </a:solidFill>
                  <a:latin typeface="Arial" panose="020B0604020202020204" pitchFamily="34" charset="0"/>
                  <a:cs typeface="Arial" panose="020B0604020202020204" pitchFamily="34" charset="0"/>
                </a:rPr>
                <a:t> </a:t>
              </a:r>
              <a:r>
                <a:rPr lang="en-GB" sz="2900" dirty="0" err="1">
                  <a:solidFill>
                    <a:srgbClr val="003A61"/>
                  </a:solidFill>
                  <a:latin typeface="Arial" panose="020B0604020202020204" pitchFamily="34" charset="0"/>
                  <a:cs typeface="Arial" panose="020B0604020202020204" pitchFamily="34" charset="0"/>
                </a:rPr>
                <a:t>Kaszparovot</a:t>
              </a:r>
              <a:r>
                <a:rPr lang="en-GB" sz="2900" dirty="0">
                  <a:solidFill>
                    <a:srgbClr val="003A61"/>
                  </a:solidFill>
                  <a:latin typeface="Arial" panose="020B0604020202020204" pitchFamily="34" charset="0"/>
                  <a:cs typeface="Arial" panose="020B0604020202020204" pitchFamily="34" charset="0"/>
                </a:rPr>
                <a:t> </a:t>
              </a:r>
              <a:r>
                <a:rPr lang="en-GB" sz="2900" dirty="0" err="1">
                  <a:solidFill>
                    <a:srgbClr val="003A61"/>
                  </a:solidFill>
                  <a:latin typeface="Arial" panose="020B0604020202020204" pitchFamily="34" charset="0"/>
                  <a:cs typeface="Arial" panose="020B0604020202020204" pitchFamily="34" charset="0"/>
                </a:rPr>
                <a:t>sakkban</a:t>
              </a:r>
              <a:endParaRPr lang="en-US" sz="2900" dirty="0">
                <a:solidFill>
                  <a:srgbClr val="003A61"/>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2A9167F8-0316-B9D2-5DCA-E4D6F6FCEF4E}"/>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DBEE008E-CB74-DA4E-FC92-6C11CBD14535}"/>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D5D6D468-04B7-ADB7-A591-811B94D92548}"/>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C4683430-9589-2331-13CF-7AA3EB86517B}"/>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50833FD2-0980-2C55-CDBC-6A289CADD10D}"/>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65F1E6B8-252F-64B7-3A6D-38AE3E461699}"/>
              </a:ext>
            </a:extLst>
          </p:cNvPr>
          <p:cNvGrpSpPr/>
          <p:nvPr/>
        </p:nvGrpSpPr>
        <p:grpSpPr>
          <a:xfrm>
            <a:off x="7998379" y="3579427"/>
            <a:ext cx="1747002" cy="2500924"/>
            <a:chOff x="7998379" y="3579427"/>
            <a:chExt cx="1747002" cy="2500924"/>
          </a:xfrm>
        </p:grpSpPr>
        <p:grpSp>
          <p:nvGrpSpPr>
            <p:cNvPr id="11" name="Csoportba foglalás 10">
              <a:extLst>
                <a:ext uri="{FF2B5EF4-FFF2-40B4-BE49-F238E27FC236}">
                  <a16:creationId xmlns:a16="http://schemas.microsoft.com/office/drawing/2014/main" id="{A44A7CC1-741C-894F-92CB-4747FF1D77A1}"/>
                </a:ext>
              </a:extLst>
            </p:cNvPr>
            <p:cNvGrpSpPr/>
            <p:nvPr/>
          </p:nvGrpSpPr>
          <p:grpSpPr>
            <a:xfrm>
              <a:off x="7998379" y="3579427"/>
              <a:ext cx="1747002" cy="2500924"/>
              <a:chOff x="8961957" y="3589543"/>
              <a:chExt cx="1747002" cy="2500924"/>
            </a:xfrm>
          </p:grpSpPr>
          <p:sp>
            <p:nvSpPr>
              <p:cNvPr id="52" name="Oval 51">
                <a:extLst>
                  <a:ext uri="{FF2B5EF4-FFF2-40B4-BE49-F238E27FC236}">
                    <a16:creationId xmlns:a16="http://schemas.microsoft.com/office/drawing/2014/main" id="{0BC870D0-7B3E-72E8-90EA-9154B96FC952}"/>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DF8DEE0C-C9D8-CA4E-A031-A9307A817746}"/>
                  </a:ext>
                </a:extLst>
              </p:cNvPr>
              <p:cNvSpPr txBox="1">
                <a:spLocks/>
              </p:cNvSpPr>
              <p:nvPr/>
            </p:nvSpPr>
            <p:spPr>
              <a:xfrm>
                <a:off x="8961957" y="5211502"/>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p>
              <a:p>
                <a:pPr algn="ctr">
                  <a:lnSpc>
                    <a:spcPct val="100000"/>
                  </a:lnSpc>
                  <a:spcBef>
                    <a:spcPts val="0"/>
                  </a:spcBef>
                  <a:buClr>
                    <a:srgbClr val="B60057"/>
                  </a:buClr>
                  <a:defRPr/>
                </a:pPr>
                <a:r>
                  <a:rPr lang="en-GB" sz="1500" dirty="0">
                    <a:solidFill>
                      <a:srgbClr val="003A61"/>
                    </a:solidFill>
                    <a:latin typeface="Arial" panose="020B0604020202020204" pitchFamily="34" charset="0"/>
                    <a:cs typeface="Arial" panose="020B0604020202020204" pitchFamily="34" charset="0"/>
                  </a:rPr>
                  <a:t>AlphaGo </a:t>
                </a:r>
                <a:r>
                  <a:rPr lang="en-GB" sz="1500" dirty="0" err="1">
                    <a:solidFill>
                      <a:srgbClr val="003A61"/>
                    </a:solidFill>
                    <a:latin typeface="Arial" panose="020B0604020202020204" pitchFamily="34" charset="0"/>
                    <a:cs typeface="Arial" panose="020B0604020202020204" pitchFamily="34" charset="0"/>
                  </a:rPr>
                  <a:t>legyőzi</a:t>
                </a:r>
                <a:r>
                  <a:rPr lang="en-GB" sz="1500" dirty="0">
                    <a:solidFill>
                      <a:srgbClr val="003A61"/>
                    </a:solidFill>
                    <a:latin typeface="Arial" panose="020B0604020202020204" pitchFamily="34" charset="0"/>
                    <a:cs typeface="Arial" panose="020B0604020202020204" pitchFamily="34" charset="0"/>
                  </a:rPr>
                  <a:t> a Go </a:t>
                </a:r>
                <a:r>
                  <a:rPr lang="en-GB" sz="1500" dirty="0" err="1">
                    <a:solidFill>
                      <a:srgbClr val="003A61"/>
                    </a:solidFill>
                    <a:latin typeface="Arial" panose="020B0604020202020204" pitchFamily="34" charset="0"/>
                    <a:cs typeface="Arial" panose="020B0604020202020204" pitchFamily="34" charset="0"/>
                  </a:rPr>
                  <a:t>világbajnokot</a:t>
                </a:r>
                <a:endParaRPr lang="en-US" sz="1500" dirty="0">
                  <a:solidFill>
                    <a:srgbClr val="003A6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E36ED688-E253-131C-CA64-3BAA5DA41789}"/>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1D6EFF31-CB91-862B-B05C-66B9640CABEA}"/>
              </a:ext>
            </a:extLst>
          </p:cNvPr>
          <p:cNvGrpSpPr/>
          <p:nvPr/>
        </p:nvGrpSpPr>
        <p:grpSpPr>
          <a:xfrm>
            <a:off x="8985436" y="1666632"/>
            <a:ext cx="2501508" cy="2296433"/>
            <a:chOff x="8985436" y="1666632"/>
            <a:chExt cx="2501508" cy="2296433"/>
          </a:xfrm>
        </p:grpSpPr>
        <p:sp>
          <p:nvSpPr>
            <p:cNvPr id="30" name="Oval 29">
              <a:extLst>
                <a:ext uri="{FF2B5EF4-FFF2-40B4-BE49-F238E27FC236}">
                  <a16:creationId xmlns:a16="http://schemas.microsoft.com/office/drawing/2014/main" id="{B4663FE7-6991-E896-ABBE-BBE90ACA7DD0}"/>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D06D8E33-21B6-8DD5-CBB0-952CB7C32BD4}"/>
                </a:ext>
              </a:extLst>
            </p:cNvPr>
            <p:cNvSpPr txBox="1">
              <a:spLocks/>
            </p:cNvSpPr>
            <p:nvPr/>
          </p:nvSpPr>
          <p:spPr>
            <a:xfrm>
              <a:off x="8985436" y="1666632"/>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p>
            <a:p>
              <a:pPr lvl="0" algn="ctr">
                <a:lnSpc>
                  <a:spcPct val="100000"/>
                </a:lnSpc>
                <a:spcBef>
                  <a:spcPts val="0"/>
                </a:spcBef>
                <a:buClr>
                  <a:srgbClr val="B60057"/>
                </a:buClr>
                <a:defRPr/>
              </a:pPr>
              <a:r>
                <a:rPr lang="en-GB" sz="1500" dirty="0">
                  <a:solidFill>
                    <a:srgbClr val="003A61"/>
                  </a:solidFill>
                  <a:latin typeface="Arial" panose="020B0604020202020204" pitchFamily="34" charset="0"/>
                  <a:cs typeface="Arial" panose="020B0604020202020204" pitchFamily="34" charset="0"/>
                </a:rPr>
                <a:t>ChatGPT </a:t>
              </a:r>
              <a:r>
                <a:rPr lang="en-GB" sz="1500" dirty="0" err="1">
                  <a:solidFill>
                    <a:srgbClr val="003A61"/>
                  </a:solidFill>
                  <a:latin typeface="Arial" panose="020B0604020202020204" pitchFamily="34" charset="0"/>
                  <a:cs typeface="Arial" panose="020B0604020202020204" pitchFamily="34" charset="0"/>
                </a:rPr>
                <a:t>és</a:t>
              </a:r>
              <a:r>
                <a:rPr lang="en-GB" sz="1500" dirty="0">
                  <a:solidFill>
                    <a:srgbClr val="003A61"/>
                  </a:solidFill>
                  <a:latin typeface="Arial" panose="020B0604020202020204" pitchFamily="34" charset="0"/>
                  <a:cs typeface="Arial" panose="020B0604020202020204" pitchFamily="34" charset="0"/>
                </a:rPr>
                <a:t> a </a:t>
              </a:r>
            </a:p>
            <a:p>
              <a:pPr lvl="0" algn="ctr">
                <a:lnSpc>
                  <a:spcPct val="100000"/>
                </a:lnSpc>
                <a:spcBef>
                  <a:spcPts val="0"/>
                </a:spcBef>
                <a:buClr>
                  <a:srgbClr val="B60057"/>
                </a:buClr>
                <a:defRPr/>
              </a:pPr>
              <a:r>
                <a:rPr lang="en-GB" sz="1500" dirty="0">
                  <a:solidFill>
                    <a:srgbClr val="003A61"/>
                  </a:solidFill>
                  <a:latin typeface="Arial" panose="020B0604020202020204" pitchFamily="34" charset="0"/>
                  <a:cs typeface="Arial" panose="020B0604020202020204" pitchFamily="34" charset="0"/>
                </a:rPr>
                <a:t>generative MI </a:t>
              </a:r>
              <a:r>
                <a:rPr lang="en-GB" sz="1500" dirty="0" err="1">
                  <a:solidFill>
                    <a:srgbClr val="003A61"/>
                  </a:solidFill>
                  <a:latin typeface="Arial" panose="020B0604020202020204" pitchFamily="34" charset="0"/>
                  <a:cs typeface="Arial" panose="020B0604020202020204" pitchFamily="34" charset="0"/>
                </a:rPr>
                <a:t>robbanása</a:t>
              </a:r>
              <a:endParaRPr lang="en-US" sz="1500" dirty="0">
                <a:solidFill>
                  <a:srgbClr val="003A61"/>
                </a:solidFill>
                <a:latin typeface="Arial"/>
                <a:cs typeface="Arial"/>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p:txBody>
        </p:sp>
        <p:sp>
          <p:nvSpPr>
            <p:cNvPr id="65" name="Rectangle 64">
              <a:extLst>
                <a:ext uri="{FF2B5EF4-FFF2-40B4-BE49-F238E27FC236}">
                  <a16:creationId xmlns:a16="http://schemas.microsoft.com/office/drawing/2014/main" id="{52B856F4-D32F-2886-B807-80A622F644B8}"/>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DFD94295-88C4-BBAF-4199-DEC85566476C}"/>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EF6AA5B7-51DA-4666-11A5-4C1492F56F45}"/>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B6BA6852-14A5-3D2C-491C-0320EB5754FD}"/>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7EC7AA19-1B64-B40D-B4AA-1600ACCDDD9D}"/>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51DB3C94-38D4-17F8-01F6-71F09CB28F96}"/>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15997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10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10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1000"/>
                                        <p:tgtEl>
                                          <p:spTgt spid="72"/>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56CF1-CD59-00F9-6EA4-23DEC8DAD20B}"/>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BBF68220-9DD6-3AD9-1E41-5E103580FF8D}"/>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0BD98BB7-24A9-041B-B091-0345CC97AD8F}"/>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290F34A-9193-25D5-BA39-26A72DC38B9C}"/>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DC17813-F386-A9C6-1DAE-6580390B6B8E}"/>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9" name="Freeform: Shape 28">
            <a:extLst>
              <a:ext uri="{FF2B5EF4-FFF2-40B4-BE49-F238E27FC236}">
                <a16:creationId xmlns:a16="http://schemas.microsoft.com/office/drawing/2014/main" id="{E7483A78-7C6F-119D-3343-76C521F3398A}"/>
              </a:ext>
            </a:extLst>
          </p:cNvPr>
          <p:cNvSpPr/>
          <p:nvPr/>
        </p:nvSpPr>
        <p:spPr>
          <a:xfrm>
            <a:off x="10298557" y="0"/>
            <a:ext cx="1524000" cy="762000"/>
          </a:xfrm>
          <a:custGeom>
            <a:avLst/>
            <a:gdLst>
              <a:gd name="connsiteX0" fmla="*/ 762000 w 1524000"/>
              <a:gd name="connsiteY0" fmla="*/ 0 h 762000"/>
              <a:gd name="connsiteX1" fmla="*/ 0 w 1524000"/>
              <a:gd name="connsiteY1" fmla="*/ 0 h 762000"/>
              <a:gd name="connsiteX2" fmla="*/ 762000 w 1524000"/>
              <a:gd name="connsiteY2" fmla="*/ 762000 h 762000"/>
              <a:gd name="connsiteX3" fmla="*/ 1524000 w 1524000"/>
              <a:gd name="connsiteY3" fmla="*/ 0 h 762000"/>
              <a:gd name="connsiteX4" fmla="*/ 762000 w 1524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762000">
                <a:moveTo>
                  <a:pt x="762000" y="0"/>
                </a:moveTo>
                <a:lnTo>
                  <a:pt x="0" y="0"/>
                </a:lnTo>
                <a:lnTo>
                  <a:pt x="762000" y="762000"/>
                </a:lnTo>
                <a:lnTo>
                  <a:pt x="1524000" y="0"/>
                </a:lnTo>
                <a:lnTo>
                  <a:pt x="762000" y="0"/>
                </a:lnTo>
                <a:close/>
              </a:path>
            </a:pathLst>
          </a:custGeom>
          <a:solidFill>
            <a:srgbClr val="A50050"/>
          </a:solidFill>
          <a:ln w="634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685E124-9CAC-E54F-C8E1-930BB990B682}"/>
              </a:ext>
            </a:extLst>
          </p:cNvPr>
          <p:cNvSpPr/>
          <p:nvPr/>
        </p:nvSpPr>
        <p:spPr>
          <a:xfrm rot="18900000">
            <a:off x="11007694" y="2372643"/>
            <a:ext cx="762000" cy="762000"/>
          </a:xfrm>
          <a:custGeom>
            <a:avLst/>
            <a:gdLst>
              <a:gd name="connsiteX0" fmla="*/ 0 w 762000"/>
              <a:gd name="connsiteY0" fmla="*/ 0 h 762000"/>
              <a:gd name="connsiteX1" fmla="*/ 762000 w 762000"/>
              <a:gd name="connsiteY1" fmla="*/ 0 h 762000"/>
              <a:gd name="connsiteX2" fmla="*/ 762000 w 762000"/>
              <a:gd name="connsiteY2" fmla="*/ 762000 h 762000"/>
              <a:gd name="connsiteX3" fmla="*/ 0 w 762000"/>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762000" y="0"/>
                </a:lnTo>
                <a:lnTo>
                  <a:pt x="762000" y="762000"/>
                </a:lnTo>
                <a:lnTo>
                  <a:pt x="0" y="762000"/>
                </a:lnTo>
                <a:close/>
              </a:path>
            </a:pathLst>
          </a:custGeom>
          <a:solidFill>
            <a:srgbClr val="009CDE"/>
          </a:solidFill>
          <a:ln w="6347"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F9DA291-BD84-665F-E3A8-D5FCCA301E77}"/>
              </a:ext>
            </a:extLst>
          </p:cNvPr>
          <p:cNvSpPr/>
          <p:nvPr/>
        </p:nvSpPr>
        <p:spPr>
          <a:xfrm>
            <a:off x="9233408" y="598360"/>
            <a:ext cx="2155253" cy="2155253"/>
          </a:xfrm>
          <a:custGeom>
            <a:avLst/>
            <a:gdLst>
              <a:gd name="connsiteX0" fmla="*/ 1616456 w 2155253"/>
              <a:gd name="connsiteY0" fmla="*/ 1077595 h 2155253"/>
              <a:gd name="connsiteX1" fmla="*/ 1077596 w 2155253"/>
              <a:gd name="connsiteY1" fmla="*/ 538798 h 2155253"/>
              <a:gd name="connsiteX2" fmla="*/ 538797 w 2155253"/>
              <a:gd name="connsiteY2" fmla="*/ 0 h 2155253"/>
              <a:gd name="connsiteX3" fmla="*/ 0 w 2155253"/>
              <a:gd name="connsiteY3" fmla="*/ 538798 h 2155253"/>
              <a:gd name="connsiteX4" fmla="*/ 538797 w 2155253"/>
              <a:gd name="connsiteY4" fmla="*/ 1077595 h 2155253"/>
              <a:gd name="connsiteX5" fmla="*/ 1077596 w 2155253"/>
              <a:gd name="connsiteY5" fmla="*/ 1616456 h 2155253"/>
              <a:gd name="connsiteX6" fmla="*/ 1616456 w 2155253"/>
              <a:gd name="connsiteY6" fmla="*/ 2155254 h 2155253"/>
              <a:gd name="connsiteX7" fmla="*/ 2155254 w 2155253"/>
              <a:gd name="connsiteY7" fmla="*/ 1616456 h 2155253"/>
              <a:gd name="connsiteX8" fmla="*/ 1616456 w 2155253"/>
              <a:gd name="connsiteY8" fmla="*/ 1077595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595"/>
                </a:moveTo>
                <a:lnTo>
                  <a:pt x="1077596" y="538798"/>
                </a:lnTo>
                <a:lnTo>
                  <a:pt x="538797" y="0"/>
                </a:lnTo>
                <a:lnTo>
                  <a:pt x="0" y="538798"/>
                </a:lnTo>
                <a:lnTo>
                  <a:pt x="538797" y="1077595"/>
                </a:lnTo>
                <a:lnTo>
                  <a:pt x="1077596" y="1616456"/>
                </a:lnTo>
                <a:lnTo>
                  <a:pt x="1616456" y="2155254"/>
                </a:lnTo>
                <a:lnTo>
                  <a:pt x="2155254" y="1616456"/>
                </a:lnTo>
                <a:lnTo>
                  <a:pt x="1616456" y="1077595"/>
                </a:lnTo>
                <a:close/>
              </a:path>
            </a:pathLst>
          </a:custGeom>
          <a:solidFill>
            <a:srgbClr val="C4D600"/>
          </a:solidFill>
          <a:ln w="634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145AFA01-BE21-C8B1-1241-C5D451777E5B}"/>
              </a:ext>
            </a:extLst>
          </p:cNvPr>
          <p:cNvSpPr/>
          <p:nvPr/>
        </p:nvSpPr>
        <p:spPr>
          <a:xfrm>
            <a:off x="8704326" y="1137158"/>
            <a:ext cx="2155253" cy="2155253"/>
          </a:xfrm>
          <a:custGeom>
            <a:avLst/>
            <a:gdLst>
              <a:gd name="connsiteX0" fmla="*/ 1616456 w 2155253"/>
              <a:gd name="connsiteY0" fmla="*/ 1077659 h 2155253"/>
              <a:gd name="connsiteX1" fmla="*/ 1077595 w 2155253"/>
              <a:gd name="connsiteY1" fmla="*/ 538797 h 2155253"/>
              <a:gd name="connsiteX2" fmla="*/ 538798 w 2155253"/>
              <a:gd name="connsiteY2" fmla="*/ 0 h 2155253"/>
              <a:gd name="connsiteX3" fmla="*/ 0 w 2155253"/>
              <a:gd name="connsiteY3" fmla="*/ 538797 h 2155253"/>
              <a:gd name="connsiteX4" fmla="*/ 538798 w 2155253"/>
              <a:gd name="connsiteY4" fmla="*/ 1077659 h 2155253"/>
              <a:gd name="connsiteX5" fmla="*/ 1077595 w 2155253"/>
              <a:gd name="connsiteY5" fmla="*/ 1616456 h 2155253"/>
              <a:gd name="connsiteX6" fmla="*/ 1616456 w 2155253"/>
              <a:gd name="connsiteY6" fmla="*/ 2155254 h 2155253"/>
              <a:gd name="connsiteX7" fmla="*/ 2155253 w 2155253"/>
              <a:gd name="connsiteY7" fmla="*/ 1616456 h 2155253"/>
              <a:gd name="connsiteX8" fmla="*/ 1616456 w 2155253"/>
              <a:gd name="connsiteY8" fmla="*/ 1077659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659"/>
                </a:moveTo>
                <a:lnTo>
                  <a:pt x="1077595" y="538797"/>
                </a:lnTo>
                <a:lnTo>
                  <a:pt x="538798" y="0"/>
                </a:lnTo>
                <a:lnTo>
                  <a:pt x="0" y="538797"/>
                </a:lnTo>
                <a:lnTo>
                  <a:pt x="538798" y="1077659"/>
                </a:lnTo>
                <a:lnTo>
                  <a:pt x="1077595" y="1616456"/>
                </a:lnTo>
                <a:lnTo>
                  <a:pt x="1616456" y="2155254"/>
                </a:lnTo>
                <a:lnTo>
                  <a:pt x="2155253" y="1616456"/>
                </a:lnTo>
                <a:lnTo>
                  <a:pt x="1616456" y="1077659"/>
                </a:lnTo>
                <a:close/>
              </a:path>
            </a:pathLst>
          </a:custGeom>
          <a:solidFill>
            <a:srgbClr val="A50050"/>
          </a:solidFill>
          <a:ln w="6347"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B9838A7-E0BD-AC7D-ABF5-04AD3E28E3DC}"/>
              </a:ext>
            </a:extLst>
          </p:cNvPr>
          <p:cNvSpPr/>
          <p:nvPr/>
        </p:nvSpPr>
        <p:spPr>
          <a:xfrm rot="18900000">
            <a:off x="11658874" y="913957"/>
            <a:ext cx="1524000" cy="1524000"/>
          </a:xfrm>
          <a:custGeom>
            <a:avLst/>
            <a:gdLst>
              <a:gd name="connsiteX0" fmla="*/ 0 w 1524000"/>
              <a:gd name="connsiteY0" fmla="*/ 0 h 1524000"/>
              <a:gd name="connsiteX1" fmla="*/ 1524000 w 1524000"/>
              <a:gd name="connsiteY1" fmla="*/ 0 h 1524000"/>
              <a:gd name="connsiteX2" fmla="*/ 1524000 w 1524000"/>
              <a:gd name="connsiteY2" fmla="*/ 1524000 h 1524000"/>
              <a:gd name="connsiteX3" fmla="*/ 0 w 1524000"/>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1524000" y="0"/>
                </a:lnTo>
                <a:lnTo>
                  <a:pt x="1524000" y="1524000"/>
                </a:lnTo>
                <a:lnTo>
                  <a:pt x="0" y="1524000"/>
                </a:lnTo>
                <a:close/>
              </a:path>
            </a:pathLst>
          </a:custGeom>
          <a:solidFill>
            <a:srgbClr val="009CDE"/>
          </a:solidFill>
          <a:ln w="634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79E9D3B-9A31-02A5-CCB6-E0DB21E41AD4}"/>
              </a:ext>
            </a:extLst>
          </p:cNvPr>
          <p:cNvSpPr/>
          <p:nvPr/>
        </p:nvSpPr>
        <p:spPr>
          <a:xfrm>
            <a:off x="8096250" y="0"/>
            <a:ext cx="1675955" cy="1137158"/>
          </a:xfrm>
          <a:custGeom>
            <a:avLst/>
            <a:gdLst>
              <a:gd name="connsiteX0" fmla="*/ 1077595 w 1675955"/>
              <a:gd name="connsiteY0" fmla="*/ 0 h 1137158"/>
              <a:gd name="connsiteX1" fmla="*/ 0 w 1675955"/>
              <a:gd name="connsiteY1" fmla="*/ 0 h 1137158"/>
              <a:gd name="connsiteX2" fmla="*/ 59499 w 1675955"/>
              <a:gd name="connsiteY2" fmla="*/ 59563 h 1137158"/>
              <a:gd name="connsiteX3" fmla="*/ 598297 w 1675955"/>
              <a:gd name="connsiteY3" fmla="*/ 598361 h 1137158"/>
              <a:gd name="connsiteX4" fmla="*/ 1137158 w 1675955"/>
              <a:gd name="connsiteY4" fmla="*/ 1137158 h 1137158"/>
              <a:gd name="connsiteX5" fmla="*/ 1675955 w 1675955"/>
              <a:gd name="connsiteY5" fmla="*/ 598361 h 1137158"/>
              <a:gd name="connsiteX6" fmla="*/ 1137158 w 1675955"/>
              <a:gd name="connsiteY6" fmla="*/ 59563 h 1137158"/>
              <a:gd name="connsiteX7" fmla="*/ 1077595 w 1675955"/>
              <a:gd name="connsiteY7" fmla="*/ 0 h 113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5955" h="1137158">
                <a:moveTo>
                  <a:pt x="1077595" y="0"/>
                </a:moveTo>
                <a:lnTo>
                  <a:pt x="0" y="0"/>
                </a:lnTo>
                <a:lnTo>
                  <a:pt x="59499" y="59563"/>
                </a:lnTo>
                <a:lnTo>
                  <a:pt x="598297" y="598361"/>
                </a:lnTo>
                <a:lnTo>
                  <a:pt x="1137158" y="1137158"/>
                </a:lnTo>
                <a:lnTo>
                  <a:pt x="1675955" y="598361"/>
                </a:lnTo>
                <a:lnTo>
                  <a:pt x="1137158" y="59563"/>
                </a:lnTo>
                <a:lnTo>
                  <a:pt x="1077595" y="0"/>
                </a:lnTo>
                <a:close/>
              </a:path>
            </a:pathLst>
          </a:custGeom>
          <a:solidFill>
            <a:srgbClr val="009CDE"/>
          </a:solidFill>
          <a:ln w="634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9D34AA6-CFEE-4797-0CCD-47F3BA46525B}"/>
              </a:ext>
            </a:extLst>
          </p:cNvPr>
          <p:cNvSpPr txBox="1">
            <a:spLocks/>
          </p:cNvSpPr>
          <p:nvPr/>
        </p:nvSpPr>
        <p:spPr>
          <a:xfrm>
            <a:off x="5167776" y="5060442"/>
            <a:ext cx="6759734"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rgbClr val="A50050"/>
                </a:solidFill>
                <a:latin typeface="Arial" panose="020B0604020202020204" pitchFamily="34" charset="0"/>
                <a:cs typeface="Arial" panose="020B0604020202020204" pitchFamily="34" charset="0"/>
              </a:rPr>
              <a:t>Az IBM Watson </a:t>
            </a:r>
            <a:r>
              <a:rPr lang="en-GB" b="1" dirty="0" err="1">
                <a:solidFill>
                  <a:srgbClr val="A50050"/>
                </a:solidFill>
                <a:latin typeface="Arial" panose="020B0604020202020204" pitchFamily="34" charset="0"/>
                <a:cs typeface="Arial" panose="020B0604020202020204" pitchFamily="34" charset="0"/>
              </a:rPr>
              <a:t>nyeri</a:t>
            </a:r>
            <a:r>
              <a:rPr lang="en-GB" b="1" dirty="0">
                <a:solidFill>
                  <a:srgbClr val="A50050"/>
                </a:solidFill>
                <a:latin typeface="Arial" panose="020B0604020202020204" pitchFamily="34" charset="0"/>
                <a:cs typeface="Arial" panose="020B0604020202020204" pitchFamily="34" charset="0"/>
              </a:rPr>
              <a:t> a Jeopardy! </a:t>
            </a:r>
            <a:r>
              <a:rPr lang="en-GB" b="1" dirty="0" err="1">
                <a:solidFill>
                  <a:srgbClr val="A50050"/>
                </a:solidFill>
                <a:latin typeface="Arial" panose="020B0604020202020204" pitchFamily="34" charset="0"/>
                <a:cs typeface="Arial" panose="020B0604020202020204" pitchFamily="34" charset="0"/>
              </a:rPr>
              <a:t>vetélkedőt</a:t>
            </a:r>
            <a:endParaRPr lang="en-GB" b="1" dirty="0">
              <a:solidFill>
                <a:srgbClr val="A5005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ABDCBD0-E711-DB86-4DE3-C61BF8CA3194}"/>
              </a:ext>
            </a:extLst>
          </p:cNvPr>
          <p:cNvPicPr>
            <a:picLocks noChangeAspect="1"/>
          </p:cNvPicPr>
          <p:nvPr/>
        </p:nvPicPr>
        <p:blipFill>
          <a:blip r:embed="rId3"/>
          <a:stretch>
            <a:fillRect/>
          </a:stretch>
        </p:blipFill>
        <p:spPr>
          <a:xfrm>
            <a:off x="302223" y="231660"/>
            <a:ext cx="7843811" cy="375157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Title 1">
            <a:extLst>
              <a:ext uri="{FF2B5EF4-FFF2-40B4-BE49-F238E27FC236}">
                <a16:creationId xmlns:a16="http://schemas.microsoft.com/office/drawing/2014/main" id="{C76FC359-FFD7-941D-B8A2-D75C7861AA66}"/>
              </a:ext>
            </a:extLst>
          </p:cNvPr>
          <p:cNvSpPr txBox="1">
            <a:spLocks/>
          </p:cNvSpPr>
          <p:nvPr/>
        </p:nvSpPr>
        <p:spPr>
          <a:xfrm>
            <a:off x="960698" y="4082921"/>
            <a:ext cx="8947231"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2400" dirty="0">
                <a:solidFill>
                  <a:srgbClr val="00426A"/>
                </a:solidFill>
                <a:latin typeface="Arial" panose="020B0604020202020204" pitchFamily="34" charset="0"/>
                <a:cs typeface="Arial" panose="020B0604020202020204" pitchFamily="34" charset="0"/>
              </a:rPr>
              <a:t>szójátékok, rejtett jelentések, bonyolult utalások megfejtése</a:t>
            </a:r>
          </a:p>
          <a:p>
            <a:r>
              <a:rPr lang="hu-HU" sz="2400" dirty="0">
                <a:solidFill>
                  <a:srgbClr val="00426A"/>
                </a:solidFill>
                <a:latin typeface="Arial" panose="020B0604020202020204" pitchFamily="34" charset="0"/>
                <a:cs typeface="Arial" panose="020B0604020202020204" pitchFamily="34" charset="0"/>
              </a:rPr>
              <a:t>szükséges a humor, a nyelv és a kulturális utalások megértése</a:t>
            </a:r>
          </a:p>
          <a:p>
            <a:endParaRPr lang="hu-HU" sz="2400" dirty="0">
              <a:solidFill>
                <a:srgbClr val="00426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0484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AC88-9818-BA14-0CA1-06B0DF05F8B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F8E5609-A501-F439-4C54-1005D5D8E31C}"/>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6BA94281-09E2-593E-F558-DA65CAFE1DEB}"/>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89A526C-36F1-727F-A16D-6A1240B095D7}"/>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9C5677D-76F5-A04D-AD1F-A897FD80936E}"/>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33AD5B12-362E-D7ED-0A55-9AC076A43E6A}"/>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D9EB07FE-9987-11B6-200B-345E76BE1537}"/>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9F28597B-0851-FD60-54E9-680345F60195}"/>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018C6253-73BC-9B93-5212-A4EADB57210F}"/>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7ABEA79F-4D69-FF17-5FF6-17780031EF4D}"/>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E5D0AD55-61D3-2C9D-890E-32196795C1E1}"/>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FED364A5-F5DC-E062-6BA2-CD4C42BD5C0F}"/>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C294F06F-D1A0-1757-2DFB-57DBDB0D83B1}"/>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en-GB" sz="1400" b="1" dirty="0" err="1">
                  <a:solidFill>
                    <a:srgbClr val="00426A"/>
                  </a:solidFill>
                  <a:latin typeface="Arial" panose="020B0604020202020204" pitchFamily="34" charset="0"/>
                  <a:cs typeface="Arial" panose="020B0604020202020204" pitchFamily="34" charset="0"/>
                </a:rPr>
                <a:t>Szakértői</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rendszerek</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és</a:t>
              </a:r>
              <a:r>
                <a:rPr lang="en-GB" sz="1400" b="1" dirty="0">
                  <a:solidFill>
                    <a:srgbClr val="00426A"/>
                  </a:solidFill>
                  <a:latin typeface="Arial" panose="020B0604020202020204" pitchFamily="34" charset="0"/>
                  <a:cs typeface="Arial" panose="020B0604020202020204" pitchFamily="34" charset="0"/>
                </a:rPr>
                <a:t> “shell”-ek</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8619F491-6E07-CDD3-8AA4-EC073DECDF59}"/>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7D99E104-7219-D0CD-C02D-57B52157F25A}"/>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ED050FB3-2B07-F720-2A45-669DC8998282}"/>
              </a:ext>
            </a:extLst>
          </p:cNvPr>
          <p:cNvGrpSpPr/>
          <p:nvPr/>
        </p:nvGrpSpPr>
        <p:grpSpPr>
          <a:xfrm>
            <a:off x="-39236" y="3868779"/>
            <a:ext cx="1566077" cy="2581140"/>
            <a:chOff x="-39236" y="3868779"/>
            <a:chExt cx="1566077" cy="2581140"/>
          </a:xfrm>
        </p:grpSpPr>
        <p:grpSp>
          <p:nvGrpSpPr>
            <p:cNvPr id="57" name="Group 56">
              <a:extLst>
                <a:ext uri="{FF2B5EF4-FFF2-40B4-BE49-F238E27FC236}">
                  <a16:creationId xmlns:a16="http://schemas.microsoft.com/office/drawing/2014/main" id="{C8B441F2-224A-50A2-DAF8-DC8D53B4CF6C}"/>
                </a:ext>
              </a:extLst>
            </p:cNvPr>
            <p:cNvGrpSpPr/>
            <p:nvPr/>
          </p:nvGrpSpPr>
          <p:grpSpPr>
            <a:xfrm>
              <a:off x="-39236" y="3868779"/>
              <a:ext cx="1566077" cy="2581140"/>
              <a:chOff x="1616207" y="4117331"/>
              <a:chExt cx="1566077" cy="2581140"/>
            </a:xfrm>
          </p:grpSpPr>
          <p:sp>
            <p:nvSpPr>
              <p:cNvPr id="26" name="Title 1">
                <a:extLst>
                  <a:ext uri="{FF2B5EF4-FFF2-40B4-BE49-F238E27FC236}">
                    <a16:creationId xmlns:a16="http://schemas.microsoft.com/office/drawing/2014/main" id="{23365B25-4754-A0CF-6639-66A140166ED9}"/>
                  </a:ext>
                </a:extLst>
              </p:cNvPr>
              <p:cNvSpPr txBox="1">
                <a:spLocks/>
              </p:cNvSpPr>
              <p:nvPr/>
            </p:nvSpPr>
            <p:spPr>
              <a:xfrm>
                <a:off x="1616207" y="5730741"/>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p>
              <a:p>
                <a:pPr algn="ctr">
                  <a:lnSpc>
                    <a:spcPct val="100000"/>
                  </a:lnSpc>
                  <a:spcBef>
                    <a:spcPts val="0"/>
                  </a:spcBef>
                  <a:buClr>
                    <a:srgbClr val="B60057"/>
                  </a:buClr>
                  <a:defRPr/>
                </a:pPr>
                <a:r>
                  <a:rPr lang="hu-HU" sz="1400" b="1" dirty="0">
                    <a:solidFill>
                      <a:srgbClr val="00426A"/>
                    </a:solidFill>
                    <a:latin typeface="Arial" panose="020B0604020202020204" pitchFamily="34" charset="0"/>
                    <a:cs typeface="Arial" panose="020B0604020202020204" pitchFamily="34" charset="0"/>
                  </a:rPr>
                  <a:t>Alan Turing és a Turing-teszt</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C6D54A86-FBD7-CBB2-26D3-FE0D7B9A99B9}"/>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1F43CC4C-EE16-A4A6-9560-65F63E5F37D5}"/>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8D0EE338-47EB-C0DA-C650-F1137826525A}"/>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440AA70B-C28E-CEE5-00BE-A9CC9EF4EE51}"/>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4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e</a:t>
              </a:r>
              <a:r>
                <a:rPr lang="en-GB" sz="1400" b="1" dirty="0" err="1">
                  <a:solidFill>
                    <a:srgbClr val="003A61"/>
                  </a:solidFill>
                  <a:latin typeface="Arial" panose="020B0604020202020204" pitchFamily="34" charset="0"/>
                  <a:cs typeface="Arial" panose="020B0604020202020204" pitchFamily="34" charset="0"/>
                </a:rPr>
                <a:t>lső</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robotok</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és</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nyelvi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programok</a:t>
              </a:r>
              <a:endParaRPr kumimoji="0" lang="hu-HU" sz="1400"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119F5EA7-DE1E-01B1-9DE8-9BF4823A4391}"/>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35DA86F2-79F5-7ABA-43A7-7E9B99A17184}"/>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8D9A1FBF-E88E-A318-879C-B652225F1512}"/>
              </a:ext>
            </a:extLst>
          </p:cNvPr>
          <p:cNvGrpSpPr/>
          <p:nvPr/>
        </p:nvGrpSpPr>
        <p:grpSpPr>
          <a:xfrm>
            <a:off x="1040724" y="1674011"/>
            <a:ext cx="1596911" cy="2660907"/>
            <a:chOff x="1040724" y="1674011"/>
            <a:chExt cx="1596911" cy="2660907"/>
          </a:xfrm>
        </p:grpSpPr>
        <p:sp>
          <p:nvSpPr>
            <p:cNvPr id="35" name="Oval 34">
              <a:extLst>
                <a:ext uri="{FF2B5EF4-FFF2-40B4-BE49-F238E27FC236}">
                  <a16:creationId xmlns:a16="http://schemas.microsoft.com/office/drawing/2014/main" id="{5BEA4E79-1425-5119-56F4-12698079ECBF}"/>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76FA747E-7D6A-94A4-BE43-9770E73AF11C}"/>
                </a:ext>
              </a:extLst>
            </p:cNvPr>
            <p:cNvSpPr txBox="1">
              <a:spLocks/>
            </p:cNvSpPr>
            <p:nvPr/>
          </p:nvSpPr>
          <p:spPr>
            <a:xfrm>
              <a:off x="1040724" y="1674011"/>
              <a:ext cx="1596911" cy="11206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6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en-GB" sz="18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600" b="1" dirty="0">
                  <a:solidFill>
                    <a:srgbClr val="003A61"/>
                  </a:solidFill>
                  <a:latin typeface="Arial" panose="020B0604020202020204" pitchFamily="34" charset="0"/>
                  <a:cs typeface="Arial" panose="020B0604020202020204" pitchFamily="34" charset="0"/>
                </a:rPr>
                <a:t>Dartmouth – </a:t>
              </a:r>
              <a:r>
                <a:rPr lang="en-GB" sz="1600" b="1" dirty="0" err="1">
                  <a:solidFill>
                    <a:srgbClr val="003A61"/>
                  </a:solidFill>
                  <a:latin typeface="Arial" panose="020B0604020202020204" pitchFamily="34" charset="0"/>
                  <a:cs typeface="Arial" panose="020B0604020202020204" pitchFamily="34" charset="0"/>
                </a:rPr>
                <a:t>konferencia</a:t>
              </a:r>
              <a:endParaRPr lang="en-GB" sz="1600" b="1"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600" b="1" dirty="0">
                  <a:solidFill>
                    <a:srgbClr val="003A61"/>
                  </a:solidFill>
                  <a:latin typeface="Arial" panose="020B0604020202020204" pitchFamily="34" charset="0"/>
                  <a:cs typeface="Arial" panose="020B0604020202020204" pitchFamily="34" charset="0"/>
                </a:rPr>
                <a:t>Az MI </a:t>
              </a:r>
              <a:r>
                <a:rPr lang="en-GB" sz="1600" b="1" dirty="0" err="1">
                  <a:solidFill>
                    <a:srgbClr val="003A61"/>
                  </a:solidFill>
                  <a:latin typeface="Arial" panose="020B0604020202020204" pitchFamily="34" charset="0"/>
                  <a:cs typeface="Arial" panose="020B0604020202020204" pitchFamily="34" charset="0"/>
                </a:rPr>
                <a:t>születése</a:t>
              </a:r>
              <a:endParaRPr kumimoji="0" lang="hu-HU" sz="16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512002D5-AC95-C36B-8385-11AC81F5153D}"/>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CEF5F64F-0F8F-B41A-1C53-E313B2AD6824}"/>
              </a:ext>
            </a:extLst>
          </p:cNvPr>
          <p:cNvGrpSpPr/>
          <p:nvPr/>
        </p:nvGrpSpPr>
        <p:grpSpPr>
          <a:xfrm>
            <a:off x="4971281" y="3648937"/>
            <a:ext cx="1977682" cy="2971185"/>
            <a:chOff x="4971281" y="3648937"/>
            <a:chExt cx="1977682" cy="2971185"/>
          </a:xfrm>
        </p:grpSpPr>
        <p:sp>
          <p:nvSpPr>
            <p:cNvPr id="39" name="Oval 38">
              <a:extLst>
                <a:ext uri="{FF2B5EF4-FFF2-40B4-BE49-F238E27FC236}">
                  <a16:creationId xmlns:a16="http://schemas.microsoft.com/office/drawing/2014/main" id="{6AD0513F-05C3-17CE-525C-03BE01538551}"/>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9600853C-08D3-CF5B-3173-751D892B2356}"/>
                </a:ext>
              </a:extLst>
            </p:cNvPr>
            <p:cNvSpPr txBox="1">
              <a:spLocks/>
            </p:cNvSpPr>
            <p:nvPr/>
          </p:nvSpPr>
          <p:spPr>
            <a:xfrm>
              <a:off x="4971281" y="5174621"/>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 </a:t>
              </a:r>
              <a:r>
                <a:rPr lang="en-GB" sz="1400" b="1" dirty="0">
                  <a:solidFill>
                    <a:srgbClr val="003A61"/>
                  </a:solidFill>
                  <a:latin typeface="Arial" panose="020B0604020202020204" pitchFamily="34" charset="0"/>
                  <a:cs typeface="Arial" panose="020B0604020202020204" pitchFamily="34" charset="0"/>
                </a:rPr>
                <a:t>Deep Blue </a:t>
              </a:r>
              <a:r>
                <a:rPr lang="en-GB" sz="1400" b="1" dirty="0" err="1">
                  <a:solidFill>
                    <a:srgbClr val="003A61"/>
                  </a:solidFill>
                  <a:latin typeface="Arial" panose="020B0604020202020204" pitchFamily="34" charset="0"/>
                  <a:cs typeface="Arial" panose="020B0604020202020204" pitchFamily="34" charset="0"/>
                </a:rPr>
                <a:t>legyőzi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Kaszparovot</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sakkban</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1CC1E1F0-541A-22E9-0D51-E3247677E84C}"/>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759D9E92-B096-327B-1549-CF612EF2DC01}"/>
              </a:ext>
            </a:extLst>
          </p:cNvPr>
          <p:cNvGrpSpPr/>
          <p:nvPr/>
        </p:nvGrpSpPr>
        <p:grpSpPr>
          <a:xfrm>
            <a:off x="5687959" y="946473"/>
            <a:ext cx="3254103" cy="2949014"/>
            <a:chOff x="5687959" y="946473"/>
            <a:chExt cx="3254103" cy="2949014"/>
          </a:xfrm>
        </p:grpSpPr>
        <p:sp>
          <p:nvSpPr>
            <p:cNvPr id="53" name="Title 1">
              <a:extLst>
                <a:ext uri="{FF2B5EF4-FFF2-40B4-BE49-F238E27FC236}">
                  <a16:creationId xmlns:a16="http://schemas.microsoft.com/office/drawing/2014/main" id="{7BF6EFCA-F461-DC98-4276-B723B011D744}"/>
                </a:ext>
              </a:extLst>
            </p:cNvPr>
            <p:cNvSpPr txBox="1">
              <a:spLocks/>
            </p:cNvSpPr>
            <p:nvPr/>
          </p:nvSpPr>
          <p:spPr>
            <a:xfrm>
              <a:off x="5687959" y="946473"/>
              <a:ext cx="3254103" cy="1448667"/>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2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p>
            <a:p>
              <a:pPr algn="ctr">
                <a:lnSpc>
                  <a:spcPct val="100000"/>
                </a:lnSpc>
                <a:spcBef>
                  <a:spcPts val="0"/>
                </a:spcBef>
                <a:buClr>
                  <a:srgbClr val="B60057"/>
                </a:buClr>
                <a:defRPr/>
              </a:pPr>
              <a:r>
                <a:rPr lang="hu-HU" sz="2400" dirty="0">
                  <a:solidFill>
                    <a:srgbClr val="003A61"/>
                  </a:solidFill>
                  <a:latin typeface="Arial" panose="020B0604020202020204" pitchFamily="34" charset="0"/>
                  <a:cs typeface="Arial" panose="020B0604020202020204" pitchFamily="34" charset="0"/>
                </a:rPr>
                <a:t>Az </a:t>
              </a:r>
              <a:r>
                <a:rPr lang="en-GB" sz="2400" dirty="0">
                  <a:solidFill>
                    <a:srgbClr val="003A61"/>
                  </a:solidFill>
                  <a:latin typeface="Arial" panose="020B0604020202020204" pitchFamily="34" charset="0"/>
                  <a:cs typeface="Arial" panose="020B0604020202020204" pitchFamily="34" charset="0"/>
                </a:rPr>
                <a:t>IBM Watson </a:t>
              </a:r>
              <a:r>
                <a:rPr lang="en-GB" sz="2400" dirty="0" err="1">
                  <a:solidFill>
                    <a:srgbClr val="003A61"/>
                  </a:solidFill>
                  <a:latin typeface="Arial" panose="020B0604020202020204" pitchFamily="34" charset="0"/>
                  <a:cs typeface="Arial" panose="020B0604020202020204" pitchFamily="34" charset="0"/>
                </a:rPr>
                <a:t>nyeri</a:t>
              </a:r>
              <a:r>
                <a:rPr lang="en-GB" sz="2400" dirty="0">
                  <a:solidFill>
                    <a:srgbClr val="003A61"/>
                  </a:solidFill>
                  <a:latin typeface="Arial" panose="020B0604020202020204" pitchFamily="34" charset="0"/>
                  <a:cs typeface="Arial" panose="020B0604020202020204" pitchFamily="34" charset="0"/>
                </a:rPr>
                <a:t> a Jeopardy! </a:t>
              </a:r>
              <a:r>
                <a:rPr lang="en-GB" sz="2400" dirty="0" err="1">
                  <a:solidFill>
                    <a:srgbClr val="003A61"/>
                  </a:solidFill>
                  <a:latin typeface="Arial" panose="020B0604020202020204" pitchFamily="34" charset="0"/>
                  <a:cs typeface="Arial" panose="020B0604020202020204" pitchFamily="34" charset="0"/>
                </a:rPr>
                <a:t>vetélkedőt</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78039BBE-BE0C-3CCF-5AAC-5C27EFD6B3FB}"/>
                </a:ext>
              </a:extLst>
            </p:cNvPr>
            <p:cNvSpPr/>
            <p:nvPr/>
          </p:nvSpPr>
          <p:spPr>
            <a:xfrm>
              <a:off x="71864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1C5E31CE-0BD6-EC4E-B68A-3050DA7DBC39}"/>
                </a:ext>
              </a:extLst>
            </p:cNvPr>
            <p:cNvSpPr/>
            <p:nvPr/>
          </p:nvSpPr>
          <p:spPr>
            <a:xfrm>
              <a:off x="72898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3DC652C5-25F5-911F-EA29-C3C9F09BF2AF}"/>
              </a:ext>
            </a:extLst>
          </p:cNvPr>
          <p:cNvGrpSpPr/>
          <p:nvPr/>
        </p:nvGrpSpPr>
        <p:grpSpPr>
          <a:xfrm>
            <a:off x="7998379" y="3579427"/>
            <a:ext cx="1747002" cy="2500924"/>
            <a:chOff x="7998379" y="3579427"/>
            <a:chExt cx="1747002" cy="2500924"/>
          </a:xfrm>
        </p:grpSpPr>
        <p:grpSp>
          <p:nvGrpSpPr>
            <p:cNvPr id="11" name="Csoportba foglalás 10">
              <a:extLst>
                <a:ext uri="{FF2B5EF4-FFF2-40B4-BE49-F238E27FC236}">
                  <a16:creationId xmlns:a16="http://schemas.microsoft.com/office/drawing/2014/main" id="{913C481B-1C3E-EE2B-A161-DE0895CF359F}"/>
                </a:ext>
              </a:extLst>
            </p:cNvPr>
            <p:cNvGrpSpPr/>
            <p:nvPr/>
          </p:nvGrpSpPr>
          <p:grpSpPr>
            <a:xfrm>
              <a:off x="7998379" y="3579427"/>
              <a:ext cx="1747002" cy="2500924"/>
              <a:chOff x="8961957" y="3589543"/>
              <a:chExt cx="1747002" cy="2500924"/>
            </a:xfrm>
          </p:grpSpPr>
          <p:sp>
            <p:nvSpPr>
              <p:cNvPr id="52" name="Oval 51">
                <a:extLst>
                  <a:ext uri="{FF2B5EF4-FFF2-40B4-BE49-F238E27FC236}">
                    <a16:creationId xmlns:a16="http://schemas.microsoft.com/office/drawing/2014/main" id="{99260ACD-C63F-8EEF-7E0B-BE16B9B0AD32}"/>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E208D3E9-AC91-B51C-C881-108C11589BCE}"/>
                  </a:ext>
                </a:extLst>
              </p:cNvPr>
              <p:cNvSpPr txBox="1">
                <a:spLocks/>
              </p:cNvSpPr>
              <p:nvPr/>
            </p:nvSpPr>
            <p:spPr>
              <a:xfrm>
                <a:off x="8961957" y="5211502"/>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p>
            </p:txBody>
          </p:sp>
        </p:grpSp>
        <p:sp>
          <p:nvSpPr>
            <p:cNvPr id="64" name="Rectangle 63">
              <a:extLst>
                <a:ext uri="{FF2B5EF4-FFF2-40B4-BE49-F238E27FC236}">
                  <a16:creationId xmlns:a16="http://schemas.microsoft.com/office/drawing/2014/main" id="{46400FEA-7696-F29B-B747-79375643B2B9}"/>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49972224-1795-A0CA-4725-C528173EA2FD}"/>
              </a:ext>
            </a:extLst>
          </p:cNvPr>
          <p:cNvGrpSpPr/>
          <p:nvPr/>
        </p:nvGrpSpPr>
        <p:grpSpPr>
          <a:xfrm>
            <a:off x="8985436" y="1666632"/>
            <a:ext cx="2501508" cy="2296433"/>
            <a:chOff x="8985436" y="1666632"/>
            <a:chExt cx="2501508" cy="2296433"/>
          </a:xfrm>
        </p:grpSpPr>
        <p:sp>
          <p:nvSpPr>
            <p:cNvPr id="30" name="Oval 29">
              <a:extLst>
                <a:ext uri="{FF2B5EF4-FFF2-40B4-BE49-F238E27FC236}">
                  <a16:creationId xmlns:a16="http://schemas.microsoft.com/office/drawing/2014/main" id="{A6A0A98A-EF23-82AB-A063-F85B21815AD7}"/>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E928545C-50A0-F8D1-DA6F-ED7E4032462B}"/>
                </a:ext>
              </a:extLst>
            </p:cNvPr>
            <p:cNvSpPr txBox="1">
              <a:spLocks/>
            </p:cNvSpPr>
            <p:nvPr/>
          </p:nvSpPr>
          <p:spPr>
            <a:xfrm>
              <a:off x="8985436" y="1666632"/>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lang="hu-HU" sz="1500" b="1" dirty="0">
                  <a:solidFill>
                    <a:srgbClr val="CDD500"/>
                  </a:solidFill>
                  <a:latin typeface="Arial"/>
                  <a:cs typeface="Arial"/>
                </a:rPr>
                <a:t>2</a:t>
              </a:r>
              <a:endParaRPr kumimoji="0" lang="en-GB" sz="1500" b="1" i="0" u="none" strike="noStrike" kern="1200" cap="none" spc="0" normalizeH="0" baseline="0" noProof="0" dirty="0">
                <a:ln>
                  <a:noFill/>
                </a:ln>
                <a:solidFill>
                  <a:srgbClr val="CDD500"/>
                </a:solidFill>
                <a:effectLst/>
                <a:uLnTx/>
                <a:uFillTx/>
                <a:latin typeface="Arial"/>
                <a:ea typeface="+mj-ea"/>
                <a:cs typeface="Arial"/>
              </a:endParaRPr>
            </a:p>
          </p:txBody>
        </p:sp>
        <p:sp>
          <p:nvSpPr>
            <p:cNvPr id="65" name="Rectangle 64">
              <a:extLst>
                <a:ext uri="{FF2B5EF4-FFF2-40B4-BE49-F238E27FC236}">
                  <a16:creationId xmlns:a16="http://schemas.microsoft.com/office/drawing/2014/main" id="{3A334F96-253A-5620-62EC-F156EFA306C4}"/>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12AE3CB4-EC83-66BF-8771-3186AEEE493E}"/>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B00F4018-1759-AC29-8A9E-016C30AA7E80}"/>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74003C54-2B04-233A-CF2C-86F5C53746D0}"/>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E430CFFA-6FED-A6DB-AC86-3415052F0AAA}"/>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5CF542EB-58DF-D0BD-8DE2-CC85097A0EF4}"/>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6915957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10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10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1000"/>
                                        <p:tgtEl>
                                          <p:spTgt spid="71"/>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2712-5526-B071-034F-A31A8E4BE7FE}"/>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6E831E6B-B59B-4F61-0085-550F14742019}"/>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A99B2A4E-8432-1E84-F84D-DA315FF13AB4}"/>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8A682B0-9357-35D2-44CA-22D5FF9FF12C}"/>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98425EB-0F3B-289D-F806-9A740D129285}"/>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3399149C-CA7C-B5F9-86BE-9925BA6F9437}"/>
              </a:ext>
            </a:extLst>
          </p:cNvPr>
          <p:cNvSpPr txBox="1">
            <a:spLocks/>
          </p:cNvSpPr>
          <p:nvPr/>
        </p:nvSpPr>
        <p:spPr>
          <a:xfrm>
            <a:off x="675049" y="580577"/>
            <a:ext cx="3947751" cy="26748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rgbClr val="009CDE"/>
                </a:solidFill>
                <a:latin typeface="Arial" panose="020B0604020202020204" pitchFamily="34" charset="0"/>
                <a:cs typeface="Arial" panose="020B0604020202020204" pitchFamily="34" charset="0"/>
              </a:rPr>
              <a:t>Az AlphaGo </a:t>
            </a:r>
            <a:r>
              <a:rPr lang="en-GB" sz="3600" b="1" dirty="0" err="1">
                <a:solidFill>
                  <a:srgbClr val="009CDE"/>
                </a:solidFill>
                <a:latin typeface="Arial" panose="020B0604020202020204" pitchFamily="34" charset="0"/>
                <a:cs typeface="Arial" panose="020B0604020202020204" pitchFamily="34" charset="0"/>
              </a:rPr>
              <a:t>legyőzi</a:t>
            </a:r>
            <a:r>
              <a:rPr lang="en-GB" sz="3600" b="1" dirty="0">
                <a:solidFill>
                  <a:srgbClr val="009CDE"/>
                </a:solidFill>
                <a:latin typeface="Arial" panose="020B0604020202020204" pitchFamily="34" charset="0"/>
                <a:cs typeface="Arial" panose="020B0604020202020204" pitchFamily="34" charset="0"/>
              </a:rPr>
              <a:t> a Go </a:t>
            </a:r>
            <a:r>
              <a:rPr lang="en-GB" sz="3600" b="1" dirty="0" err="1">
                <a:solidFill>
                  <a:srgbClr val="009CDE"/>
                </a:solidFill>
                <a:latin typeface="Arial" panose="020B0604020202020204" pitchFamily="34" charset="0"/>
                <a:cs typeface="Arial" panose="020B0604020202020204" pitchFamily="34" charset="0"/>
              </a:rPr>
              <a:t>világbajnokot</a:t>
            </a:r>
            <a:r>
              <a:rPr lang="en-GB" sz="3600" b="1" dirty="0">
                <a:solidFill>
                  <a:srgbClr val="009CDE"/>
                </a:solidFill>
                <a:latin typeface="Arial" panose="020B0604020202020204" pitchFamily="34" charset="0"/>
                <a:cs typeface="Arial" panose="020B0604020202020204" pitchFamily="34" charset="0"/>
              </a:rPr>
              <a:t>, Lee Sedol-t</a:t>
            </a:r>
          </a:p>
        </p:txBody>
      </p:sp>
      <p:pic>
        <p:nvPicPr>
          <p:cNvPr id="5" name="Picture 4">
            <a:extLst>
              <a:ext uri="{FF2B5EF4-FFF2-40B4-BE49-F238E27FC236}">
                <a16:creationId xmlns:a16="http://schemas.microsoft.com/office/drawing/2014/main" id="{258EA01F-CF42-8BB3-89BD-7E78273E427B}"/>
              </a:ext>
            </a:extLst>
          </p:cNvPr>
          <p:cNvPicPr>
            <a:picLocks noChangeAspect="1"/>
          </p:cNvPicPr>
          <p:nvPr/>
        </p:nvPicPr>
        <p:blipFill>
          <a:blip r:embed="rId3"/>
          <a:srcRect l="14834" t="17011" r="15597"/>
          <a:stretch/>
        </p:blipFill>
        <p:spPr>
          <a:xfrm>
            <a:off x="6202092" y="359512"/>
            <a:ext cx="5685107" cy="4485409"/>
          </a:xfrm>
          <a:prstGeom prst="rect">
            <a:avLst/>
          </a:prstGeom>
        </p:spPr>
      </p:pic>
      <p:sp>
        <p:nvSpPr>
          <p:cNvPr id="6" name="Rectangle 5">
            <a:extLst>
              <a:ext uri="{FF2B5EF4-FFF2-40B4-BE49-F238E27FC236}">
                <a16:creationId xmlns:a16="http://schemas.microsoft.com/office/drawing/2014/main" id="{AD919E6D-3024-7E88-BDE9-89C9BD65E20C}"/>
              </a:ext>
            </a:extLst>
          </p:cNvPr>
          <p:cNvSpPr/>
          <p:nvPr/>
        </p:nvSpPr>
        <p:spPr>
          <a:xfrm>
            <a:off x="762000" y="2676093"/>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1">
            <a:extLst>
              <a:ext uri="{FF2B5EF4-FFF2-40B4-BE49-F238E27FC236}">
                <a16:creationId xmlns:a16="http://schemas.microsoft.com/office/drawing/2014/main" id="{47221D1C-6E02-5FE3-7EA2-C6C48720D5C9}"/>
              </a:ext>
            </a:extLst>
          </p:cNvPr>
          <p:cNvSpPr txBox="1">
            <a:spLocks/>
          </p:cNvSpPr>
          <p:nvPr/>
        </p:nvSpPr>
        <p:spPr>
          <a:xfrm>
            <a:off x="888120" y="2932038"/>
            <a:ext cx="5135302" cy="24019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A Go a világ egyik legnehezebb stratégiai játéka</a:t>
            </a:r>
          </a:p>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Az intuíció és a kreativitás játékának tartották, amiben a gépnek nem lehet esélye</a:t>
            </a:r>
          </a:p>
          <a:p>
            <a:pPr marL="342900" indent="-342900">
              <a:buFont typeface="Arial" panose="020B0604020202020204" pitchFamily="34" charset="0"/>
              <a:buChar char="•"/>
            </a:pPr>
            <a:r>
              <a:rPr lang="hu-HU" sz="2400" dirty="0">
                <a:solidFill>
                  <a:srgbClr val="00426A"/>
                </a:solidFill>
                <a:latin typeface="Arial" panose="020B0604020202020204" pitchFamily="34" charset="0"/>
                <a:cs typeface="Arial" panose="020B0604020202020204" pitchFamily="34" charset="0"/>
              </a:rPr>
              <a:t>37. lépés: a gép váratlan húzása</a:t>
            </a:r>
          </a:p>
        </p:txBody>
      </p:sp>
    </p:spTree>
    <p:extLst>
      <p:ext uri="{BB962C8B-B14F-4D97-AF65-F5344CB8AC3E}">
        <p14:creationId xmlns:p14="http://schemas.microsoft.com/office/powerpoint/2010/main" val="581011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932D9-C1BD-BE12-5328-07D763C2BF0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2F6D182B-FF5B-BA07-EB54-3E5563ED8901}"/>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434CE25B-4159-CFEA-94AE-C7FB06B5364A}"/>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7150085-BFAE-88FD-DD30-E65481CB442E}"/>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2DEEA0B-588C-79A6-F610-C2CA499EFDB1}"/>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CF47AFA7-5947-7A85-9E56-D9BDCA7EC5DB}"/>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37E8BA5F-8A45-A211-44AD-B4C7CE759CBD}"/>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F6F59F72-3E52-34B5-E2F4-824BBB6F89A9}"/>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567F896B-0E7A-329A-4B7C-364868454604}"/>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F2035A93-1E2E-5E9E-C0E0-EA4F1B224ECD}"/>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3D5C9E39-A99A-ACC2-84E9-A099B8E43F23}"/>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A45FADA0-8982-C588-2798-8E5E989979F3}"/>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D4491893-B7FD-D936-FE34-3D1640673382}"/>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en-GB" sz="1400" b="1" dirty="0" err="1">
                  <a:solidFill>
                    <a:srgbClr val="00426A"/>
                  </a:solidFill>
                  <a:latin typeface="Arial" panose="020B0604020202020204" pitchFamily="34" charset="0"/>
                  <a:cs typeface="Arial" panose="020B0604020202020204" pitchFamily="34" charset="0"/>
                </a:rPr>
                <a:t>Szakértői</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rendszerek</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és</a:t>
              </a:r>
              <a:r>
                <a:rPr lang="en-GB" sz="1400" b="1" dirty="0">
                  <a:solidFill>
                    <a:srgbClr val="00426A"/>
                  </a:solidFill>
                  <a:latin typeface="Arial" panose="020B0604020202020204" pitchFamily="34" charset="0"/>
                  <a:cs typeface="Arial" panose="020B0604020202020204" pitchFamily="34" charset="0"/>
                </a:rPr>
                <a:t> “shell”-ek</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7115CE41-8B11-98DE-941E-3AA90AACD215}"/>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B4B2FBC9-18F3-C96A-2D20-A2681AD19F4F}"/>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B960EB88-46D9-5B46-3667-B99DBA9A3EA5}"/>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C7C12216-2DC2-AF9A-2FD5-AB52F14B456B}"/>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FDCDAFE2-F9A8-6CE7-D6E8-FDC9BBA307CA}"/>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p>
              <a:p>
                <a:pPr algn="ctr">
                  <a:lnSpc>
                    <a:spcPct val="100000"/>
                  </a:lnSpc>
                  <a:spcBef>
                    <a:spcPts val="0"/>
                  </a:spcBef>
                  <a:buClr>
                    <a:srgbClr val="B60057"/>
                  </a:buClr>
                  <a:defRPr/>
                </a:pPr>
                <a:r>
                  <a:rPr lang="hu-HU" sz="1400" b="1" dirty="0">
                    <a:solidFill>
                      <a:srgbClr val="00426A"/>
                    </a:solidFill>
                    <a:latin typeface="Arial" panose="020B0604020202020204" pitchFamily="34" charset="0"/>
                    <a:cs typeface="Arial" panose="020B0604020202020204" pitchFamily="34" charset="0"/>
                  </a:rPr>
                  <a:t>Alan Turing és a Turing-teszt</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377F5A2D-8428-3E9F-5E3A-559B61346C55}"/>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49A8D0AC-8B46-EB46-1202-E9857E2D2B69}"/>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EE1EE2B7-4A8E-7106-8F25-CD1303F23DA7}"/>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06D42196-26E5-1D54-D791-1E2DB204E29B}"/>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4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e</a:t>
              </a:r>
              <a:r>
                <a:rPr lang="en-GB" sz="1400" b="1" dirty="0" err="1">
                  <a:solidFill>
                    <a:srgbClr val="003A61"/>
                  </a:solidFill>
                  <a:latin typeface="Arial" panose="020B0604020202020204" pitchFamily="34" charset="0"/>
                  <a:cs typeface="Arial" panose="020B0604020202020204" pitchFamily="34" charset="0"/>
                </a:rPr>
                <a:t>lső</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robotok</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és</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nyelvi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programok</a:t>
              </a:r>
              <a:endParaRPr kumimoji="0" lang="hu-HU" sz="1400"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7BE4AECE-EAD7-9302-A8A6-209AE55C71FE}"/>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6642EBED-DA58-8AC5-942A-524B362FCE64}"/>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FCF69501-0DCA-B580-17C3-DFFBCBEB5D8E}"/>
              </a:ext>
            </a:extLst>
          </p:cNvPr>
          <p:cNvGrpSpPr/>
          <p:nvPr/>
        </p:nvGrpSpPr>
        <p:grpSpPr>
          <a:xfrm>
            <a:off x="1040724" y="1674011"/>
            <a:ext cx="1596911" cy="2660907"/>
            <a:chOff x="1040724" y="1674011"/>
            <a:chExt cx="1596911" cy="2660907"/>
          </a:xfrm>
        </p:grpSpPr>
        <p:sp>
          <p:nvSpPr>
            <p:cNvPr id="35" name="Oval 34">
              <a:extLst>
                <a:ext uri="{FF2B5EF4-FFF2-40B4-BE49-F238E27FC236}">
                  <a16:creationId xmlns:a16="http://schemas.microsoft.com/office/drawing/2014/main" id="{26B510EE-F821-EC24-8A67-40B65B691584}"/>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F34E5F09-AEEB-9910-FA39-4952C67355A3}"/>
                </a:ext>
              </a:extLst>
            </p:cNvPr>
            <p:cNvSpPr txBox="1">
              <a:spLocks/>
            </p:cNvSpPr>
            <p:nvPr/>
          </p:nvSpPr>
          <p:spPr>
            <a:xfrm>
              <a:off x="1040724" y="1674011"/>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en-GB" sz="16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Dartmouth – </a:t>
              </a:r>
              <a:r>
                <a:rPr lang="en-GB" sz="1400" b="1" dirty="0" err="1">
                  <a:solidFill>
                    <a:srgbClr val="003A61"/>
                  </a:solidFill>
                  <a:latin typeface="Arial" panose="020B0604020202020204" pitchFamily="34" charset="0"/>
                  <a:cs typeface="Arial" panose="020B0604020202020204" pitchFamily="34" charset="0"/>
                </a:rPr>
                <a:t>konferencia</a:t>
              </a:r>
              <a:endParaRPr lang="en-GB" sz="1400" b="1"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Az MI </a:t>
              </a:r>
              <a:r>
                <a:rPr lang="en-GB" sz="1400" b="1" dirty="0" err="1">
                  <a:solidFill>
                    <a:srgbClr val="003A61"/>
                  </a:solidFill>
                  <a:latin typeface="Arial" panose="020B0604020202020204" pitchFamily="34" charset="0"/>
                  <a:cs typeface="Arial" panose="020B0604020202020204" pitchFamily="34" charset="0"/>
                </a:rPr>
                <a:t>születése</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ED6CB4EB-A180-3C9E-6036-BE872010148D}"/>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99BE48A1-9E5C-E958-959D-D6198C033FFA}"/>
              </a:ext>
            </a:extLst>
          </p:cNvPr>
          <p:cNvGrpSpPr/>
          <p:nvPr/>
        </p:nvGrpSpPr>
        <p:grpSpPr>
          <a:xfrm>
            <a:off x="4971281" y="3648937"/>
            <a:ext cx="1977682" cy="2646720"/>
            <a:chOff x="4971281" y="3648937"/>
            <a:chExt cx="1977682" cy="2646720"/>
          </a:xfrm>
        </p:grpSpPr>
        <p:sp>
          <p:nvSpPr>
            <p:cNvPr id="39" name="Oval 38">
              <a:extLst>
                <a:ext uri="{FF2B5EF4-FFF2-40B4-BE49-F238E27FC236}">
                  <a16:creationId xmlns:a16="http://schemas.microsoft.com/office/drawing/2014/main" id="{407D263B-75A3-57DF-A40C-DA9AB841A42C}"/>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EEE56A6D-B4C7-F169-C442-251C040939FA}"/>
                </a:ext>
              </a:extLst>
            </p:cNvPr>
            <p:cNvSpPr txBox="1">
              <a:spLocks/>
            </p:cNvSpPr>
            <p:nvPr/>
          </p:nvSpPr>
          <p:spPr>
            <a:xfrm>
              <a:off x="4971281" y="4850156"/>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 </a:t>
              </a:r>
              <a:r>
                <a:rPr lang="en-GB" sz="1400" b="1" dirty="0">
                  <a:solidFill>
                    <a:srgbClr val="003A61"/>
                  </a:solidFill>
                  <a:latin typeface="Arial" panose="020B0604020202020204" pitchFamily="34" charset="0"/>
                  <a:cs typeface="Arial" panose="020B0604020202020204" pitchFamily="34" charset="0"/>
                </a:rPr>
                <a:t>Deep Blue </a:t>
              </a:r>
              <a:r>
                <a:rPr lang="en-GB" sz="1400" b="1" dirty="0" err="1">
                  <a:solidFill>
                    <a:srgbClr val="003A61"/>
                  </a:solidFill>
                  <a:latin typeface="Arial" panose="020B0604020202020204" pitchFamily="34" charset="0"/>
                  <a:cs typeface="Arial" panose="020B0604020202020204" pitchFamily="34" charset="0"/>
                </a:rPr>
                <a:t>legyőzi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Kaszparovot</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sakkban</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F66F2E43-F633-BE8F-7895-2EE836476B3B}"/>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16628DFF-969B-0BAB-F105-D7062C5CC304}"/>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6F21D362-43C3-BB42-20AC-3CEEAD53291B}"/>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IBM Watson </a:t>
              </a:r>
              <a:r>
                <a:rPr kumimoji="0" lang="en-GB" sz="1400" b="1"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nyeri</a:t>
              </a:r>
              <a:r>
                <a:rPr kumimoji="0" lang="en-GB"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Jeopardy! </a:t>
              </a:r>
              <a:r>
                <a:rPr kumimoji="0" lang="en-GB" sz="1400" b="1"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vetélkedőt</a:t>
              </a:r>
              <a:endParaRPr kumimoji="0" lang="en-US"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0C2DFEA6-6814-95EE-FB6A-8D75A2447695}"/>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6E852D24-A246-8356-5157-DD6C4357F034}"/>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F3788263-3D32-564C-AABC-CEF852ECE1BE}"/>
              </a:ext>
            </a:extLst>
          </p:cNvPr>
          <p:cNvGrpSpPr/>
          <p:nvPr/>
        </p:nvGrpSpPr>
        <p:grpSpPr>
          <a:xfrm>
            <a:off x="7437524" y="3579427"/>
            <a:ext cx="2868712" cy="2961018"/>
            <a:chOff x="7437524" y="3579427"/>
            <a:chExt cx="2868712" cy="2961018"/>
          </a:xfrm>
        </p:grpSpPr>
        <p:grpSp>
          <p:nvGrpSpPr>
            <p:cNvPr id="11" name="Csoportba foglalás 10">
              <a:extLst>
                <a:ext uri="{FF2B5EF4-FFF2-40B4-BE49-F238E27FC236}">
                  <a16:creationId xmlns:a16="http://schemas.microsoft.com/office/drawing/2014/main" id="{9722DA89-7092-DEF6-17C1-7B3CB3C0C9CA}"/>
                </a:ext>
              </a:extLst>
            </p:cNvPr>
            <p:cNvGrpSpPr/>
            <p:nvPr/>
          </p:nvGrpSpPr>
          <p:grpSpPr>
            <a:xfrm>
              <a:off x="7437524" y="3579427"/>
              <a:ext cx="2868712" cy="2961018"/>
              <a:chOff x="8401102" y="3589543"/>
              <a:chExt cx="2868712" cy="2961018"/>
            </a:xfrm>
          </p:grpSpPr>
          <p:sp>
            <p:nvSpPr>
              <p:cNvPr id="52" name="Oval 51">
                <a:extLst>
                  <a:ext uri="{FF2B5EF4-FFF2-40B4-BE49-F238E27FC236}">
                    <a16:creationId xmlns:a16="http://schemas.microsoft.com/office/drawing/2014/main" id="{84BF64C2-08A0-225B-1786-223788F21A93}"/>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14D19CF0-C594-69E7-78D5-50969FD4373C}"/>
                  </a:ext>
                </a:extLst>
              </p:cNvPr>
              <p:cNvSpPr txBox="1">
                <a:spLocks/>
              </p:cNvSpPr>
              <p:nvPr/>
            </p:nvSpPr>
            <p:spPr>
              <a:xfrm>
                <a:off x="8401102" y="5138368"/>
                <a:ext cx="2868712" cy="1412193"/>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p>
              <a:p>
                <a:pPr algn="ctr">
                  <a:lnSpc>
                    <a:spcPct val="100000"/>
                  </a:lnSpc>
                  <a:spcBef>
                    <a:spcPts val="0"/>
                  </a:spcBef>
                  <a:buClr>
                    <a:srgbClr val="B60057"/>
                  </a:buClr>
                  <a:defRPr/>
                </a:pPr>
                <a:r>
                  <a:rPr lang="hu-HU" sz="2400" dirty="0">
                    <a:solidFill>
                      <a:srgbClr val="003A61"/>
                    </a:solidFill>
                    <a:latin typeface="Arial" panose="020B0604020202020204" pitchFamily="34" charset="0"/>
                    <a:cs typeface="Arial" panose="020B0604020202020204" pitchFamily="34" charset="0"/>
                  </a:rPr>
                  <a:t>Az </a:t>
                </a:r>
                <a:r>
                  <a:rPr lang="en-GB" sz="2400" dirty="0">
                    <a:solidFill>
                      <a:srgbClr val="003A61"/>
                    </a:solidFill>
                    <a:latin typeface="Arial" panose="020B0604020202020204" pitchFamily="34" charset="0"/>
                    <a:cs typeface="Arial" panose="020B0604020202020204" pitchFamily="34" charset="0"/>
                  </a:rPr>
                  <a:t>AlphaGo </a:t>
                </a:r>
                <a:r>
                  <a:rPr lang="en-GB" sz="2400" dirty="0" err="1">
                    <a:solidFill>
                      <a:srgbClr val="003A61"/>
                    </a:solidFill>
                    <a:latin typeface="Arial" panose="020B0604020202020204" pitchFamily="34" charset="0"/>
                    <a:cs typeface="Arial" panose="020B0604020202020204" pitchFamily="34" charset="0"/>
                  </a:rPr>
                  <a:t>legyőzi</a:t>
                </a:r>
                <a:r>
                  <a:rPr lang="en-GB" sz="2400" dirty="0">
                    <a:solidFill>
                      <a:srgbClr val="003A61"/>
                    </a:solidFill>
                    <a:latin typeface="Arial" panose="020B0604020202020204" pitchFamily="34" charset="0"/>
                    <a:cs typeface="Arial" panose="020B0604020202020204" pitchFamily="34" charset="0"/>
                  </a:rPr>
                  <a:t> a Go </a:t>
                </a:r>
                <a:r>
                  <a:rPr lang="en-GB" sz="2400" dirty="0" err="1">
                    <a:solidFill>
                      <a:srgbClr val="003A61"/>
                    </a:solidFill>
                    <a:latin typeface="Arial" panose="020B0604020202020204" pitchFamily="34" charset="0"/>
                    <a:cs typeface="Arial" panose="020B0604020202020204" pitchFamily="34" charset="0"/>
                  </a:rPr>
                  <a:t>világbajnokot</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F38B3D0F-DD42-C5B8-E9CB-66F17678F2C5}"/>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7D212F5E-40B3-3729-1B69-BD84F11D6062}"/>
              </a:ext>
            </a:extLst>
          </p:cNvPr>
          <p:cNvGrpSpPr/>
          <p:nvPr/>
        </p:nvGrpSpPr>
        <p:grpSpPr>
          <a:xfrm>
            <a:off x="8985436" y="1666632"/>
            <a:ext cx="2501508" cy="2296433"/>
            <a:chOff x="8985436" y="1666632"/>
            <a:chExt cx="2501508" cy="2296433"/>
          </a:xfrm>
        </p:grpSpPr>
        <p:sp>
          <p:nvSpPr>
            <p:cNvPr id="30" name="Oval 29">
              <a:extLst>
                <a:ext uri="{FF2B5EF4-FFF2-40B4-BE49-F238E27FC236}">
                  <a16:creationId xmlns:a16="http://schemas.microsoft.com/office/drawing/2014/main" id="{533A4D94-96D8-489E-2EC9-579796C72FA9}"/>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CC7BFB4A-55C4-8528-110D-8B7346E75D3B}"/>
                </a:ext>
              </a:extLst>
            </p:cNvPr>
            <p:cNvSpPr txBox="1">
              <a:spLocks/>
            </p:cNvSpPr>
            <p:nvPr/>
          </p:nvSpPr>
          <p:spPr>
            <a:xfrm>
              <a:off x="8985436" y="1666632"/>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p>
          </p:txBody>
        </p:sp>
        <p:sp>
          <p:nvSpPr>
            <p:cNvPr id="65" name="Rectangle 64">
              <a:extLst>
                <a:ext uri="{FF2B5EF4-FFF2-40B4-BE49-F238E27FC236}">
                  <a16:creationId xmlns:a16="http://schemas.microsoft.com/office/drawing/2014/main" id="{31E75D86-8C43-ED0E-0445-41B9B2D11559}"/>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857DB941-FCCA-6F4F-9A2D-B04BBF3763E6}"/>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A012BE2B-21CC-E312-0799-825A7AC02B98}"/>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C7A39C48-91FB-FB25-8967-D5CD88F85D19}"/>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4D2A99AA-486C-C52F-6550-B4D1C8413647}"/>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125D1D62-8EAE-9A0E-1440-BB838D6671C0}"/>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770552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10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10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1000"/>
                                        <p:tgtEl>
                                          <p:spTgt spid="71"/>
                                        </p:tgtEl>
                                      </p:cBhvr>
                                    </p:animEffect>
                                  </p:childTnLst>
                                </p:cTn>
                              </p:par>
                              <p:par>
                                <p:cTn id="20" presetID="10" presetClass="entr" presetSubtype="0" fill="hold" nodeType="with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1000"/>
                                        <p:tgtEl>
                                          <p:spTgt spid="72"/>
                                        </p:tgtEl>
                                      </p:cBhvr>
                                    </p:animEffect>
                                  </p:childTnLst>
                                </p:cTn>
                              </p:par>
                              <p:par>
                                <p:cTn id="23" presetID="10"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1000"/>
                                        <p:tgtEl>
                                          <p:spTgt spid="86"/>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9C6C-551F-113A-A80E-4A86C9372A2B}"/>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E94C6B20-5206-491A-4A6F-61187DF74371}"/>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0C95FB72-AEEF-A2E3-A98C-CE8F907E9652}"/>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4BE92C9-0EF3-4F3C-EFF8-10EBF62A1BF6}"/>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C5E8ECE-0026-2F80-A873-034BB7259650}"/>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9" name="Freeform: Shape 28">
            <a:extLst>
              <a:ext uri="{FF2B5EF4-FFF2-40B4-BE49-F238E27FC236}">
                <a16:creationId xmlns:a16="http://schemas.microsoft.com/office/drawing/2014/main" id="{02EF0C96-C6B2-B66F-1CAB-8D545CF3C9E3}"/>
              </a:ext>
            </a:extLst>
          </p:cNvPr>
          <p:cNvSpPr/>
          <p:nvPr/>
        </p:nvSpPr>
        <p:spPr>
          <a:xfrm>
            <a:off x="8990457" y="0"/>
            <a:ext cx="1524000" cy="762000"/>
          </a:xfrm>
          <a:custGeom>
            <a:avLst/>
            <a:gdLst>
              <a:gd name="connsiteX0" fmla="*/ 762000 w 1524000"/>
              <a:gd name="connsiteY0" fmla="*/ 0 h 762000"/>
              <a:gd name="connsiteX1" fmla="*/ 0 w 1524000"/>
              <a:gd name="connsiteY1" fmla="*/ 0 h 762000"/>
              <a:gd name="connsiteX2" fmla="*/ 762000 w 1524000"/>
              <a:gd name="connsiteY2" fmla="*/ 762000 h 762000"/>
              <a:gd name="connsiteX3" fmla="*/ 1524000 w 1524000"/>
              <a:gd name="connsiteY3" fmla="*/ 0 h 762000"/>
              <a:gd name="connsiteX4" fmla="*/ 762000 w 1524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762000">
                <a:moveTo>
                  <a:pt x="762000" y="0"/>
                </a:moveTo>
                <a:lnTo>
                  <a:pt x="0" y="0"/>
                </a:lnTo>
                <a:lnTo>
                  <a:pt x="762000" y="762000"/>
                </a:lnTo>
                <a:lnTo>
                  <a:pt x="1524000" y="0"/>
                </a:lnTo>
                <a:lnTo>
                  <a:pt x="762000" y="0"/>
                </a:lnTo>
                <a:close/>
              </a:path>
            </a:pathLst>
          </a:custGeom>
          <a:solidFill>
            <a:srgbClr val="A50050"/>
          </a:solidFill>
          <a:ln w="634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1C84FAD-2BEF-C5F8-FF96-069860EEECD0}"/>
              </a:ext>
            </a:extLst>
          </p:cNvPr>
          <p:cNvSpPr/>
          <p:nvPr/>
        </p:nvSpPr>
        <p:spPr>
          <a:xfrm rot="18900000">
            <a:off x="9115394" y="2372643"/>
            <a:ext cx="762000" cy="762000"/>
          </a:xfrm>
          <a:custGeom>
            <a:avLst/>
            <a:gdLst>
              <a:gd name="connsiteX0" fmla="*/ 0 w 762000"/>
              <a:gd name="connsiteY0" fmla="*/ 0 h 762000"/>
              <a:gd name="connsiteX1" fmla="*/ 762000 w 762000"/>
              <a:gd name="connsiteY1" fmla="*/ 0 h 762000"/>
              <a:gd name="connsiteX2" fmla="*/ 762000 w 762000"/>
              <a:gd name="connsiteY2" fmla="*/ 762000 h 762000"/>
              <a:gd name="connsiteX3" fmla="*/ 0 w 762000"/>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762000" y="0"/>
                </a:lnTo>
                <a:lnTo>
                  <a:pt x="762000" y="762000"/>
                </a:lnTo>
                <a:lnTo>
                  <a:pt x="0" y="762000"/>
                </a:lnTo>
                <a:close/>
              </a:path>
            </a:pathLst>
          </a:custGeom>
          <a:solidFill>
            <a:srgbClr val="009CDE"/>
          </a:solidFill>
          <a:ln w="6347"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F2F1E31-A0E0-52BC-3845-F994AB778E58}"/>
              </a:ext>
            </a:extLst>
          </p:cNvPr>
          <p:cNvSpPr/>
          <p:nvPr/>
        </p:nvSpPr>
        <p:spPr>
          <a:xfrm>
            <a:off x="7341108" y="598360"/>
            <a:ext cx="2155253" cy="2155253"/>
          </a:xfrm>
          <a:custGeom>
            <a:avLst/>
            <a:gdLst>
              <a:gd name="connsiteX0" fmla="*/ 1616456 w 2155253"/>
              <a:gd name="connsiteY0" fmla="*/ 1077595 h 2155253"/>
              <a:gd name="connsiteX1" fmla="*/ 1077596 w 2155253"/>
              <a:gd name="connsiteY1" fmla="*/ 538798 h 2155253"/>
              <a:gd name="connsiteX2" fmla="*/ 538797 w 2155253"/>
              <a:gd name="connsiteY2" fmla="*/ 0 h 2155253"/>
              <a:gd name="connsiteX3" fmla="*/ 0 w 2155253"/>
              <a:gd name="connsiteY3" fmla="*/ 538798 h 2155253"/>
              <a:gd name="connsiteX4" fmla="*/ 538797 w 2155253"/>
              <a:gd name="connsiteY4" fmla="*/ 1077595 h 2155253"/>
              <a:gd name="connsiteX5" fmla="*/ 1077596 w 2155253"/>
              <a:gd name="connsiteY5" fmla="*/ 1616456 h 2155253"/>
              <a:gd name="connsiteX6" fmla="*/ 1616456 w 2155253"/>
              <a:gd name="connsiteY6" fmla="*/ 2155254 h 2155253"/>
              <a:gd name="connsiteX7" fmla="*/ 2155254 w 2155253"/>
              <a:gd name="connsiteY7" fmla="*/ 1616456 h 2155253"/>
              <a:gd name="connsiteX8" fmla="*/ 1616456 w 2155253"/>
              <a:gd name="connsiteY8" fmla="*/ 1077595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595"/>
                </a:moveTo>
                <a:lnTo>
                  <a:pt x="1077596" y="538798"/>
                </a:lnTo>
                <a:lnTo>
                  <a:pt x="538797" y="0"/>
                </a:lnTo>
                <a:lnTo>
                  <a:pt x="0" y="538798"/>
                </a:lnTo>
                <a:lnTo>
                  <a:pt x="538797" y="1077595"/>
                </a:lnTo>
                <a:lnTo>
                  <a:pt x="1077596" y="1616456"/>
                </a:lnTo>
                <a:lnTo>
                  <a:pt x="1616456" y="2155254"/>
                </a:lnTo>
                <a:lnTo>
                  <a:pt x="2155254" y="1616456"/>
                </a:lnTo>
                <a:lnTo>
                  <a:pt x="1616456" y="1077595"/>
                </a:lnTo>
                <a:close/>
              </a:path>
            </a:pathLst>
          </a:custGeom>
          <a:solidFill>
            <a:srgbClr val="C4D600"/>
          </a:solidFill>
          <a:ln w="634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8EA4D5E-05BE-15F1-AF88-8354A1D44397}"/>
              </a:ext>
            </a:extLst>
          </p:cNvPr>
          <p:cNvSpPr/>
          <p:nvPr/>
        </p:nvSpPr>
        <p:spPr>
          <a:xfrm>
            <a:off x="6812026" y="1137158"/>
            <a:ext cx="2155253" cy="2155253"/>
          </a:xfrm>
          <a:custGeom>
            <a:avLst/>
            <a:gdLst>
              <a:gd name="connsiteX0" fmla="*/ 1616456 w 2155253"/>
              <a:gd name="connsiteY0" fmla="*/ 1077659 h 2155253"/>
              <a:gd name="connsiteX1" fmla="*/ 1077595 w 2155253"/>
              <a:gd name="connsiteY1" fmla="*/ 538797 h 2155253"/>
              <a:gd name="connsiteX2" fmla="*/ 538798 w 2155253"/>
              <a:gd name="connsiteY2" fmla="*/ 0 h 2155253"/>
              <a:gd name="connsiteX3" fmla="*/ 0 w 2155253"/>
              <a:gd name="connsiteY3" fmla="*/ 538797 h 2155253"/>
              <a:gd name="connsiteX4" fmla="*/ 538798 w 2155253"/>
              <a:gd name="connsiteY4" fmla="*/ 1077659 h 2155253"/>
              <a:gd name="connsiteX5" fmla="*/ 1077595 w 2155253"/>
              <a:gd name="connsiteY5" fmla="*/ 1616456 h 2155253"/>
              <a:gd name="connsiteX6" fmla="*/ 1616456 w 2155253"/>
              <a:gd name="connsiteY6" fmla="*/ 2155254 h 2155253"/>
              <a:gd name="connsiteX7" fmla="*/ 2155253 w 2155253"/>
              <a:gd name="connsiteY7" fmla="*/ 1616456 h 2155253"/>
              <a:gd name="connsiteX8" fmla="*/ 1616456 w 2155253"/>
              <a:gd name="connsiteY8" fmla="*/ 1077659 h 215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253" h="2155253">
                <a:moveTo>
                  <a:pt x="1616456" y="1077659"/>
                </a:moveTo>
                <a:lnTo>
                  <a:pt x="1077595" y="538797"/>
                </a:lnTo>
                <a:lnTo>
                  <a:pt x="538798" y="0"/>
                </a:lnTo>
                <a:lnTo>
                  <a:pt x="0" y="538797"/>
                </a:lnTo>
                <a:lnTo>
                  <a:pt x="538798" y="1077659"/>
                </a:lnTo>
                <a:lnTo>
                  <a:pt x="1077595" y="1616456"/>
                </a:lnTo>
                <a:lnTo>
                  <a:pt x="1616456" y="2155254"/>
                </a:lnTo>
                <a:lnTo>
                  <a:pt x="2155253" y="1616456"/>
                </a:lnTo>
                <a:lnTo>
                  <a:pt x="1616456" y="1077659"/>
                </a:lnTo>
                <a:close/>
              </a:path>
            </a:pathLst>
          </a:custGeom>
          <a:solidFill>
            <a:srgbClr val="A50050"/>
          </a:solidFill>
          <a:ln w="6347"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DE0E05B-47BE-4D1C-96A6-B60915F13D65}"/>
              </a:ext>
            </a:extLst>
          </p:cNvPr>
          <p:cNvSpPr/>
          <p:nvPr/>
        </p:nvSpPr>
        <p:spPr>
          <a:xfrm rot="18900000">
            <a:off x="10350774" y="913957"/>
            <a:ext cx="1524000" cy="1524000"/>
          </a:xfrm>
          <a:custGeom>
            <a:avLst/>
            <a:gdLst>
              <a:gd name="connsiteX0" fmla="*/ 0 w 1524000"/>
              <a:gd name="connsiteY0" fmla="*/ 0 h 1524000"/>
              <a:gd name="connsiteX1" fmla="*/ 1524000 w 1524000"/>
              <a:gd name="connsiteY1" fmla="*/ 0 h 1524000"/>
              <a:gd name="connsiteX2" fmla="*/ 1524000 w 1524000"/>
              <a:gd name="connsiteY2" fmla="*/ 1524000 h 1524000"/>
              <a:gd name="connsiteX3" fmla="*/ 0 w 1524000"/>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1524000" y="0"/>
                </a:lnTo>
                <a:lnTo>
                  <a:pt x="1524000" y="1524000"/>
                </a:lnTo>
                <a:lnTo>
                  <a:pt x="0" y="1524000"/>
                </a:lnTo>
                <a:close/>
              </a:path>
            </a:pathLst>
          </a:custGeom>
          <a:solidFill>
            <a:srgbClr val="009CDE"/>
          </a:solidFill>
          <a:ln w="634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7CC346B-6114-4609-31AF-C158D342712A}"/>
              </a:ext>
            </a:extLst>
          </p:cNvPr>
          <p:cNvSpPr/>
          <p:nvPr/>
        </p:nvSpPr>
        <p:spPr>
          <a:xfrm>
            <a:off x="6203950" y="0"/>
            <a:ext cx="1675955" cy="1137158"/>
          </a:xfrm>
          <a:custGeom>
            <a:avLst/>
            <a:gdLst>
              <a:gd name="connsiteX0" fmla="*/ 1077595 w 1675955"/>
              <a:gd name="connsiteY0" fmla="*/ 0 h 1137158"/>
              <a:gd name="connsiteX1" fmla="*/ 0 w 1675955"/>
              <a:gd name="connsiteY1" fmla="*/ 0 h 1137158"/>
              <a:gd name="connsiteX2" fmla="*/ 59499 w 1675955"/>
              <a:gd name="connsiteY2" fmla="*/ 59563 h 1137158"/>
              <a:gd name="connsiteX3" fmla="*/ 598297 w 1675955"/>
              <a:gd name="connsiteY3" fmla="*/ 598361 h 1137158"/>
              <a:gd name="connsiteX4" fmla="*/ 1137158 w 1675955"/>
              <a:gd name="connsiteY4" fmla="*/ 1137158 h 1137158"/>
              <a:gd name="connsiteX5" fmla="*/ 1675955 w 1675955"/>
              <a:gd name="connsiteY5" fmla="*/ 598361 h 1137158"/>
              <a:gd name="connsiteX6" fmla="*/ 1137158 w 1675955"/>
              <a:gd name="connsiteY6" fmla="*/ 59563 h 1137158"/>
              <a:gd name="connsiteX7" fmla="*/ 1077595 w 1675955"/>
              <a:gd name="connsiteY7" fmla="*/ 0 h 113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5955" h="1137158">
                <a:moveTo>
                  <a:pt x="1077595" y="0"/>
                </a:moveTo>
                <a:lnTo>
                  <a:pt x="0" y="0"/>
                </a:lnTo>
                <a:lnTo>
                  <a:pt x="59499" y="59563"/>
                </a:lnTo>
                <a:lnTo>
                  <a:pt x="598297" y="598361"/>
                </a:lnTo>
                <a:lnTo>
                  <a:pt x="1137158" y="1137158"/>
                </a:lnTo>
                <a:lnTo>
                  <a:pt x="1675955" y="598361"/>
                </a:lnTo>
                <a:lnTo>
                  <a:pt x="1137158" y="59563"/>
                </a:lnTo>
                <a:lnTo>
                  <a:pt x="1077595" y="0"/>
                </a:lnTo>
                <a:close/>
              </a:path>
            </a:pathLst>
          </a:custGeom>
          <a:solidFill>
            <a:srgbClr val="009CDE"/>
          </a:solidFill>
          <a:ln w="634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A79D69F-D13D-3B05-16E2-BB1646675E99}"/>
              </a:ext>
            </a:extLst>
          </p:cNvPr>
          <p:cNvSpPr txBox="1">
            <a:spLocks/>
          </p:cNvSpPr>
          <p:nvPr/>
        </p:nvSpPr>
        <p:spPr>
          <a:xfrm>
            <a:off x="6096000" y="4175759"/>
            <a:ext cx="5212600" cy="1320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b="1" dirty="0">
                <a:solidFill>
                  <a:srgbClr val="00426A"/>
                </a:solidFill>
                <a:latin typeface="Arial" panose="020B0604020202020204" pitchFamily="34" charset="0"/>
                <a:cs typeface="Arial" panose="020B0604020202020204" pitchFamily="34" charset="0"/>
              </a:rPr>
              <a:t>ChatGPT </a:t>
            </a:r>
            <a:r>
              <a:rPr lang="en-GB" b="1" dirty="0" err="1">
                <a:solidFill>
                  <a:srgbClr val="00426A"/>
                </a:solidFill>
                <a:latin typeface="Arial" panose="020B0604020202020204" pitchFamily="34" charset="0"/>
                <a:cs typeface="Arial" panose="020B0604020202020204" pitchFamily="34" charset="0"/>
              </a:rPr>
              <a:t>és</a:t>
            </a:r>
            <a:r>
              <a:rPr lang="en-GB" b="1" dirty="0">
                <a:solidFill>
                  <a:srgbClr val="00426A"/>
                </a:solidFill>
                <a:latin typeface="Arial" panose="020B0604020202020204" pitchFamily="34" charset="0"/>
                <a:cs typeface="Arial" panose="020B0604020202020204" pitchFamily="34" charset="0"/>
              </a:rPr>
              <a:t> a </a:t>
            </a:r>
            <a:r>
              <a:rPr lang="en-GB" b="1" dirty="0" err="1">
                <a:solidFill>
                  <a:srgbClr val="00426A"/>
                </a:solidFill>
                <a:latin typeface="Arial" panose="020B0604020202020204" pitchFamily="34" charset="0"/>
                <a:cs typeface="Arial" panose="020B0604020202020204" pitchFamily="34" charset="0"/>
              </a:rPr>
              <a:t>generatív</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berobbanása</a:t>
            </a:r>
            <a:endParaRPr lang="en-GB" b="1" dirty="0">
              <a:solidFill>
                <a:srgbClr val="00426A"/>
              </a:solidFill>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60FD9EC6-5600-E4D4-77AF-140537CE392E}"/>
              </a:ext>
            </a:extLst>
          </p:cNvPr>
          <p:cNvGrpSpPr/>
          <p:nvPr/>
        </p:nvGrpSpPr>
        <p:grpSpPr>
          <a:xfrm>
            <a:off x="1523683" y="1239846"/>
            <a:ext cx="4883467" cy="3953276"/>
            <a:chOff x="838939" y="827474"/>
            <a:chExt cx="6118609" cy="5349805"/>
          </a:xfrm>
        </p:grpSpPr>
        <p:pic>
          <p:nvPicPr>
            <p:cNvPr id="4" name="Picture 3">
              <a:extLst>
                <a:ext uri="{FF2B5EF4-FFF2-40B4-BE49-F238E27FC236}">
                  <a16:creationId xmlns:a16="http://schemas.microsoft.com/office/drawing/2014/main" id="{8B5B81F2-F99F-0BA7-27C7-08FCA4F66D7A}"/>
                </a:ext>
              </a:extLst>
            </p:cNvPr>
            <p:cNvPicPr>
              <a:picLocks noChangeAspect="1"/>
            </p:cNvPicPr>
            <p:nvPr/>
          </p:nvPicPr>
          <p:blipFill>
            <a:blip r:embed="rId3"/>
            <a:srcRect r="90664"/>
            <a:stretch>
              <a:fillRect/>
            </a:stretch>
          </p:blipFill>
          <p:spPr>
            <a:xfrm>
              <a:off x="838939" y="829784"/>
              <a:ext cx="1138237" cy="534749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5">
              <a:extLst>
                <a:ext uri="{FF2B5EF4-FFF2-40B4-BE49-F238E27FC236}">
                  <a16:creationId xmlns:a16="http://schemas.microsoft.com/office/drawing/2014/main" id="{3143CBEC-5ECE-B6B5-D0F4-3EEE0E6E3C3F}"/>
                </a:ext>
              </a:extLst>
            </p:cNvPr>
            <p:cNvPicPr>
              <a:picLocks noChangeAspect="1"/>
            </p:cNvPicPr>
            <p:nvPr/>
          </p:nvPicPr>
          <p:blipFill>
            <a:blip r:embed="rId3"/>
            <a:srcRect l="41056" r="17949"/>
            <a:stretch>
              <a:fillRect/>
            </a:stretch>
          </p:blipFill>
          <p:spPr>
            <a:xfrm>
              <a:off x="1959420" y="827474"/>
              <a:ext cx="4998128" cy="534749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pSp>
      <p:sp>
        <p:nvSpPr>
          <p:cNvPr id="9" name="Title 1">
            <a:extLst>
              <a:ext uri="{FF2B5EF4-FFF2-40B4-BE49-F238E27FC236}">
                <a16:creationId xmlns:a16="http://schemas.microsoft.com/office/drawing/2014/main" id="{53E46268-6516-E1FC-A7F9-A47121F74074}"/>
              </a:ext>
            </a:extLst>
          </p:cNvPr>
          <p:cNvSpPr txBox="1">
            <a:spLocks/>
          </p:cNvSpPr>
          <p:nvPr/>
        </p:nvSpPr>
        <p:spPr>
          <a:xfrm>
            <a:off x="1523683" y="598326"/>
            <a:ext cx="4933251" cy="501649"/>
          </a:xfrm>
          <a:prstGeom prst="rect">
            <a:avLst/>
          </a:prstGeom>
          <a:solidFill>
            <a:schemeClr val="tx1"/>
          </a:solidFill>
          <a:effectLst/>
        </p:spPr>
        <p:txBody>
          <a:bodyPr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1800"/>
              </a:spcBef>
            </a:pPr>
            <a:r>
              <a:rPr lang="en-GB" sz="1600" b="1" dirty="0">
                <a:solidFill>
                  <a:schemeClr val="bg1"/>
                </a:solidFill>
                <a:latin typeface="Arial" panose="020B0604020202020204" pitchFamily="34" charset="0"/>
                <a:cs typeface="Arial" panose="020B0604020202020204" pitchFamily="34" charset="0"/>
              </a:rPr>
              <a:t>Se </a:t>
            </a:r>
            <a:r>
              <a:rPr lang="en-GB" sz="1600" b="1" dirty="0" err="1">
                <a:solidFill>
                  <a:schemeClr val="bg1"/>
                </a:solidFill>
                <a:latin typeface="Arial" panose="020B0604020202020204" pitchFamily="34" charset="0"/>
                <a:cs typeface="Arial" panose="020B0604020202020204" pitchFamily="34" charset="0"/>
              </a:rPr>
              <a:t>sajtótájékoztató</a:t>
            </a:r>
            <a:r>
              <a:rPr lang="en-GB" sz="1600" b="1" dirty="0">
                <a:solidFill>
                  <a:schemeClr val="bg1"/>
                </a:solidFill>
                <a:latin typeface="Arial" panose="020B0604020202020204" pitchFamily="34" charset="0"/>
                <a:cs typeface="Arial" panose="020B0604020202020204" pitchFamily="34" charset="0"/>
              </a:rPr>
              <a:t>, se </a:t>
            </a:r>
            <a:r>
              <a:rPr lang="en-GB" sz="1600" b="1" dirty="0" err="1">
                <a:solidFill>
                  <a:schemeClr val="bg1"/>
                </a:solidFill>
                <a:latin typeface="Arial" panose="020B0604020202020204" pitchFamily="34" charset="0"/>
                <a:cs typeface="Arial" panose="020B0604020202020204" pitchFamily="34" charset="0"/>
              </a:rPr>
              <a:t>nagy</a:t>
            </a:r>
            <a:r>
              <a:rPr lang="en-GB" sz="1600" b="1" dirty="0">
                <a:solidFill>
                  <a:schemeClr val="bg1"/>
                </a:solidFill>
                <a:latin typeface="Arial" panose="020B0604020202020204" pitchFamily="34" charset="0"/>
                <a:cs typeface="Arial" panose="020B0604020202020204" pitchFamily="34" charset="0"/>
              </a:rPr>
              <a:t> </a:t>
            </a:r>
            <a:r>
              <a:rPr lang="en-GB" sz="1600" b="1" dirty="0" err="1">
                <a:solidFill>
                  <a:schemeClr val="bg1"/>
                </a:solidFill>
                <a:latin typeface="Arial" panose="020B0604020202020204" pitchFamily="34" charset="0"/>
                <a:cs typeface="Arial" panose="020B0604020202020204" pitchFamily="34" charset="0"/>
              </a:rPr>
              <a:t>bejelentés</a:t>
            </a:r>
            <a:br>
              <a:rPr lang="hu-HU" sz="1600" b="1" dirty="0">
                <a:solidFill>
                  <a:schemeClr val="bg1"/>
                </a:solidFill>
                <a:latin typeface="Arial" panose="020B0604020202020204" pitchFamily="34" charset="0"/>
                <a:cs typeface="Arial" panose="020B0604020202020204" pitchFamily="34" charset="0"/>
              </a:rPr>
            </a:br>
            <a:r>
              <a:rPr lang="hu-HU" sz="1600" b="1" dirty="0">
                <a:solidFill>
                  <a:schemeClr val="bg1"/>
                </a:solidFill>
                <a:latin typeface="Arial" panose="020B0604020202020204" pitchFamily="34" charset="0"/>
                <a:cs typeface="Arial" panose="020B0604020202020204" pitchFamily="34" charset="0"/>
              </a:rPr>
              <a:t>- </a:t>
            </a:r>
            <a:r>
              <a:rPr lang="en-GB" sz="1600" b="1" dirty="0" err="1">
                <a:solidFill>
                  <a:schemeClr val="bg1"/>
                </a:solidFill>
                <a:latin typeface="Arial" panose="020B0604020202020204" pitchFamily="34" charset="0"/>
                <a:cs typeface="Arial" panose="020B0604020202020204" pitchFamily="34" charset="0"/>
              </a:rPr>
              <a:t>egy</a:t>
            </a:r>
            <a:r>
              <a:rPr lang="en-GB" sz="1600" b="1" dirty="0">
                <a:solidFill>
                  <a:schemeClr val="bg1"/>
                </a:solidFill>
                <a:latin typeface="Arial" panose="020B0604020202020204" pitchFamily="34" charset="0"/>
                <a:cs typeface="Arial" panose="020B0604020202020204" pitchFamily="34" charset="0"/>
              </a:rPr>
              <a:t> </a:t>
            </a:r>
            <a:r>
              <a:rPr lang="en-GB" sz="1600" b="1" dirty="0" err="1">
                <a:solidFill>
                  <a:schemeClr val="bg1"/>
                </a:solidFill>
                <a:latin typeface="Arial" panose="020B0604020202020204" pitchFamily="34" charset="0"/>
                <a:cs typeface="Arial" panose="020B0604020202020204" pitchFamily="34" charset="0"/>
              </a:rPr>
              <a:t>jellegtelen</a:t>
            </a:r>
            <a:r>
              <a:rPr lang="en-GB" sz="1600" b="1" dirty="0">
                <a:solidFill>
                  <a:schemeClr val="bg1"/>
                </a:solidFill>
                <a:latin typeface="Arial" panose="020B0604020202020204" pitchFamily="34" charset="0"/>
                <a:cs typeface="Arial" panose="020B0604020202020204" pitchFamily="34" charset="0"/>
              </a:rPr>
              <a:t> </a:t>
            </a:r>
            <a:r>
              <a:rPr lang="en-GB" sz="1600" b="1" dirty="0" err="1">
                <a:solidFill>
                  <a:schemeClr val="bg1"/>
                </a:solidFill>
                <a:latin typeface="Arial" panose="020B0604020202020204" pitchFamily="34" charset="0"/>
                <a:cs typeface="Arial" panose="020B0604020202020204" pitchFamily="34" charset="0"/>
              </a:rPr>
              <a:t>blogposzt</a:t>
            </a:r>
            <a:r>
              <a:rPr lang="en-GB" sz="1600" b="1" dirty="0">
                <a:solidFill>
                  <a:schemeClr val="bg1"/>
                </a:solidFill>
                <a:latin typeface="Arial" panose="020B0604020202020204" pitchFamily="34" charset="0"/>
                <a:cs typeface="Arial" panose="020B0604020202020204" pitchFamily="34" charset="0"/>
              </a:rPr>
              <a:t> </a:t>
            </a:r>
            <a:r>
              <a:rPr lang="en-GB" sz="1600" b="1" dirty="0" err="1">
                <a:solidFill>
                  <a:schemeClr val="bg1"/>
                </a:solidFill>
                <a:latin typeface="Arial" panose="020B0604020202020204" pitchFamily="34" charset="0"/>
                <a:cs typeface="Arial" panose="020B0604020202020204" pitchFamily="34" charset="0"/>
              </a:rPr>
              <a:t>az</a:t>
            </a:r>
            <a:r>
              <a:rPr lang="en-GB" sz="1600" b="1" dirty="0">
                <a:solidFill>
                  <a:schemeClr val="bg1"/>
                </a:solidFill>
                <a:latin typeface="Arial" panose="020B0604020202020204" pitchFamily="34" charset="0"/>
                <a:cs typeface="Arial" panose="020B0604020202020204" pitchFamily="34" charset="0"/>
              </a:rPr>
              <a:t> OpenAI </a:t>
            </a:r>
            <a:r>
              <a:rPr lang="en-GB" sz="1600" b="1" dirty="0" err="1">
                <a:solidFill>
                  <a:schemeClr val="bg1"/>
                </a:solidFill>
                <a:latin typeface="Arial" panose="020B0604020202020204" pitchFamily="34" charset="0"/>
                <a:cs typeface="Arial" panose="020B0604020202020204" pitchFamily="34" charset="0"/>
              </a:rPr>
              <a:t>oldalán</a:t>
            </a:r>
            <a:endParaRPr lang="en-GB" sz="1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6149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16EF-E666-967B-485D-82A1A58F527F}"/>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0C99AA0-D26B-B9CE-D871-51C9B0A2F697}"/>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17D6DA92-9CE1-FEA0-CE7B-9202E215870F}"/>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7213E13-B6E1-1DF3-EFEB-C40A194B7F78}"/>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7EDE044-5E5B-A459-E2EF-9C1E1FCBB5B7}"/>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E99338C4-B641-9BEB-16B7-D22194F9A3FC}"/>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23F42FE5-21A9-42AB-6DE4-F053F349E9EC}"/>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7420AA92-C9C3-5233-0B8A-8CFFA8326026}"/>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3C534F3D-4163-B655-7108-AE71BF13C8DB}"/>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0" name="Group 69">
            <a:extLst>
              <a:ext uri="{FF2B5EF4-FFF2-40B4-BE49-F238E27FC236}">
                <a16:creationId xmlns:a16="http://schemas.microsoft.com/office/drawing/2014/main" id="{1C928EF3-7BDB-4AF8-D5F8-1814461765CA}"/>
              </a:ext>
            </a:extLst>
          </p:cNvPr>
          <p:cNvGrpSpPr/>
          <p:nvPr/>
        </p:nvGrpSpPr>
        <p:grpSpPr>
          <a:xfrm>
            <a:off x="3419926" y="1694631"/>
            <a:ext cx="2208129" cy="2423940"/>
            <a:chOff x="3419926" y="1694631"/>
            <a:chExt cx="2208129" cy="2423940"/>
          </a:xfrm>
        </p:grpSpPr>
        <p:sp>
          <p:nvSpPr>
            <p:cNvPr id="23" name="Rectangle 22">
              <a:extLst>
                <a:ext uri="{FF2B5EF4-FFF2-40B4-BE49-F238E27FC236}">
                  <a16:creationId xmlns:a16="http://schemas.microsoft.com/office/drawing/2014/main" id="{427A04F8-F2D4-FEAC-C838-1CF7A04FC368}"/>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724F2019-A7CD-A5EB-F12F-59CA0034E4FF}"/>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1A3E8039-201A-41D4-3E4E-BA5EA1FBD756}"/>
                </a:ext>
              </a:extLst>
            </p:cNvPr>
            <p:cNvSpPr txBox="1">
              <a:spLocks/>
            </p:cNvSpPr>
            <p:nvPr/>
          </p:nvSpPr>
          <p:spPr>
            <a:xfrm>
              <a:off x="3419926" y="1694631"/>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4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en-GB" sz="1400" b="1" dirty="0" err="1">
                  <a:solidFill>
                    <a:srgbClr val="00426A"/>
                  </a:solidFill>
                  <a:latin typeface="Arial" panose="020B0604020202020204" pitchFamily="34" charset="0"/>
                  <a:cs typeface="Arial" panose="020B0604020202020204" pitchFamily="34" charset="0"/>
                </a:rPr>
                <a:t>Szakértői</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rendszerek</a:t>
              </a:r>
              <a:r>
                <a:rPr lang="en-GB" sz="1400" b="1" dirty="0">
                  <a:solidFill>
                    <a:srgbClr val="00426A"/>
                  </a:solidFill>
                  <a:latin typeface="Arial" panose="020B0604020202020204" pitchFamily="34" charset="0"/>
                  <a:cs typeface="Arial" panose="020B0604020202020204" pitchFamily="34" charset="0"/>
                </a:rPr>
                <a:t> </a:t>
              </a:r>
              <a:r>
                <a:rPr lang="en-GB" sz="1400" b="1" dirty="0" err="1">
                  <a:solidFill>
                    <a:srgbClr val="00426A"/>
                  </a:solidFill>
                  <a:latin typeface="Arial" panose="020B0604020202020204" pitchFamily="34" charset="0"/>
                  <a:cs typeface="Arial" panose="020B0604020202020204" pitchFamily="34" charset="0"/>
                </a:rPr>
                <a:t>és</a:t>
              </a:r>
              <a:r>
                <a:rPr lang="en-GB" sz="1400" b="1" dirty="0">
                  <a:solidFill>
                    <a:srgbClr val="00426A"/>
                  </a:solidFill>
                  <a:latin typeface="Arial" panose="020B0604020202020204" pitchFamily="34" charset="0"/>
                  <a:cs typeface="Arial" panose="020B0604020202020204" pitchFamily="34" charset="0"/>
                </a:rPr>
                <a:t> “shell”-ek</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3727680D-20C5-2E60-B3AA-F47D4DB30DB6}"/>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92BA6F68-A4EB-1C1F-097F-40B046782376}"/>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AA5CDB0B-4058-25F9-2C5F-6D1689D0E126}"/>
              </a:ext>
            </a:extLst>
          </p:cNvPr>
          <p:cNvGrpSpPr/>
          <p:nvPr/>
        </p:nvGrpSpPr>
        <p:grpSpPr>
          <a:xfrm>
            <a:off x="-39236" y="3868779"/>
            <a:ext cx="1566077" cy="2315671"/>
            <a:chOff x="-39236" y="3868779"/>
            <a:chExt cx="1566077" cy="2315671"/>
          </a:xfrm>
        </p:grpSpPr>
        <p:grpSp>
          <p:nvGrpSpPr>
            <p:cNvPr id="57" name="Group 56">
              <a:extLst>
                <a:ext uri="{FF2B5EF4-FFF2-40B4-BE49-F238E27FC236}">
                  <a16:creationId xmlns:a16="http://schemas.microsoft.com/office/drawing/2014/main" id="{0F13D12D-67BB-5639-8D35-8D505FEDD528}"/>
                </a:ext>
              </a:extLst>
            </p:cNvPr>
            <p:cNvGrpSpPr/>
            <p:nvPr/>
          </p:nvGrpSpPr>
          <p:grpSpPr>
            <a:xfrm>
              <a:off x="-39236" y="3868779"/>
              <a:ext cx="1566077" cy="2315671"/>
              <a:chOff x="1616207" y="4117331"/>
              <a:chExt cx="1566077" cy="2315671"/>
            </a:xfrm>
          </p:grpSpPr>
          <p:sp>
            <p:nvSpPr>
              <p:cNvPr id="26" name="Title 1">
                <a:extLst>
                  <a:ext uri="{FF2B5EF4-FFF2-40B4-BE49-F238E27FC236}">
                    <a16:creationId xmlns:a16="http://schemas.microsoft.com/office/drawing/2014/main" id="{6384E1EE-12F2-1206-262D-A47E729AAC0C}"/>
                  </a:ext>
                </a:extLst>
              </p:cNvPr>
              <p:cNvSpPr txBox="1">
                <a:spLocks/>
              </p:cNvSpPr>
              <p:nvPr/>
            </p:nvSpPr>
            <p:spPr>
              <a:xfrm>
                <a:off x="1616207" y="5465272"/>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p>
              <a:p>
                <a:pPr algn="ctr">
                  <a:lnSpc>
                    <a:spcPct val="100000"/>
                  </a:lnSpc>
                  <a:spcBef>
                    <a:spcPts val="0"/>
                  </a:spcBef>
                  <a:buClr>
                    <a:srgbClr val="B60057"/>
                  </a:buClr>
                  <a:defRPr/>
                </a:pPr>
                <a:r>
                  <a:rPr lang="hu-HU" sz="1400" b="1" dirty="0">
                    <a:solidFill>
                      <a:srgbClr val="00426A"/>
                    </a:solidFill>
                    <a:latin typeface="Arial" panose="020B0604020202020204" pitchFamily="34" charset="0"/>
                    <a:cs typeface="Arial" panose="020B0604020202020204" pitchFamily="34" charset="0"/>
                  </a:rPr>
                  <a:t>Alan Turing és a Turing-teszt</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3CAFDD85-3457-6FE7-2BD1-2BD5F52C560C}"/>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54" name="Rectangle 53">
              <a:extLst>
                <a:ext uri="{FF2B5EF4-FFF2-40B4-BE49-F238E27FC236}">
                  <a16:creationId xmlns:a16="http://schemas.microsoft.com/office/drawing/2014/main" id="{F63C91E4-D174-DFCC-8709-AF14B6B7A303}"/>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D59A9356-CC1E-CB18-ABAE-A738E332F82E}"/>
              </a:ext>
            </a:extLst>
          </p:cNvPr>
          <p:cNvGrpSpPr/>
          <p:nvPr/>
        </p:nvGrpSpPr>
        <p:grpSpPr>
          <a:xfrm>
            <a:off x="2242465" y="3944055"/>
            <a:ext cx="1611798" cy="2220642"/>
            <a:chOff x="2242465" y="3944055"/>
            <a:chExt cx="1611798" cy="2220642"/>
          </a:xfrm>
        </p:grpSpPr>
        <p:sp>
          <p:nvSpPr>
            <p:cNvPr id="17" name="Title 1">
              <a:extLst>
                <a:ext uri="{FF2B5EF4-FFF2-40B4-BE49-F238E27FC236}">
                  <a16:creationId xmlns:a16="http://schemas.microsoft.com/office/drawing/2014/main" id="{08FDD7E5-BAF4-CBC0-358A-D77C87B0566E}"/>
                </a:ext>
              </a:extLst>
            </p:cNvPr>
            <p:cNvSpPr txBox="1">
              <a:spLocks/>
            </p:cNvSpPr>
            <p:nvPr/>
          </p:nvSpPr>
          <p:spPr>
            <a:xfrm>
              <a:off x="2242465" y="5286867"/>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4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e</a:t>
              </a:r>
              <a:r>
                <a:rPr lang="en-GB" sz="1400" b="1" dirty="0" err="1">
                  <a:solidFill>
                    <a:srgbClr val="003A61"/>
                  </a:solidFill>
                  <a:latin typeface="Arial" panose="020B0604020202020204" pitchFamily="34" charset="0"/>
                  <a:cs typeface="Arial" panose="020B0604020202020204" pitchFamily="34" charset="0"/>
                </a:rPr>
                <a:t>lső</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robotok</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és</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nyelvi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programok</a:t>
              </a:r>
              <a:endParaRPr kumimoji="0" lang="hu-HU" sz="1400"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5DCB72DD-19E1-D428-9D7D-EA29E2B684B2}"/>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2395B8D-F5D9-03BC-FD4F-33259222E40E}"/>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E767F7C0-3128-E1A0-9466-410EDE91C17D}"/>
              </a:ext>
            </a:extLst>
          </p:cNvPr>
          <p:cNvGrpSpPr/>
          <p:nvPr/>
        </p:nvGrpSpPr>
        <p:grpSpPr>
          <a:xfrm>
            <a:off x="1040724" y="1674011"/>
            <a:ext cx="1596911" cy="2660907"/>
            <a:chOff x="1040724" y="1674011"/>
            <a:chExt cx="1596911" cy="2660907"/>
          </a:xfrm>
        </p:grpSpPr>
        <p:sp>
          <p:nvSpPr>
            <p:cNvPr id="35" name="Oval 34">
              <a:extLst>
                <a:ext uri="{FF2B5EF4-FFF2-40B4-BE49-F238E27FC236}">
                  <a16:creationId xmlns:a16="http://schemas.microsoft.com/office/drawing/2014/main" id="{0A16849D-6284-039B-718A-1361F7D018CB}"/>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823D0C1C-E5E3-5222-4A92-7ABF7485EB49}"/>
                </a:ext>
              </a:extLst>
            </p:cNvPr>
            <p:cNvSpPr txBox="1">
              <a:spLocks/>
            </p:cNvSpPr>
            <p:nvPr/>
          </p:nvSpPr>
          <p:spPr>
            <a:xfrm>
              <a:off x="1040724" y="1674011"/>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Dartmouth – </a:t>
              </a:r>
              <a:r>
                <a:rPr lang="en-GB" sz="1400" b="1" dirty="0" err="1">
                  <a:solidFill>
                    <a:srgbClr val="003A61"/>
                  </a:solidFill>
                  <a:latin typeface="Arial" panose="020B0604020202020204" pitchFamily="34" charset="0"/>
                  <a:cs typeface="Arial" panose="020B0604020202020204" pitchFamily="34" charset="0"/>
                </a:rPr>
                <a:t>konferencia</a:t>
              </a:r>
              <a:endParaRPr lang="en-GB" sz="1400" b="1" dirty="0">
                <a:solidFill>
                  <a:srgbClr val="003A61"/>
                </a:solidFill>
                <a:latin typeface="Arial" panose="020B0604020202020204" pitchFamily="34" charset="0"/>
                <a:cs typeface="Arial" panose="020B0604020202020204" pitchFamily="34" charset="0"/>
              </a:endParaRPr>
            </a:p>
            <a:p>
              <a:pPr lvl="0" algn="ctr">
                <a:lnSpc>
                  <a:spcPct val="100000"/>
                </a:lnSpc>
                <a:spcBef>
                  <a:spcPts val="0"/>
                </a:spcBef>
                <a:buClr>
                  <a:srgbClr val="B60057"/>
                </a:buClr>
                <a:defRPr/>
              </a:pPr>
              <a:r>
                <a:rPr lang="en-GB" sz="1400" b="1" dirty="0">
                  <a:solidFill>
                    <a:srgbClr val="003A61"/>
                  </a:solidFill>
                  <a:latin typeface="Arial" panose="020B0604020202020204" pitchFamily="34" charset="0"/>
                  <a:cs typeface="Arial" panose="020B0604020202020204" pitchFamily="34" charset="0"/>
                </a:rPr>
                <a:t>Az MI </a:t>
              </a:r>
              <a:r>
                <a:rPr lang="en-GB" sz="1400" b="1" dirty="0" err="1">
                  <a:solidFill>
                    <a:srgbClr val="003A61"/>
                  </a:solidFill>
                  <a:latin typeface="Arial" panose="020B0604020202020204" pitchFamily="34" charset="0"/>
                  <a:cs typeface="Arial" panose="020B0604020202020204" pitchFamily="34" charset="0"/>
                </a:rPr>
                <a:t>születése</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C7EB6888-5E28-EAC7-A477-9E5CC17B6EF9}"/>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B6AD17DF-90C8-9217-461C-823D389650DA}"/>
              </a:ext>
            </a:extLst>
          </p:cNvPr>
          <p:cNvGrpSpPr/>
          <p:nvPr/>
        </p:nvGrpSpPr>
        <p:grpSpPr>
          <a:xfrm>
            <a:off x="4971281" y="3648937"/>
            <a:ext cx="1977682" cy="2646720"/>
            <a:chOff x="4971281" y="3648937"/>
            <a:chExt cx="1977682" cy="2646720"/>
          </a:xfrm>
        </p:grpSpPr>
        <p:sp>
          <p:nvSpPr>
            <p:cNvPr id="39" name="Oval 38">
              <a:extLst>
                <a:ext uri="{FF2B5EF4-FFF2-40B4-BE49-F238E27FC236}">
                  <a16:creationId xmlns:a16="http://schemas.microsoft.com/office/drawing/2014/main" id="{A7B0E409-E545-94C9-2389-3E850347E7F1}"/>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428E6769-8C3F-67E2-0C7B-914CCC8D82B9}"/>
                </a:ext>
              </a:extLst>
            </p:cNvPr>
            <p:cNvSpPr txBox="1">
              <a:spLocks/>
            </p:cNvSpPr>
            <p:nvPr/>
          </p:nvSpPr>
          <p:spPr>
            <a:xfrm>
              <a:off x="4971281" y="4850156"/>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 </a:t>
              </a:r>
              <a:r>
                <a:rPr lang="en-GB" sz="1400" b="1" dirty="0">
                  <a:solidFill>
                    <a:srgbClr val="003A61"/>
                  </a:solidFill>
                  <a:latin typeface="Arial" panose="020B0604020202020204" pitchFamily="34" charset="0"/>
                  <a:cs typeface="Arial" panose="020B0604020202020204" pitchFamily="34" charset="0"/>
                </a:rPr>
                <a:t>Deep Blue </a:t>
              </a:r>
              <a:r>
                <a:rPr lang="en-GB" sz="1400" b="1" dirty="0" err="1">
                  <a:solidFill>
                    <a:srgbClr val="003A61"/>
                  </a:solidFill>
                  <a:latin typeface="Arial" panose="020B0604020202020204" pitchFamily="34" charset="0"/>
                  <a:cs typeface="Arial" panose="020B0604020202020204" pitchFamily="34" charset="0"/>
                </a:rPr>
                <a:t>legyőzi</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Kaszparovot</a:t>
              </a:r>
              <a:r>
                <a:rPr lang="en-GB" sz="1400" b="1" dirty="0">
                  <a:solidFill>
                    <a:srgbClr val="003A61"/>
                  </a:solidFill>
                  <a:latin typeface="Arial" panose="020B0604020202020204" pitchFamily="34" charset="0"/>
                  <a:cs typeface="Arial" panose="020B0604020202020204" pitchFamily="34" charset="0"/>
                </a:rPr>
                <a:t> </a:t>
              </a:r>
              <a:r>
                <a:rPr lang="en-GB" sz="1400" b="1" dirty="0" err="1">
                  <a:solidFill>
                    <a:srgbClr val="003A61"/>
                  </a:solidFill>
                  <a:latin typeface="Arial" panose="020B0604020202020204" pitchFamily="34" charset="0"/>
                  <a:cs typeface="Arial" panose="020B0604020202020204" pitchFamily="34" charset="0"/>
                </a:rPr>
                <a:t>sakkban</a:t>
              </a:r>
              <a:endParaRPr kumimoji="0" lang="hu-HU" sz="14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129CEB70-DFFF-85FA-5EE7-22FE1D32EDF0}"/>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0E15063D-C63A-46A9-CB2F-DCBFA8D3A697}"/>
              </a:ext>
            </a:extLst>
          </p:cNvPr>
          <p:cNvGrpSpPr/>
          <p:nvPr/>
        </p:nvGrpSpPr>
        <p:grpSpPr>
          <a:xfrm>
            <a:off x="6385197" y="1662170"/>
            <a:ext cx="2258428" cy="2233317"/>
            <a:chOff x="6385197" y="1662170"/>
            <a:chExt cx="2258428" cy="2233317"/>
          </a:xfrm>
        </p:grpSpPr>
        <p:sp>
          <p:nvSpPr>
            <p:cNvPr id="53" name="Title 1">
              <a:extLst>
                <a:ext uri="{FF2B5EF4-FFF2-40B4-BE49-F238E27FC236}">
                  <a16:creationId xmlns:a16="http://schemas.microsoft.com/office/drawing/2014/main" id="{797C862A-7CEE-39CD-D8D8-867F06D149E1}"/>
                </a:ext>
              </a:extLst>
            </p:cNvPr>
            <p:cNvSpPr txBox="1">
              <a:spLocks/>
            </p:cNvSpPr>
            <p:nvPr/>
          </p:nvSpPr>
          <p:spPr>
            <a:xfrm>
              <a:off x="6385197" y="1662170"/>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4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IBM Watson </a:t>
              </a:r>
              <a:r>
                <a:rPr kumimoji="0" lang="en-GB" sz="1400" b="1"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nyeri</a:t>
              </a:r>
              <a:r>
                <a:rPr kumimoji="0" lang="en-GB"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Jeopardy! </a:t>
              </a:r>
              <a:r>
                <a:rPr kumimoji="0" lang="en-GB" sz="1400" b="1"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vetélkedőt</a:t>
              </a:r>
              <a:endParaRPr kumimoji="0" lang="en-US" sz="1400" b="1"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7EB10B82-6F33-6532-AE5F-027C25E82D9D}"/>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1BE79565-C238-FCB5-BBDA-84BCC1D9F619}"/>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5" name="Group 84">
            <a:extLst>
              <a:ext uri="{FF2B5EF4-FFF2-40B4-BE49-F238E27FC236}">
                <a16:creationId xmlns:a16="http://schemas.microsoft.com/office/drawing/2014/main" id="{D5DB710D-356B-009C-0DFE-8C76C23A2C7E}"/>
              </a:ext>
            </a:extLst>
          </p:cNvPr>
          <p:cNvGrpSpPr/>
          <p:nvPr/>
        </p:nvGrpSpPr>
        <p:grpSpPr>
          <a:xfrm>
            <a:off x="7998379" y="3579427"/>
            <a:ext cx="1747002" cy="2250208"/>
            <a:chOff x="7998379" y="3579427"/>
            <a:chExt cx="1747002" cy="2250208"/>
          </a:xfrm>
        </p:grpSpPr>
        <p:grpSp>
          <p:nvGrpSpPr>
            <p:cNvPr id="11" name="Csoportba foglalás 10">
              <a:extLst>
                <a:ext uri="{FF2B5EF4-FFF2-40B4-BE49-F238E27FC236}">
                  <a16:creationId xmlns:a16="http://schemas.microsoft.com/office/drawing/2014/main" id="{69E2E451-1120-AF09-0AAA-AB7D29850D38}"/>
                </a:ext>
              </a:extLst>
            </p:cNvPr>
            <p:cNvGrpSpPr/>
            <p:nvPr/>
          </p:nvGrpSpPr>
          <p:grpSpPr>
            <a:xfrm>
              <a:off x="7998379" y="3579427"/>
              <a:ext cx="1747002" cy="2250208"/>
              <a:chOff x="8961957" y="3589543"/>
              <a:chExt cx="1747002" cy="2250208"/>
            </a:xfrm>
          </p:grpSpPr>
          <p:sp>
            <p:nvSpPr>
              <p:cNvPr id="52" name="Oval 51">
                <a:extLst>
                  <a:ext uri="{FF2B5EF4-FFF2-40B4-BE49-F238E27FC236}">
                    <a16:creationId xmlns:a16="http://schemas.microsoft.com/office/drawing/2014/main" id="{983362FA-FCA8-74C1-32B6-88B697A091E5}"/>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6A256516-E4A9-59ED-3585-4E377A0DC916}"/>
                  </a:ext>
                </a:extLst>
              </p:cNvPr>
              <p:cNvSpPr txBox="1">
                <a:spLocks/>
              </p:cNvSpPr>
              <p:nvPr/>
            </p:nvSpPr>
            <p:spPr>
              <a:xfrm>
                <a:off x="8961957" y="4960786"/>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algn="ctr">
                  <a:lnSpc>
                    <a:spcPct val="100000"/>
                  </a:lnSpc>
                  <a:spcBef>
                    <a:spcPts val="0"/>
                  </a:spcBef>
                  <a:buClr>
                    <a:srgbClr val="B60057"/>
                  </a:buClr>
                  <a:defRPr/>
                </a:pPr>
                <a:r>
                  <a:rPr lang="hu-HU" sz="1400" b="1" dirty="0">
                    <a:solidFill>
                      <a:srgbClr val="003A61"/>
                    </a:solidFill>
                    <a:latin typeface="Arial" panose="020B0604020202020204" pitchFamily="34" charset="0"/>
                    <a:cs typeface="Arial" panose="020B0604020202020204" pitchFamily="34" charset="0"/>
                  </a:rPr>
                  <a:t>Az </a:t>
                </a:r>
                <a:r>
                  <a:rPr lang="en-GB" sz="1400" b="1" dirty="0">
                    <a:solidFill>
                      <a:srgbClr val="003A61"/>
                    </a:solidFill>
                    <a:latin typeface="Arial" panose="020B0604020202020204" pitchFamily="34" charset="0"/>
                    <a:cs typeface="Arial" panose="020B0604020202020204" pitchFamily="34" charset="0"/>
                  </a:rPr>
                  <a:t>AlphaGo </a:t>
                </a:r>
                <a:r>
                  <a:rPr lang="en-GB" sz="1400" b="1" dirty="0" err="1">
                    <a:solidFill>
                      <a:srgbClr val="003A61"/>
                    </a:solidFill>
                    <a:latin typeface="Arial" panose="020B0604020202020204" pitchFamily="34" charset="0"/>
                    <a:cs typeface="Arial" panose="020B0604020202020204" pitchFamily="34" charset="0"/>
                  </a:rPr>
                  <a:t>legyőzi</a:t>
                </a:r>
                <a:r>
                  <a:rPr lang="en-GB" sz="1400" b="1" dirty="0">
                    <a:solidFill>
                      <a:srgbClr val="003A61"/>
                    </a:solidFill>
                    <a:latin typeface="Arial" panose="020B0604020202020204" pitchFamily="34" charset="0"/>
                    <a:cs typeface="Arial" panose="020B0604020202020204" pitchFamily="34" charset="0"/>
                  </a:rPr>
                  <a:t> a Go </a:t>
                </a:r>
                <a:r>
                  <a:rPr lang="en-GB" sz="1400" b="1" dirty="0" err="1">
                    <a:solidFill>
                      <a:srgbClr val="003A61"/>
                    </a:solidFill>
                    <a:latin typeface="Arial" panose="020B0604020202020204" pitchFamily="34" charset="0"/>
                    <a:cs typeface="Arial" panose="020B0604020202020204" pitchFamily="34" charset="0"/>
                  </a:rPr>
                  <a:t>világbajnokot</a:t>
                </a:r>
                <a:endParaRPr kumimoji="0" lang="hu-HU" sz="14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19A75AC7-AA8B-ABBE-8AE9-238ACD6095E9}"/>
                </a:ext>
              </a:extLst>
            </p:cNvPr>
            <p:cNvSpPr/>
            <p:nvPr/>
          </p:nvSpPr>
          <p:spPr>
            <a:xfrm>
              <a:off x="88388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6" name="Group 85">
            <a:extLst>
              <a:ext uri="{FF2B5EF4-FFF2-40B4-BE49-F238E27FC236}">
                <a16:creationId xmlns:a16="http://schemas.microsoft.com/office/drawing/2014/main" id="{B2107985-1D55-AB1C-901D-D410C8082F92}"/>
              </a:ext>
            </a:extLst>
          </p:cNvPr>
          <p:cNvGrpSpPr/>
          <p:nvPr/>
        </p:nvGrpSpPr>
        <p:grpSpPr>
          <a:xfrm>
            <a:off x="8693598" y="881733"/>
            <a:ext cx="3098469" cy="3081964"/>
            <a:chOff x="8683740" y="1122865"/>
            <a:chExt cx="3098469" cy="2840200"/>
          </a:xfrm>
        </p:grpSpPr>
        <p:sp>
          <p:nvSpPr>
            <p:cNvPr id="30" name="Oval 29">
              <a:extLst>
                <a:ext uri="{FF2B5EF4-FFF2-40B4-BE49-F238E27FC236}">
                  <a16:creationId xmlns:a16="http://schemas.microsoft.com/office/drawing/2014/main" id="{7863EC61-6812-8086-3ED3-E1AB8F0C33BC}"/>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BAB02685-94D7-14D5-DB4F-E6A7B3A28D67}"/>
                </a:ext>
              </a:extLst>
            </p:cNvPr>
            <p:cNvSpPr txBox="1">
              <a:spLocks/>
            </p:cNvSpPr>
            <p:nvPr/>
          </p:nvSpPr>
          <p:spPr>
            <a:xfrm>
              <a:off x="8683740" y="1122865"/>
              <a:ext cx="3098469" cy="1418947"/>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en-GB" sz="3200" b="1" i="0" u="none" strike="noStrike" kern="1200" cap="none" spc="0" normalizeH="0" baseline="0" noProof="0" dirty="0">
                <a:ln>
                  <a:noFill/>
                </a:ln>
                <a:solidFill>
                  <a:srgbClr val="CDD500"/>
                </a:solidFill>
                <a:effectLst/>
                <a:uLnTx/>
                <a:uFillTx/>
                <a:latin typeface="Arial"/>
                <a:ea typeface="+mj-ea"/>
                <a:cs typeface="Arial"/>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4500" b="1" i="0" u="none" strike="noStrike" kern="1200" cap="none" spc="0" normalizeH="0" baseline="0" noProof="0" dirty="0">
                  <a:ln>
                    <a:noFill/>
                  </a:ln>
                  <a:solidFill>
                    <a:srgbClr val="CDD500"/>
                  </a:solidFill>
                  <a:effectLst/>
                  <a:uLnTx/>
                  <a:uFillTx/>
                  <a:latin typeface="Arial"/>
                  <a:ea typeface="+mj-ea"/>
                  <a:cs typeface="Arial"/>
                </a:rPr>
                <a:t>202</a:t>
              </a:r>
              <a:r>
                <a:rPr kumimoji="0" lang="en-GB" sz="4500" b="1" i="0" u="none" strike="noStrike" kern="1200" cap="none" spc="0" normalizeH="0" baseline="0" noProof="0" dirty="0">
                  <a:ln>
                    <a:noFill/>
                  </a:ln>
                  <a:solidFill>
                    <a:srgbClr val="CDD500"/>
                  </a:solidFill>
                  <a:effectLst/>
                  <a:uLnTx/>
                  <a:uFillTx/>
                  <a:latin typeface="Arial"/>
                  <a:ea typeface="+mj-ea"/>
                  <a:cs typeface="Arial"/>
                </a:rPr>
                <a:t>2</a:t>
              </a:r>
            </a:p>
            <a:p>
              <a:pPr lvl="0" algn="ctr">
                <a:lnSpc>
                  <a:spcPct val="100000"/>
                </a:lnSpc>
                <a:spcBef>
                  <a:spcPts val="0"/>
                </a:spcBef>
                <a:buClr>
                  <a:srgbClr val="B60057"/>
                </a:buClr>
                <a:defRPr/>
              </a:pPr>
              <a:r>
                <a:rPr lang="hu-HU" sz="4500" dirty="0">
                  <a:solidFill>
                    <a:srgbClr val="003A61"/>
                  </a:solidFill>
                  <a:latin typeface="Arial" panose="020B0604020202020204" pitchFamily="34" charset="0"/>
                  <a:cs typeface="Arial" panose="020B0604020202020204" pitchFamily="34" charset="0"/>
                </a:rPr>
                <a:t>A </a:t>
              </a:r>
              <a:r>
                <a:rPr lang="en-GB" sz="4500" dirty="0">
                  <a:solidFill>
                    <a:srgbClr val="003A61"/>
                  </a:solidFill>
                  <a:latin typeface="Arial" panose="020B0604020202020204" pitchFamily="34" charset="0"/>
                  <a:cs typeface="Arial" panose="020B0604020202020204" pitchFamily="34" charset="0"/>
                </a:rPr>
                <a:t>ChatGPT </a:t>
              </a:r>
              <a:r>
                <a:rPr lang="en-GB" sz="4500" dirty="0" err="1">
                  <a:solidFill>
                    <a:srgbClr val="003A61"/>
                  </a:solidFill>
                  <a:latin typeface="Arial" panose="020B0604020202020204" pitchFamily="34" charset="0"/>
                  <a:cs typeface="Arial" panose="020B0604020202020204" pitchFamily="34" charset="0"/>
                </a:rPr>
                <a:t>és</a:t>
              </a:r>
              <a:r>
                <a:rPr lang="en-GB" sz="4500" dirty="0">
                  <a:solidFill>
                    <a:srgbClr val="003A61"/>
                  </a:solidFill>
                  <a:latin typeface="Arial" panose="020B0604020202020204" pitchFamily="34" charset="0"/>
                  <a:cs typeface="Arial" panose="020B0604020202020204" pitchFamily="34" charset="0"/>
                </a:rPr>
                <a:t> a </a:t>
              </a:r>
            </a:p>
            <a:p>
              <a:pPr lvl="0" algn="ctr">
                <a:lnSpc>
                  <a:spcPct val="100000"/>
                </a:lnSpc>
                <a:spcBef>
                  <a:spcPts val="0"/>
                </a:spcBef>
                <a:buClr>
                  <a:srgbClr val="B60057"/>
                </a:buClr>
                <a:defRPr/>
              </a:pPr>
              <a:r>
                <a:rPr lang="en-GB" sz="4500" dirty="0" err="1">
                  <a:solidFill>
                    <a:srgbClr val="003A61"/>
                  </a:solidFill>
                  <a:latin typeface="Arial" panose="020B0604020202020204" pitchFamily="34" charset="0"/>
                  <a:cs typeface="Arial" panose="020B0604020202020204" pitchFamily="34" charset="0"/>
                </a:rPr>
                <a:t>generat</a:t>
              </a:r>
              <a:r>
                <a:rPr lang="hu-HU" sz="4500" dirty="0">
                  <a:solidFill>
                    <a:srgbClr val="003A61"/>
                  </a:solidFill>
                  <a:latin typeface="Arial" panose="020B0604020202020204" pitchFamily="34" charset="0"/>
                  <a:cs typeface="Arial" panose="020B0604020202020204" pitchFamily="34" charset="0"/>
                </a:rPr>
                <a:t>ív</a:t>
              </a:r>
              <a:r>
                <a:rPr lang="en-GB" sz="4500" dirty="0">
                  <a:solidFill>
                    <a:srgbClr val="003A61"/>
                  </a:solidFill>
                  <a:latin typeface="Arial" panose="020B0604020202020204" pitchFamily="34" charset="0"/>
                  <a:cs typeface="Arial" panose="020B0604020202020204" pitchFamily="34" charset="0"/>
                </a:rPr>
                <a:t> MI </a:t>
              </a:r>
              <a:r>
                <a:rPr lang="en-GB" sz="4500" dirty="0" err="1">
                  <a:solidFill>
                    <a:srgbClr val="003A61"/>
                  </a:solidFill>
                  <a:latin typeface="Arial" panose="020B0604020202020204" pitchFamily="34" charset="0"/>
                  <a:cs typeface="Arial" panose="020B0604020202020204" pitchFamily="34" charset="0"/>
                </a:rPr>
                <a:t>robbanása</a:t>
              </a:r>
              <a:endParaRPr lang="en-US" sz="4500" dirty="0">
                <a:solidFill>
                  <a:srgbClr val="003A61"/>
                </a:solidFill>
                <a:latin typeface="Arial"/>
                <a:cs typeface="Arial"/>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p:txBody>
        </p:sp>
        <p:sp>
          <p:nvSpPr>
            <p:cNvPr id="65" name="Rectangle 64">
              <a:extLst>
                <a:ext uri="{FF2B5EF4-FFF2-40B4-BE49-F238E27FC236}">
                  <a16:creationId xmlns:a16="http://schemas.microsoft.com/office/drawing/2014/main" id="{D15ACD4F-DB3E-DBB8-82FD-A82A1518781B}"/>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1" name="Group 90">
            <a:extLst>
              <a:ext uri="{FF2B5EF4-FFF2-40B4-BE49-F238E27FC236}">
                <a16:creationId xmlns:a16="http://schemas.microsoft.com/office/drawing/2014/main" id="{2A756AA0-46D2-866A-4B89-5DF4FD46F67D}"/>
              </a:ext>
            </a:extLst>
          </p:cNvPr>
          <p:cNvGrpSpPr/>
          <p:nvPr/>
        </p:nvGrpSpPr>
        <p:grpSpPr>
          <a:xfrm>
            <a:off x="10207826" y="3787669"/>
            <a:ext cx="2177390" cy="2375505"/>
            <a:chOff x="10215026" y="3787669"/>
            <a:chExt cx="2177390" cy="2375505"/>
          </a:xfrm>
        </p:grpSpPr>
        <p:grpSp>
          <p:nvGrpSpPr>
            <p:cNvPr id="18" name="Csoportba foglalás 10">
              <a:extLst>
                <a:ext uri="{FF2B5EF4-FFF2-40B4-BE49-F238E27FC236}">
                  <a16:creationId xmlns:a16="http://schemas.microsoft.com/office/drawing/2014/main" id="{F0438953-0CE4-B387-2D07-8AD1DD40475C}"/>
                </a:ext>
              </a:extLst>
            </p:cNvPr>
            <p:cNvGrpSpPr/>
            <p:nvPr/>
          </p:nvGrpSpPr>
          <p:grpSpPr>
            <a:xfrm>
              <a:off x="10215026" y="3787669"/>
              <a:ext cx="2177390" cy="2375505"/>
              <a:chOff x="8793855" y="3589543"/>
              <a:chExt cx="2177390" cy="2375505"/>
            </a:xfrm>
          </p:grpSpPr>
          <p:sp>
            <p:nvSpPr>
              <p:cNvPr id="45" name="Oval 44">
                <a:extLst>
                  <a:ext uri="{FF2B5EF4-FFF2-40B4-BE49-F238E27FC236}">
                    <a16:creationId xmlns:a16="http://schemas.microsoft.com/office/drawing/2014/main" id="{8DF2DC93-F636-50E9-E8C3-695B49B281F0}"/>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50E6EEEE-44F2-8BEB-7B8B-84BE436E6899}"/>
                  </a:ext>
                </a:extLst>
              </p:cNvPr>
              <p:cNvSpPr txBox="1">
                <a:spLocks/>
              </p:cNvSpPr>
              <p:nvPr/>
            </p:nvSpPr>
            <p:spPr>
              <a:xfrm>
                <a:off x="8793855" y="5086083"/>
                <a:ext cx="217739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 </a:t>
                </a:r>
                <a:endParaRPr kumimoji="0" lang="hu-HU" sz="1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402C7741-9318-9634-628B-D13C92A5585F}"/>
                </a:ext>
              </a:extLst>
            </p:cNvPr>
            <p:cNvSpPr/>
            <p:nvPr/>
          </p:nvSpPr>
          <p:spPr>
            <a:xfrm>
              <a:off x="11230599" y="404936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18930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10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10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1000"/>
                                        <p:tgtEl>
                                          <p:spTgt spid="71"/>
                                        </p:tgtEl>
                                      </p:cBhvr>
                                    </p:animEffect>
                                  </p:childTnLst>
                                </p:cTn>
                              </p:par>
                              <p:par>
                                <p:cTn id="20" presetID="10" presetClass="entr" presetSubtype="0" fill="hold" nodeType="with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1000"/>
                                        <p:tgtEl>
                                          <p:spTgt spid="72"/>
                                        </p:tgtEl>
                                      </p:cBhvr>
                                    </p:animEffect>
                                  </p:childTnLst>
                                </p:cTn>
                              </p:par>
                              <p:par>
                                <p:cTn id="23" presetID="10" presetClass="entr" presetSubtype="0" fill="hold"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p:cTn id="25" dur="1000"/>
                                        <p:tgtEl>
                                          <p:spTgt spid="85"/>
                                        </p:tgtEl>
                                      </p:cBhvr>
                                    </p:animEffect>
                                  </p:childTnLst>
                                </p:cTn>
                              </p:par>
                              <p:par>
                                <p:cTn id="26" presetID="10" presetClass="entr" presetSubtype="0" fill="hold"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86"/>
                                        </p:tgtEl>
                                        <p:attrNameLst>
                                          <p:attrName>style.visibility</p:attrName>
                                        </p:attrNameLst>
                                      </p:cBhvr>
                                      <p:to>
                                        <p:strVal val="visible"/>
                                      </p:to>
                                    </p:set>
                                    <p:animEffect transition="in" filter="fade">
                                      <p:cBhvr>
                                        <p:cTn id="32"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FDF63-2710-28F4-B1BF-C5C43C7C3DFF}"/>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FD3A7915-C3AA-A4F3-22EF-C5A67D6384B2}"/>
              </a:ext>
            </a:extLst>
          </p:cNvPr>
          <p:cNvGrpSpPr/>
          <p:nvPr/>
        </p:nvGrpSpPr>
        <p:grpSpPr>
          <a:xfrm>
            <a:off x="0" y="3819525"/>
            <a:ext cx="3038474" cy="3038475"/>
            <a:chOff x="0" y="3819525"/>
            <a:chExt cx="3038474" cy="3038475"/>
          </a:xfrm>
        </p:grpSpPr>
        <p:sp>
          <p:nvSpPr>
            <p:cNvPr id="26" name="Freeform: Shape 25">
              <a:extLst>
                <a:ext uri="{FF2B5EF4-FFF2-40B4-BE49-F238E27FC236}">
                  <a16:creationId xmlns:a16="http://schemas.microsoft.com/office/drawing/2014/main" id="{578B9E5D-1622-FA3D-5A1B-8CA741E57604}"/>
                </a:ext>
              </a:extLst>
            </p:cNvPr>
            <p:cNvSpPr/>
            <p:nvPr/>
          </p:nvSpPr>
          <p:spPr>
            <a:xfrm>
              <a:off x="0" y="6096000"/>
              <a:ext cx="762000" cy="762000"/>
            </a:xfrm>
            <a:custGeom>
              <a:avLst/>
              <a:gdLst>
                <a:gd name="connsiteX0" fmla="*/ 0 w 762000"/>
                <a:gd name="connsiteY0" fmla="*/ 0 h 762000"/>
                <a:gd name="connsiteX1" fmla="*/ 0 w 762000"/>
                <a:gd name="connsiteY1" fmla="*/ 762000 h 762000"/>
                <a:gd name="connsiteX2" fmla="*/ 762000 w 762000"/>
                <a:gd name="connsiteY2" fmla="*/ 762000 h 762000"/>
                <a:gd name="connsiteX3" fmla="*/ 0 w 762000"/>
                <a:gd name="connsiteY3" fmla="*/ 0 h 762000"/>
              </a:gdLst>
              <a:ahLst/>
              <a:cxnLst>
                <a:cxn ang="0">
                  <a:pos x="connsiteX0" y="connsiteY0"/>
                </a:cxn>
                <a:cxn ang="0">
                  <a:pos x="connsiteX1" y="connsiteY1"/>
                </a:cxn>
                <a:cxn ang="0">
                  <a:pos x="connsiteX2" y="connsiteY2"/>
                </a:cxn>
                <a:cxn ang="0">
                  <a:pos x="connsiteX3" y="connsiteY3"/>
                </a:cxn>
              </a:cxnLst>
              <a:rect l="l" t="t" r="r" b="b"/>
              <a:pathLst>
                <a:path w="762000" h="762000">
                  <a:moveTo>
                    <a:pt x="0" y="0"/>
                  </a:moveTo>
                  <a:lnTo>
                    <a:pt x="0" y="762000"/>
                  </a:lnTo>
                  <a:lnTo>
                    <a:pt x="762000" y="762000"/>
                  </a:lnTo>
                  <a:lnTo>
                    <a:pt x="0" y="0"/>
                  </a:lnTo>
                  <a:close/>
                </a:path>
              </a:pathLst>
            </a:custGeom>
            <a:solidFill>
              <a:srgbClr val="C4D600"/>
            </a:solidFill>
            <a:ln w="634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2948193-5B7E-A13C-34E1-FE617B564C28}"/>
                </a:ext>
              </a:extLst>
            </p:cNvPr>
            <p:cNvSpPr/>
            <p:nvPr/>
          </p:nvSpPr>
          <p:spPr>
            <a:xfrm>
              <a:off x="0" y="3819525"/>
              <a:ext cx="1138237" cy="2276475"/>
            </a:xfrm>
            <a:custGeom>
              <a:avLst/>
              <a:gdLst>
                <a:gd name="connsiteX0" fmla="*/ 0 w 1138237"/>
                <a:gd name="connsiteY0" fmla="*/ 2276475 h 2276475"/>
                <a:gd name="connsiteX1" fmla="*/ 1138238 w 1138237"/>
                <a:gd name="connsiteY1" fmla="*/ 1138238 h 2276475"/>
                <a:gd name="connsiteX2" fmla="*/ 0 w 1138237"/>
                <a:gd name="connsiteY2" fmla="*/ 0 h 2276475"/>
                <a:gd name="connsiteX3" fmla="*/ 0 w 1138237"/>
                <a:gd name="connsiteY3" fmla="*/ 2276475 h 2276475"/>
              </a:gdLst>
              <a:ahLst/>
              <a:cxnLst>
                <a:cxn ang="0">
                  <a:pos x="connsiteX0" y="connsiteY0"/>
                </a:cxn>
                <a:cxn ang="0">
                  <a:pos x="connsiteX1" y="connsiteY1"/>
                </a:cxn>
                <a:cxn ang="0">
                  <a:pos x="connsiteX2" y="connsiteY2"/>
                </a:cxn>
                <a:cxn ang="0">
                  <a:pos x="connsiteX3" y="connsiteY3"/>
                </a:cxn>
              </a:cxnLst>
              <a:rect l="l" t="t" r="r" b="b"/>
              <a:pathLst>
                <a:path w="1138237" h="2276475">
                  <a:moveTo>
                    <a:pt x="0" y="2276475"/>
                  </a:moveTo>
                  <a:lnTo>
                    <a:pt x="1138238" y="1138238"/>
                  </a:lnTo>
                  <a:lnTo>
                    <a:pt x="0" y="0"/>
                  </a:lnTo>
                  <a:lnTo>
                    <a:pt x="0" y="2276475"/>
                  </a:lnTo>
                  <a:close/>
                </a:path>
              </a:pathLst>
            </a:custGeom>
            <a:solidFill>
              <a:srgbClr val="009CDE"/>
            </a:solidFill>
            <a:ln w="634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CCD8AF7-1F8F-4FD7-EDA9-2E29E4D7A099}"/>
                </a:ext>
              </a:extLst>
            </p:cNvPr>
            <p:cNvSpPr/>
            <p:nvPr/>
          </p:nvSpPr>
          <p:spPr>
            <a:xfrm>
              <a:off x="1138237" y="5496559"/>
              <a:ext cx="1900237" cy="1361440"/>
            </a:xfrm>
            <a:custGeom>
              <a:avLst/>
              <a:gdLst>
                <a:gd name="connsiteX0" fmla="*/ 1900238 w 1900237"/>
                <a:gd name="connsiteY0" fmla="*/ 1361440 h 1361440"/>
                <a:gd name="connsiteX1" fmla="*/ 822579 w 1900237"/>
                <a:gd name="connsiteY1" fmla="*/ 1361440 h 1361440"/>
                <a:gd name="connsiteX2" fmla="*/ 0 w 1900237"/>
                <a:gd name="connsiteY2" fmla="*/ 538861 h 1361440"/>
                <a:gd name="connsiteX3" fmla="*/ 538798 w 1900237"/>
                <a:gd name="connsiteY3" fmla="*/ 0 h 1361440"/>
                <a:gd name="connsiteX4" fmla="*/ 1900238 w 1900237"/>
                <a:gd name="connsiteY4" fmla="*/ 1361440 h 1361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7" h="1361440">
                  <a:moveTo>
                    <a:pt x="1900238" y="1361440"/>
                  </a:moveTo>
                  <a:lnTo>
                    <a:pt x="822579" y="1361440"/>
                  </a:lnTo>
                  <a:lnTo>
                    <a:pt x="0" y="538861"/>
                  </a:lnTo>
                  <a:lnTo>
                    <a:pt x="538798" y="0"/>
                  </a:lnTo>
                  <a:lnTo>
                    <a:pt x="1900238" y="1361440"/>
                  </a:lnTo>
                  <a:close/>
                </a:path>
              </a:pathLst>
            </a:custGeom>
            <a:solidFill>
              <a:srgbClr val="A50050"/>
            </a:solidFill>
            <a:ln w="6347"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640648E0-AF77-16AC-7A64-B3D6BC46C018}"/>
              </a:ext>
            </a:extLst>
          </p:cNvPr>
          <p:cNvSpPr txBox="1">
            <a:spLocks/>
          </p:cNvSpPr>
          <p:nvPr/>
        </p:nvSpPr>
        <p:spPr>
          <a:xfrm>
            <a:off x="762001" y="588522"/>
            <a:ext cx="5664199" cy="209276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Újabb</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és</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újabb</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generatív</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képek</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videók</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szövegek</a:t>
            </a:r>
            <a:r>
              <a:rPr lang="en-GB" b="1" dirty="0">
                <a:solidFill>
                  <a:srgbClr val="00426A"/>
                </a:solidFill>
                <a:latin typeface="Arial" panose="020B0604020202020204" pitchFamily="34" charset="0"/>
                <a:cs typeface="Arial" panose="020B0604020202020204" pitchFamily="34" charset="0"/>
              </a:rPr>
              <a:t> </a:t>
            </a:r>
          </a:p>
          <a:p>
            <a:r>
              <a:rPr lang="en-GB" b="1" dirty="0" err="1">
                <a:solidFill>
                  <a:srgbClr val="00426A"/>
                </a:solidFill>
                <a:latin typeface="Arial" panose="020B0604020202020204" pitchFamily="34" charset="0"/>
                <a:cs typeface="Arial" panose="020B0604020202020204" pitchFamily="34" charset="0"/>
              </a:rPr>
              <a:t>és</a:t>
            </a:r>
            <a:r>
              <a:rPr lang="en-GB" b="1" dirty="0">
                <a:solidFill>
                  <a:srgbClr val="00426A"/>
                </a:solidFill>
                <a:latin typeface="Arial" panose="020B0604020202020204" pitchFamily="34" charset="0"/>
                <a:cs typeface="Arial" panose="020B0604020202020204" pitchFamily="34" charset="0"/>
              </a:rPr>
              <a:t> </a:t>
            </a:r>
            <a:r>
              <a:rPr lang="en-GB" b="1" dirty="0" err="1">
                <a:solidFill>
                  <a:srgbClr val="00426A"/>
                </a:solidFill>
                <a:latin typeface="Arial" panose="020B0604020202020204" pitchFamily="34" charset="0"/>
                <a:cs typeface="Arial" panose="020B0604020202020204" pitchFamily="34" charset="0"/>
              </a:rPr>
              <a:t>hangok</a:t>
            </a:r>
            <a:endParaRPr lang="en-GB" b="1" dirty="0">
              <a:solidFill>
                <a:srgbClr val="00426A"/>
              </a:solidFill>
              <a:latin typeface="Arial" panose="020B0604020202020204" pitchFamily="34" charset="0"/>
              <a:cs typeface="Arial" panose="020B0604020202020204" pitchFamily="34" charset="0"/>
            </a:endParaRPr>
          </a:p>
        </p:txBody>
      </p:sp>
      <p:pic>
        <p:nvPicPr>
          <p:cNvPr id="5" name="Picture 4" descr="A screenshot of a phone&#10;&#10;AI-generated content may be incorrect.">
            <a:extLst>
              <a:ext uri="{FF2B5EF4-FFF2-40B4-BE49-F238E27FC236}">
                <a16:creationId xmlns:a16="http://schemas.microsoft.com/office/drawing/2014/main" id="{0960F00C-11D9-A8DE-FF1F-E4A08E064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9300" y="0"/>
            <a:ext cx="4572000" cy="6858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Subtitle 2">
            <a:extLst>
              <a:ext uri="{FF2B5EF4-FFF2-40B4-BE49-F238E27FC236}">
                <a16:creationId xmlns:a16="http://schemas.microsoft.com/office/drawing/2014/main" id="{A74DF356-720E-1479-B07C-5FAB04D0CD33}"/>
              </a:ext>
            </a:extLst>
          </p:cNvPr>
          <p:cNvSpPr txBox="1">
            <a:spLocks/>
          </p:cNvSpPr>
          <p:nvPr/>
        </p:nvSpPr>
        <p:spPr>
          <a:xfrm>
            <a:off x="569118" y="3529805"/>
            <a:ext cx="4934607" cy="725001"/>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3000" dirty="0" err="1">
                <a:solidFill>
                  <a:srgbClr val="00426A"/>
                </a:solidFill>
                <a:latin typeface="Arial" panose="020B0604020202020204" pitchFamily="34" charset="0"/>
                <a:ea typeface="+mj-ea"/>
                <a:cs typeface="Arial" panose="020B0604020202020204" pitchFamily="34" charset="0"/>
              </a:rPr>
              <a:t>Felfoghatatlan</a:t>
            </a:r>
            <a:r>
              <a:rPr lang="en-GB" sz="3000" dirty="0">
                <a:solidFill>
                  <a:srgbClr val="00426A"/>
                </a:solidFill>
                <a:latin typeface="Arial" panose="020B0604020202020204" pitchFamily="34" charset="0"/>
                <a:ea typeface="+mj-ea"/>
                <a:cs typeface="Arial" panose="020B0604020202020204" pitchFamily="34" charset="0"/>
              </a:rPr>
              <a:t> </a:t>
            </a:r>
            <a:r>
              <a:rPr lang="en-GB" sz="3000" dirty="0" err="1">
                <a:solidFill>
                  <a:srgbClr val="00426A"/>
                </a:solidFill>
                <a:latin typeface="Arial" panose="020B0604020202020204" pitchFamily="34" charset="0"/>
                <a:ea typeface="+mj-ea"/>
                <a:cs typeface="Arial" panose="020B0604020202020204" pitchFamily="34" charset="0"/>
              </a:rPr>
              <a:t>tempóban</a:t>
            </a:r>
            <a:r>
              <a:rPr lang="en-GB" sz="3000" dirty="0">
                <a:solidFill>
                  <a:srgbClr val="00426A"/>
                </a:solidFill>
                <a:latin typeface="Arial" panose="020B0604020202020204" pitchFamily="34" charset="0"/>
                <a:ea typeface="+mj-ea"/>
                <a:cs typeface="Arial" panose="020B0604020202020204" pitchFamily="34" charset="0"/>
              </a:rPr>
              <a:t> </a:t>
            </a:r>
            <a:r>
              <a:rPr lang="en-GB" sz="3000" dirty="0" err="1">
                <a:solidFill>
                  <a:srgbClr val="00426A"/>
                </a:solidFill>
                <a:latin typeface="Arial" panose="020B0604020202020204" pitchFamily="34" charset="0"/>
                <a:ea typeface="+mj-ea"/>
                <a:cs typeface="Arial" panose="020B0604020202020204" pitchFamily="34" charset="0"/>
              </a:rPr>
              <a:t>fejlődik</a:t>
            </a:r>
            <a:r>
              <a:rPr lang="en-GB" sz="3000" dirty="0">
                <a:solidFill>
                  <a:srgbClr val="00426A"/>
                </a:solidFill>
                <a:latin typeface="Arial" panose="020B0604020202020204" pitchFamily="34" charset="0"/>
                <a:ea typeface="+mj-ea"/>
                <a:cs typeface="Arial" panose="020B0604020202020204" pitchFamily="34" charset="0"/>
              </a:rPr>
              <a:t> </a:t>
            </a:r>
            <a:r>
              <a:rPr lang="en-GB" sz="3000" dirty="0" err="1">
                <a:solidFill>
                  <a:srgbClr val="00426A"/>
                </a:solidFill>
                <a:latin typeface="Arial" panose="020B0604020202020204" pitchFamily="34" charset="0"/>
                <a:ea typeface="+mj-ea"/>
                <a:cs typeface="Arial" panose="020B0604020202020204" pitchFamily="34" charset="0"/>
              </a:rPr>
              <a:t>az</a:t>
            </a:r>
            <a:r>
              <a:rPr lang="en-GB" sz="3000" dirty="0">
                <a:solidFill>
                  <a:srgbClr val="00426A"/>
                </a:solidFill>
                <a:latin typeface="Arial" panose="020B0604020202020204" pitchFamily="34" charset="0"/>
                <a:ea typeface="+mj-ea"/>
                <a:cs typeface="Arial" panose="020B0604020202020204" pitchFamily="34" charset="0"/>
              </a:rPr>
              <a:t> MI</a:t>
            </a:r>
          </a:p>
          <a:p>
            <a:pPr algn="ctr"/>
            <a:endParaRPr lang="en-GB" sz="3000" b="1" dirty="0">
              <a:solidFill>
                <a:schemeClr val="accent3"/>
              </a:solidFill>
              <a:latin typeface="Arial" panose="020B0604020202020204" pitchFamily="34" charset="0"/>
              <a:ea typeface="+mj-ea"/>
              <a:cs typeface="Arial" panose="020B0604020202020204" pitchFamily="34" charset="0"/>
            </a:endParaRPr>
          </a:p>
        </p:txBody>
      </p:sp>
      <p:sp>
        <p:nvSpPr>
          <p:cNvPr id="7" name="Rectangle 6">
            <a:extLst>
              <a:ext uri="{FF2B5EF4-FFF2-40B4-BE49-F238E27FC236}">
                <a16:creationId xmlns:a16="http://schemas.microsoft.com/office/drawing/2014/main" id="{73C44050-D910-A8E5-13EB-214784135457}"/>
              </a:ext>
            </a:extLst>
          </p:cNvPr>
          <p:cNvSpPr/>
          <p:nvPr/>
        </p:nvSpPr>
        <p:spPr>
          <a:xfrm>
            <a:off x="859336" y="3201988"/>
            <a:ext cx="4699567" cy="94970"/>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35837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3889-D736-F3BD-9830-FC302E9D9AB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6458489D-315E-8966-3A8F-81BEE459AAFB}"/>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50034A5A-820C-9878-18E9-1255B99B87C1}"/>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905F867-CB83-36AC-18A4-20FF0750D24D}"/>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3CED23D-ADC8-16B2-EE8D-DEA61C45E7C1}"/>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9DA1835B-9EB2-6C1F-BE7D-3A814476F08F}"/>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759FA912-0E1B-42C2-177A-33A15E88AE44}"/>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16B26673-5F2D-5195-EF44-04AC90F2A151}"/>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76257229-45FA-9D02-9D9E-E6B4398DE7ED}"/>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grpSp>
        <p:nvGrpSpPr>
          <p:cNvPr id="7" name="Group 6">
            <a:extLst>
              <a:ext uri="{FF2B5EF4-FFF2-40B4-BE49-F238E27FC236}">
                <a16:creationId xmlns:a16="http://schemas.microsoft.com/office/drawing/2014/main" id="{D4876CDA-DC49-12C4-4F82-977AF49CF795}"/>
              </a:ext>
            </a:extLst>
          </p:cNvPr>
          <p:cNvGrpSpPr/>
          <p:nvPr/>
        </p:nvGrpSpPr>
        <p:grpSpPr>
          <a:xfrm>
            <a:off x="3366413" y="1513763"/>
            <a:ext cx="2208129" cy="2604808"/>
            <a:chOff x="3366413" y="1513763"/>
            <a:chExt cx="2208129" cy="2604808"/>
          </a:xfrm>
        </p:grpSpPr>
        <p:sp>
          <p:nvSpPr>
            <p:cNvPr id="23" name="Rectangle 22">
              <a:extLst>
                <a:ext uri="{FF2B5EF4-FFF2-40B4-BE49-F238E27FC236}">
                  <a16:creationId xmlns:a16="http://schemas.microsoft.com/office/drawing/2014/main" id="{12B41EF0-7338-3167-3B2D-8D49C8009B7B}"/>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0D32C8BB-1515-9697-883F-112D700A4512}"/>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65D3B412-B172-6AE9-A52C-444F1914733C}"/>
                </a:ext>
              </a:extLst>
            </p:cNvPr>
            <p:cNvSpPr txBox="1">
              <a:spLocks/>
            </p:cNvSpPr>
            <p:nvPr/>
          </p:nvSpPr>
          <p:spPr>
            <a:xfrm>
              <a:off x="3366413" y="1513763"/>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15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Szakértői</a:t>
              </a:r>
              <a:r>
                <a:rPr kumimoji="0" lang="en-GB" sz="15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rendszerek</a:t>
              </a:r>
              <a:r>
                <a:rPr kumimoji="0" lang="en-GB" sz="15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15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“shell”-ek</a:t>
              </a:r>
              <a:endParaRPr kumimoji="0" lang="en-US" sz="15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grpSp>
        <p:nvGrpSpPr>
          <p:cNvPr id="57" name="Group 56">
            <a:extLst>
              <a:ext uri="{FF2B5EF4-FFF2-40B4-BE49-F238E27FC236}">
                <a16:creationId xmlns:a16="http://schemas.microsoft.com/office/drawing/2014/main" id="{8D829133-B1D4-2084-2D89-E14FDB90854F}"/>
              </a:ext>
            </a:extLst>
          </p:cNvPr>
          <p:cNvGrpSpPr/>
          <p:nvPr/>
        </p:nvGrpSpPr>
        <p:grpSpPr>
          <a:xfrm>
            <a:off x="-37768" y="3868779"/>
            <a:ext cx="1566077" cy="2418702"/>
            <a:chOff x="1617675" y="4117331"/>
            <a:chExt cx="1566077" cy="2418702"/>
          </a:xfrm>
        </p:grpSpPr>
        <p:sp>
          <p:nvSpPr>
            <p:cNvPr id="26" name="Title 1">
              <a:extLst>
                <a:ext uri="{FF2B5EF4-FFF2-40B4-BE49-F238E27FC236}">
                  <a16:creationId xmlns:a16="http://schemas.microsoft.com/office/drawing/2014/main" id="{5B36AB6E-5F70-C94C-0DA6-FD0D9F9D1FC2}"/>
                </a:ext>
              </a:extLst>
            </p:cNvPr>
            <p:cNvSpPr txBox="1">
              <a:spLocks/>
            </p:cNvSpPr>
            <p:nvPr/>
          </p:nvSpPr>
          <p:spPr>
            <a:xfrm>
              <a:off x="1617675" y="5568303"/>
              <a:ext cx="1566077" cy="9677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Alan Turing </a:t>
              </a:r>
              <a:r>
                <a:rPr kumimoji="0" lang="en-US"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Turing-</a:t>
              </a:r>
              <a:r>
                <a:rPr kumimoji="0" lang="en-US"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teszt</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48147260-4F7A-D80C-3272-E31133889363}"/>
                </a:ext>
              </a:extLst>
            </p:cNvPr>
            <p:cNvSpPr/>
            <p:nvPr/>
          </p:nvSpPr>
          <p:spPr>
            <a:xfrm>
              <a:off x="2271244"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D55DB622-40C9-4496-967E-0877F9B50415}"/>
              </a:ext>
            </a:extLst>
          </p:cNvPr>
          <p:cNvGrpSpPr/>
          <p:nvPr/>
        </p:nvGrpSpPr>
        <p:grpSpPr>
          <a:xfrm>
            <a:off x="8953333" y="1343391"/>
            <a:ext cx="2501508" cy="2619674"/>
            <a:chOff x="8953333" y="1343391"/>
            <a:chExt cx="2501508" cy="2619674"/>
          </a:xfrm>
        </p:grpSpPr>
        <p:sp>
          <p:nvSpPr>
            <p:cNvPr id="30" name="Oval 29">
              <a:extLst>
                <a:ext uri="{FF2B5EF4-FFF2-40B4-BE49-F238E27FC236}">
                  <a16:creationId xmlns:a16="http://schemas.microsoft.com/office/drawing/2014/main" id="{3F2369B7-8321-55C5-F6DF-97D3C0983A96}"/>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94C33F40-1CE7-46A6-DE3A-C0CF1FD90B0E}"/>
                </a:ext>
              </a:extLst>
            </p:cNvPr>
            <p:cNvSpPr txBox="1">
              <a:spLocks/>
            </p:cNvSpPr>
            <p:nvPr/>
          </p:nvSpPr>
          <p:spPr>
            <a:xfrm>
              <a:off x="8953333" y="1343391"/>
              <a:ext cx="2501508" cy="1151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CDD500"/>
                  </a:solidFill>
                  <a:effectLst/>
                  <a:uLnTx/>
                  <a:uFillTx/>
                  <a:latin typeface="Arial"/>
                  <a:ea typeface="+mj-ea"/>
                  <a:cs typeface="Arial"/>
                </a:rPr>
                <a:t>202</a:t>
              </a:r>
              <a:r>
                <a:rPr kumimoji="0" lang="en-GB" sz="1500" b="1" i="0" u="none" strike="noStrike" kern="1200" cap="none" spc="0" normalizeH="0" baseline="0" noProof="0" dirty="0">
                  <a:ln>
                    <a:noFill/>
                  </a:ln>
                  <a:solidFill>
                    <a:srgbClr val="CDD500"/>
                  </a:solidFill>
                  <a:effectLst/>
                  <a:uLnTx/>
                  <a:uFillTx/>
                  <a:latin typeface="Arial"/>
                  <a:ea typeface="+mj-ea"/>
                  <a:cs typeface="Arial"/>
                </a:rPr>
                <a:t>2</a:t>
              </a: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A </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ChatGPT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ea typeface="+mj-ea"/>
                  <a:cs typeface="Arial" panose="020B0604020202020204" pitchFamily="34" charset="0"/>
                </a:rPr>
                <a:t>és</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 a </a:t>
              </a: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generatív</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 MI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ea typeface="+mj-ea"/>
                  <a:cs typeface="Arial" panose="020B0604020202020204" pitchFamily="34" charset="0"/>
                </a:rPr>
                <a:t>robbanása</a:t>
              </a:r>
              <a:endParaRPr kumimoji="0" lang="en-US" sz="1500" b="0" i="0" u="none" strike="noStrike" kern="1200" cap="none" spc="0" normalizeH="0" baseline="0" noProof="0" dirty="0">
                <a:ln>
                  <a:noFill/>
                </a:ln>
                <a:solidFill>
                  <a:srgbClr val="003A61"/>
                </a:solidFill>
                <a:effectLst/>
                <a:uLnTx/>
                <a:uFillTx/>
                <a:latin typeface="Arial"/>
                <a:ea typeface="+mj-ea"/>
                <a:cs typeface="Arial"/>
              </a:endParaRPr>
            </a:p>
          </p:txBody>
        </p:sp>
      </p:grpSp>
      <p:grpSp>
        <p:nvGrpSpPr>
          <p:cNvPr id="11" name="Csoportba foglalás 10">
            <a:extLst>
              <a:ext uri="{FF2B5EF4-FFF2-40B4-BE49-F238E27FC236}">
                <a16:creationId xmlns:a16="http://schemas.microsoft.com/office/drawing/2014/main" id="{28DEF2C2-E24D-A597-6FAA-10225E0EA471}"/>
              </a:ext>
            </a:extLst>
          </p:cNvPr>
          <p:cNvGrpSpPr/>
          <p:nvPr/>
        </p:nvGrpSpPr>
        <p:grpSpPr>
          <a:xfrm>
            <a:off x="7597008" y="3579427"/>
            <a:ext cx="1747002" cy="2410585"/>
            <a:chOff x="8928886" y="3589543"/>
            <a:chExt cx="1747002" cy="2410585"/>
          </a:xfrm>
        </p:grpSpPr>
        <p:sp>
          <p:nvSpPr>
            <p:cNvPr id="52" name="Oval 51">
              <a:extLst>
                <a:ext uri="{FF2B5EF4-FFF2-40B4-BE49-F238E27FC236}">
                  <a16:creationId xmlns:a16="http://schemas.microsoft.com/office/drawing/2014/main" id="{D2568EA1-244E-BAB5-46FA-D3A401FA353D}"/>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59AD1647-7F7C-E101-9AB0-A28B65A0759E}"/>
                </a:ext>
              </a:extLst>
            </p:cNvPr>
            <p:cNvSpPr txBox="1">
              <a:spLocks/>
            </p:cNvSpPr>
            <p:nvPr/>
          </p:nvSpPr>
          <p:spPr>
            <a:xfrm>
              <a:off x="8928886" y="5121163"/>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1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AlphaGo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legyőzi</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Go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világbajnokot</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B45E0AA8-15F2-3D7A-95B6-A722BCFE8450}"/>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DE68A26C-13D4-ED5E-E3BA-CE4F1446F392}"/>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2EE2D4C5-E7F0-AA11-E671-37CF56686B6A}"/>
              </a:ext>
            </a:extLst>
          </p:cNvPr>
          <p:cNvSpPr/>
          <p:nvPr/>
        </p:nvSpPr>
        <p:spPr>
          <a:xfrm>
            <a:off x="718655"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FC1174C0-851F-109B-DB41-6F7FBB128D30}"/>
              </a:ext>
            </a:extLst>
          </p:cNvPr>
          <p:cNvGrpSpPr/>
          <p:nvPr/>
        </p:nvGrpSpPr>
        <p:grpSpPr>
          <a:xfrm>
            <a:off x="2163940" y="3944055"/>
            <a:ext cx="1611798" cy="2473274"/>
            <a:chOff x="2163940" y="3944055"/>
            <a:chExt cx="1611798" cy="2473274"/>
          </a:xfrm>
        </p:grpSpPr>
        <p:sp>
          <p:nvSpPr>
            <p:cNvPr id="17" name="Title 1">
              <a:extLst>
                <a:ext uri="{FF2B5EF4-FFF2-40B4-BE49-F238E27FC236}">
                  <a16:creationId xmlns:a16="http://schemas.microsoft.com/office/drawing/2014/main" id="{51059FD8-CF2E-4BDF-3B35-2CC899AB0B5D}"/>
                </a:ext>
              </a:extLst>
            </p:cNvPr>
            <p:cNvSpPr txBox="1">
              <a:spLocks/>
            </p:cNvSpPr>
            <p:nvPr/>
          </p:nvSpPr>
          <p:spPr>
            <a:xfrm>
              <a:off x="2163940" y="5539499"/>
              <a:ext cx="1611798"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15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e</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lső</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robotok</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nyelvi</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programok</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990F41CE-449C-7570-6E4B-AF6AFB05A2D9}"/>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D33F3B63-8B0F-D2AC-9310-56C52B3BCE69}"/>
                </a:ext>
              </a:extLst>
            </p:cNvPr>
            <p:cNvSpPr/>
            <p:nvPr/>
          </p:nvSpPr>
          <p:spPr>
            <a:xfrm>
              <a:off x="2998067" y="417939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2" name="Group 1">
            <a:extLst>
              <a:ext uri="{FF2B5EF4-FFF2-40B4-BE49-F238E27FC236}">
                <a16:creationId xmlns:a16="http://schemas.microsoft.com/office/drawing/2014/main" id="{BD6C8A99-CAA7-CB18-3224-7E256B25645B}"/>
              </a:ext>
            </a:extLst>
          </p:cNvPr>
          <p:cNvGrpSpPr/>
          <p:nvPr/>
        </p:nvGrpSpPr>
        <p:grpSpPr>
          <a:xfrm>
            <a:off x="1056636" y="1610553"/>
            <a:ext cx="1596911" cy="2724365"/>
            <a:chOff x="1056636" y="1610553"/>
            <a:chExt cx="1596911" cy="2724365"/>
          </a:xfrm>
        </p:grpSpPr>
        <p:sp>
          <p:nvSpPr>
            <p:cNvPr id="35" name="Oval 34">
              <a:extLst>
                <a:ext uri="{FF2B5EF4-FFF2-40B4-BE49-F238E27FC236}">
                  <a16:creationId xmlns:a16="http://schemas.microsoft.com/office/drawing/2014/main" id="{1BF5B0E9-A2DC-2E18-72F1-9FB5ED662F17}"/>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C2890F00-D84F-DB33-7C1B-393748CC92F6}"/>
                </a:ext>
              </a:extLst>
            </p:cNvPr>
            <p:cNvSpPr txBox="1">
              <a:spLocks/>
            </p:cNvSpPr>
            <p:nvPr/>
          </p:nvSpPr>
          <p:spPr>
            <a:xfrm>
              <a:off x="1056636" y="1610553"/>
              <a:ext cx="1596911" cy="1120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hu-HU"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Dartmouth –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konferencia</a:t>
              </a:r>
              <a:endPar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lang="en-GB" sz="1500" dirty="0">
                  <a:solidFill>
                    <a:srgbClr val="003A61"/>
                  </a:solidFill>
                  <a:latin typeface="Arial" panose="020B0604020202020204" pitchFamily="34" charset="0"/>
                  <a:cs typeface="Arial" panose="020B0604020202020204" pitchFamily="34" charset="0"/>
                </a:rPr>
                <a:t>Az MI </a:t>
              </a:r>
              <a:r>
                <a:rPr lang="en-GB" sz="1500" dirty="0" err="1">
                  <a:solidFill>
                    <a:srgbClr val="003A61"/>
                  </a:solidFill>
                  <a:latin typeface="Arial" panose="020B0604020202020204" pitchFamily="34" charset="0"/>
                  <a:cs typeface="Arial" panose="020B0604020202020204" pitchFamily="34" charset="0"/>
                </a:rPr>
                <a:t>születése</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8797A560-77B1-D200-CEA4-BF8884E6D3F3}"/>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8" name="Group 7">
            <a:extLst>
              <a:ext uri="{FF2B5EF4-FFF2-40B4-BE49-F238E27FC236}">
                <a16:creationId xmlns:a16="http://schemas.microsoft.com/office/drawing/2014/main" id="{973DE31E-695C-22DB-78BD-40AFB69B0E01}"/>
              </a:ext>
            </a:extLst>
          </p:cNvPr>
          <p:cNvGrpSpPr/>
          <p:nvPr/>
        </p:nvGrpSpPr>
        <p:grpSpPr>
          <a:xfrm>
            <a:off x="4946133" y="3648937"/>
            <a:ext cx="1977682" cy="2857045"/>
            <a:chOff x="4946133" y="3648937"/>
            <a:chExt cx="1977682" cy="2857045"/>
          </a:xfrm>
        </p:grpSpPr>
        <p:sp>
          <p:nvSpPr>
            <p:cNvPr id="39" name="Oval 38">
              <a:extLst>
                <a:ext uri="{FF2B5EF4-FFF2-40B4-BE49-F238E27FC236}">
                  <a16:creationId xmlns:a16="http://schemas.microsoft.com/office/drawing/2014/main" id="{D98A5EDE-EBEC-1A54-7A2A-A942E65062C5}"/>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7D9B5603-D8C4-04FE-6476-67F70F92D91E}"/>
                </a:ext>
              </a:extLst>
            </p:cNvPr>
            <p:cNvSpPr txBox="1">
              <a:spLocks/>
            </p:cNvSpPr>
            <p:nvPr/>
          </p:nvSpPr>
          <p:spPr>
            <a:xfrm>
              <a:off x="4946133" y="5060481"/>
              <a:ext cx="1977682" cy="14455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endParaRPr kumimoji="0" lang="hu-HU" sz="15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 </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Deep Blue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legyőzi</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Kaszparovot</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sakkban</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74CBF67F-9351-ED66-9336-5C7816B49A29}"/>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76B56F4D-B396-607A-D0E1-E636026E26FE}"/>
              </a:ext>
            </a:extLst>
          </p:cNvPr>
          <p:cNvGrpSpPr/>
          <p:nvPr/>
        </p:nvGrpSpPr>
        <p:grpSpPr>
          <a:xfrm>
            <a:off x="6388746" y="1488092"/>
            <a:ext cx="2258428" cy="2407395"/>
            <a:chOff x="6388746" y="1488092"/>
            <a:chExt cx="2258428" cy="2407395"/>
          </a:xfrm>
        </p:grpSpPr>
        <p:sp>
          <p:nvSpPr>
            <p:cNvPr id="53" name="Title 1">
              <a:extLst>
                <a:ext uri="{FF2B5EF4-FFF2-40B4-BE49-F238E27FC236}">
                  <a16:creationId xmlns:a16="http://schemas.microsoft.com/office/drawing/2014/main" id="{CFA15D06-DE3D-F5B2-597F-2E6DBE723AEB}"/>
                </a:ext>
              </a:extLst>
            </p:cNvPr>
            <p:cNvSpPr txBox="1">
              <a:spLocks/>
            </p:cNvSpPr>
            <p:nvPr/>
          </p:nvSpPr>
          <p:spPr>
            <a:xfrm>
              <a:off x="6388746" y="1488092"/>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15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IBM Watson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nyeri</a:t>
              </a:r>
              <a:r>
                <a:rPr kumimoji="0" lang="en-GB"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Jeopardy! </a:t>
              </a:r>
              <a:r>
                <a:rPr kumimoji="0" lang="en-GB" sz="1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vetélkedőt</a:t>
              </a:r>
              <a:endParaRPr kumimoji="0" lang="en-US" sz="1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11013F67-CE77-80A9-248E-DD70EEA234DC}"/>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CE8F42AB-6053-39F3-95BE-471BE85C1E01}"/>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4C67CEC7-5F96-86F3-701C-DF026C4D9D5F}"/>
              </a:ext>
            </a:extLst>
          </p:cNvPr>
          <p:cNvSpPr/>
          <p:nvPr/>
        </p:nvSpPr>
        <p:spPr>
          <a:xfrm>
            <a:off x="84832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E9853EC3-A8E3-69DB-326A-63BCB9E1268A}"/>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0084819F-1006-8891-E2C6-056BE60636AD}"/>
              </a:ext>
            </a:extLst>
          </p:cNvPr>
          <p:cNvGrpSpPr/>
          <p:nvPr/>
        </p:nvGrpSpPr>
        <p:grpSpPr>
          <a:xfrm>
            <a:off x="9457761" y="3808668"/>
            <a:ext cx="2644780" cy="2936244"/>
            <a:chOff x="9432087" y="3787669"/>
            <a:chExt cx="2644780" cy="2936244"/>
          </a:xfrm>
        </p:grpSpPr>
        <p:grpSp>
          <p:nvGrpSpPr>
            <p:cNvPr id="18" name="Csoportba foglalás 10">
              <a:extLst>
                <a:ext uri="{FF2B5EF4-FFF2-40B4-BE49-F238E27FC236}">
                  <a16:creationId xmlns:a16="http://schemas.microsoft.com/office/drawing/2014/main" id="{B4F5C63B-3E31-F27E-4B8A-73FE652F60F3}"/>
                </a:ext>
              </a:extLst>
            </p:cNvPr>
            <p:cNvGrpSpPr/>
            <p:nvPr/>
          </p:nvGrpSpPr>
          <p:grpSpPr>
            <a:xfrm>
              <a:off x="9432087" y="3787669"/>
              <a:ext cx="2644780" cy="2936244"/>
              <a:chOff x="8018116" y="3589543"/>
              <a:chExt cx="2644780" cy="2936244"/>
            </a:xfrm>
          </p:grpSpPr>
          <p:sp>
            <p:nvSpPr>
              <p:cNvPr id="45" name="Oval 44">
                <a:extLst>
                  <a:ext uri="{FF2B5EF4-FFF2-40B4-BE49-F238E27FC236}">
                    <a16:creationId xmlns:a16="http://schemas.microsoft.com/office/drawing/2014/main" id="{86DDCB40-0A8B-18E0-2EB1-6AF4E6CB88BF}"/>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66000F5F-4280-49AA-9C52-F60DDCAC9390}"/>
                  </a:ext>
                </a:extLst>
              </p:cNvPr>
              <p:cNvSpPr txBox="1">
                <a:spLocks/>
              </p:cNvSpPr>
              <p:nvPr/>
            </p:nvSpPr>
            <p:spPr>
              <a:xfrm>
                <a:off x="8018116" y="4895751"/>
                <a:ext cx="2644780" cy="1630036"/>
              </a:xfrm>
              <a:prstGeom prst="rect">
                <a:avLst/>
              </a:prstGeom>
              <a:solidFill>
                <a:schemeClr val="bg1">
                  <a:lumMod val="85000"/>
                </a:schemeClr>
              </a:solidFill>
              <a:ln w="28575">
                <a:solidFill>
                  <a:schemeClr val="bg1">
                    <a:lumMod val="7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a:t>
                </a:r>
                <a:r>
                  <a:rPr kumimoji="0" lang="en-GB"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a:t>
                </a:r>
                <a:endParaRPr kumimoji="0" lang="hu-HU" sz="25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Újabb</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újabb</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generatív</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képek</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videók</a:t>
                </a:r>
                <a:r>
                  <a:rPr kumimoji="0" lang="en-GB"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5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hangok</a:t>
                </a:r>
                <a:endParaRPr kumimoji="0" lang="en-US" sz="25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sp>
          <p:nvSpPr>
            <p:cNvPr id="66" name="Rectangle 65">
              <a:extLst>
                <a:ext uri="{FF2B5EF4-FFF2-40B4-BE49-F238E27FC236}">
                  <a16:creationId xmlns:a16="http://schemas.microsoft.com/office/drawing/2014/main" id="{5FD072E9-CF79-6B30-FB14-47F7AEC3DD97}"/>
                </a:ext>
              </a:extLst>
            </p:cNvPr>
            <p:cNvSpPr/>
            <p:nvPr/>
          </p:nvSpPr>
          <p:spPr>
            <a:xfrm rot="816157">
              <a:off x="11091785" y="3937737"/>
              <a:ext cx="45719" cy="897650"/>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15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784064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10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childTnLst>
                                </p:cTn>
                              </p:par>
                            </p:childTnLst>
                          </p:cTn>
                        </p:par>
                        <p:par>
                          <p:cTn id="29" fill="hold">
                            <p:stCondLst>
                              <p:cond delay="1000"/>
                            </p:stCondLst>
                            <p:childTnLst>
                              <p:par>
                                <p:cTn id="30" presetID="10" presetClass="entr" presetSubtype="0" fill="hold" nodeType="afterEffect">
                                  <p:stCondLst>
                                    <p:cond delay="75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5B55D-CF2E-A95A-1EB7-605C6C5D1EE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29ADD0F-3722-C664-0D2C-FCC880D9EAE4}"/>
              </a:ext>
            </a:extLst>
          </p:cNvPr>
          <p:cNvGrpSpPr/>
          <p:nvPr/>
        </p:nvGrpSpPr>
        <p:grpSpPr>
          <a:xfrm>
            <a:off x="10268374" y="0"/>
            <a:ext cx="1923626" cy="1861676"/>
            <a:chOff x="9156192" y="0"/>
            <a:chExt cx="3035808" cy="3035808"/>
          </a:xfrm>
        </p:grpSpPr>
        <p:sp>
          <p:nvSpPr>
            <p:cNvPr id="10" name="Freeform: Shape 9">
              <a:extLst>
                <a:ext uri="{FF2B5EF4-FFF2-40B4-BE49-F238E27FC236}">
                  <a16:creationId xmlns:a16="http://schemas.microsoft.com/office/drawing/2014/main" id="{A9C264B9-658B-672B-7094-F699A22160BD}"/>
                </a:ext>
              </a:extLst>
            </p:cNvPr>
            <p:cNvSpPr/>
            <p:nvPr/>
          </p:nvSpPr>
          <p:spPr>
            <a:xfrm rot="10800000">
              <a:off x="11430669" y="0"/>
              <a:ext cx="761331" cy="761331"/>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F597F7C-946E-3875-D258-F97ADF27BC9D}"/>
                </a:ext>
              </a:extLst>
            </p:cNvPr>
            <p:cNvSpPr/>
            <p:nvPr/>
          </p:nvSpPr>
          <p:spPr>
            <a:xfrm rot="10800000">
              <a:off x="9156192" y="0"/>
              <a:ext cx="2274477" cy="1137238"/>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BAB462A-643F-1656-7F8D-AE5F6C3E5638}"/>
                </a:ext>
              </a:extLst>
            </p:cNvPr>
            <p:cNvSpPr/>
            <p:nvPr/>
          </p:nvSpPr>
          <p:spPr>
            <a:xfrm rot="10800000">
              <a:off x="10831756" y="1137238"/>
              <a:ext cx="1360244" cy="1898570"/>
            </a:xfrm>
            <a:custGeom>
              <a:avLst/>
              <a:gdLst>
                <a:gd name="connsiteX0" fmla="*/ 0 w 2042159"/>
                <a:gd name="connsiteY0" fmla="*/ 0 h 2850356"/>
                <a:gd name="connsiteX1" fmla="*/ 0 w 2042159"/>
                <a:gd name="connsiteY1" fmla="*/ 1616488 h 2850356"/>
                <a:gd name="connsiteX2" fmla="*/ 1233868 w 2042159"/>
                <a:gd name="connsiteY2" fmla="*/ 2850356 h 2850356"/>
                <a:gd name="connsiteX3" fmla="*/ 2042160 w 2042159"/>
                <a:gd name="connsiteY3" fmla="*/ 2042160 h 2850356"/>
                <a:gd name="connsiteX4" fmla="*/ 0 w 2042159"/>
                <a:gd name="connsiteY4" fmla="*/ 0 h 28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59" h="2850356">
                  <a:moveTo>
                    <a:pt x="0" y="0"/>
                  </a:moveTo>
                  <a:lnTo>
                    <a:pt x="0" y="1616488"/>
                  </a:lnTo>
                  <a:lnTo>
                    <a:pt x="1233868" y="2850356"/>
                  </a:lnTo>
                  <a:lnTo>
                    <a:pt x="2042160" y="2042160"/>
                  </a:lnTo>
                  <a:lnTo>
                    <a:pt x="0" y="0"/>
                  </a:lnTo>
                  <a:close/>
                </a:path>
              </a:pathLst>
            </a:custGeom>
            <a:solidFill>
              <a:srgbClr val="00426A"/>
            </a:solidFill>
            <a:ln w="9525" cap="flat">
              <a:noFill/>
              <a:prstDash val="solid"/>
              <a:miter/>
            </a:ln>
          </p:spPr>
          <p:txBody>
            <a:bodyPr rtlCol="0" anchor="ctr"/>
            <a:lstStyle/>
            <a:p>
              <a:endParaRPr lang="en-US"/>
            </a:p>
          </p:txBody>
        </p:sp>
      </p:grpSp>
      <p:sp>
        <p:nvSpPr>
          <p:cNvPr id="3" name="Freeform: Shape 2">
            <a:extLst>
              <a:ext uri="{FF2B5EF4-FFF2-40B4-BE49-F238E27FC236}">
                <a16:creationId xmlns:a16="http://schemas.microsoft.com/office/drawing/2014/main" id="{A9D2FBAB-D1C4-1984-7662-F41170524B1F}"/>
              </a:ext>
            </a:extLst>
          </p:cNvPr>
          <p:cNvSpPr/>
          <p:nvPr/>
        </p:nvSpPr>
        <p:spPr>
          <a:xfrm>
            <a:off x="0" y="6351500"/>
            <a:ext cx="513834" cy="506500"/>
          </a:xfrm>
          <a:custGeom>
            <a:avLst/>
            <a:gdLst>
              <a:gd name="connsiteX0" fmla="*/ 1143000 w 1143000"/>
              <a:gd name="connsiteY0" fmla="*/ 1143000 h 1143000"/>
              <a:gd name="connsiteX1" fmla="*/ 0 w 1143000"/>
              <a:gd name="connsiteY1" fmla="*/ 1143000 h 1143000"/>
              <a:gd name="connsiteX2" fmla="*/ 0 w 1143000"/>
              <a:gd name="connsiteY2" fmla="*/ 0 h 1143000"/>
              <a:gd name="connsiteX3" fmla="*/ 1143000 w 1143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143000" h="1143000">
                <a:moveTo>
                  <a:pt x="1143000" y="1143000"/>
                </a:moveTo>
                <a:lnTo>
                  <a:pt x="0" y="1143000"/>
                </a:lnTo>
                <a:lnTo>
                  <a:pt x="0" y="0"/>
                </a:lnTo>
                <a:lnTo>
                  <a:pt x="1143000" y="1143000"/>
                </a:lnTo>
                <a:close/>
              </a:path>
            </a:pathLst>
          </a:custGeom>
          <a:solidFill>
            <a:srgbClr val="C4D600"/>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52888EB7-3422-6E41-03FF-9B5489CE48D7}"/>
              </a:ext>
            </a:extLst>
          </p:cNvPr>
          <p:cNvSpPr/>
          <p:nvPr/>
        </p:nvSpPr>
        <p:spPr>
          <a:xfrm>
            <a:off x="615801" y="6164697"/>
            <a:ext cx="1663553" cy="693303"/>
          </a:xfrm>
          <a:custGeom>
            <a:avLst/>
            <a:gdLst>
              <a:gd name="connsiteX0" fmla="*/ 0 w 3414712"/>
              <a:gd name="connsiteY0" fmla="*/ 1707356 h 1707356"/>
              <a:gd name="connsiteX1" fmla="*/ 1707356 w 3414712"/>
              <a:gd name="connsiteY1" fmla="*/ 0 h 1707356"/>
              <a:gd name="connsiteX2" fmla="*/ 3414713 w 3414712"/>
              <a:gd name="connsiteY2" fmla="*/ 1707356 h 1707356"/>
              <a:gd name="connsiteX3" fmla="*/ 0 w 3414712"/>
              <a:gd name="connsiteY3" fmla="*/ 1707356 h 1707356"/>
            </a:gdLst>
            <a:ahLst/>
            <a:cxnLst>
              <a:cxn ang="0">
                <a:pos x="connsiteX0" y="connsiteY0"/>
              </a:cxn>
              <a:cxn ang="0">
                <a:pos x="connsiteX1" y="connsiteY1"/>
              </a:cxn>
              <a:cxn ang="0">
                <a:pos x="connsiteX2" y="connsiteY2"/>
              </a:cxn>
              <a:cxn ang="0">
                <a:pos x="connsiteX3" y="connsiteY3"/>
              </a:cxn>
            </a:cxnLst>
            <a:rect l="l" t="t" r="r" b="b"/>
            <a:pathLst>
              <a:path w="3414712" h="1707356">
                <a:moveTo>
                  <a:pt x="0" y="1707356"/>
                </a:moveTo>
                <a:lnTo>
                  <a:pt x="1707356" y="0"/>
                </a:lnTo>
                <a:lnTo>
                  <a:pt x="3414713" y="1707356"/>
                </a:lnTo>
                <a:lnTo>
                  <a:pt x="0" y="1707356"/>
                </a:lnTo>
                <a:close/>
              </a:path>
            </a:pathLst>
          </a:custGeom>
          <a:solidFill>
            <a:srgbClr val="009CDE"/>
          </a:solidFill>
          <a:ln w="9525" cap="flat">
            <a:noFill/>
            <a:prstDash val="solid"/>
            <a:miter/>
          </a:ln>
        </p:spPr>
        <p:txBody>
          <a:bodyPr rtlCol="0" anchor="ctr"/>
          <a:lstStyle/>
          <a:p>
            <a:endParaRPr lang="en-US" sz="15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3E59EB9D-CD94-0024-1EC0-EE7B7F715712}"/>
              </a:ext>
            </a:extLst>
          </p:cNvPr>
          <p:cNvPicPr>
            <a:picLocks noChangeAspect="1"/>
          </p:cNvPicPr>
          <p:nvPr/>
        </p:nvPicPr>
        <p:blipFill>
          <a:blip r:embed="rId3">
            <a:alphaModFix amt="54000"/>
            <a:extLst>
              <a:ext uri="{28A0092B-C50C-407E-A947-70E740481C1C}">
                <a14:useLocalDpi xmlns:a14="http://schemas.microsoft.com/office/drawing/2010/main" val="0"/>
              </a:ext>
            </a:extLst>
          </a:blip>
          <a:stretch>
            <a:fillRect/>
          </a:stretch>
        </p:blipFill>
        <p:spPr>
          <a:xfrm rot="10800000">
            <a:off x="-129903" y="3660429"/>
            <a:ext cx="12451806" cy="608315"/>
          </a:xfrm>
          <a:prstGeom prst="rect">
            <a:avLst/>
          </a:prstGeom>
        </p:spPr>
      </p:pic>
      <p:sp>
        <p:nvSpPr>
          <p:cNvPr id="38" name="Title 1">
            <a:extLst>
              <a:ext uri="{FF2B5EF4-FFF2-40B4-BE49-F238E27FC236}">
                <a16:creationId xmlns:a16="http://schemas.microsoft.com/office/drawing/2014/main" id="{65B08D2F-672A-4CD5-8C60-D8633C15AAE9}"/>
              </a:ext>
            </a:extLst>
          </p:cNvPr>
          <p:cNvSpPr txBox="1">
            <a:spLocks/>
          </p:cNvSpPr>
          <p:nvPr/>
        </p:nvSpPr>
        <p:spPr>
          <a:xfrm>
            <a:off x="642759" y="505932"/>
            <a:ext cx="7137136" cy="72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AWARDS AND RECOGNITIONS</a:t>
            </a:r>
            <a:endParaRPr kumimoji="0" lang="en-HU" sz="2800" b="0"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3" name="Rectangle 22">
            <a:extLst>
              <a:ext uri="{FF2B5EF4-FFF2-40B4-BE49-F238E27FC236}">
                <a16:creationId xmlns:a16="http://schemas.microsoft.com/office/drawing/2014/main" id="{17C1088C-AC37-C9ED-D0EE-8EE7C388A0B8}"/>
              </a:ext>
            </a:extLst>
          </p:cNvPr>
          <p:cNvSpPr/>
          <p:nvPr/>
        </p:nvSpPr>
        <p:spPr>
          <a:xfrm>
            <a:off x="4391132" y="27879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5F202920-66F5-B896-BE42-B28491353AB8}"/>
              </a:ext>
            </a:extLst>
          </p:cNvPr>
          <p:cNvSpPr/>
          <p:nvPr/>
        </p:nvSpPr>
        <p:spPr>
          <a:xfrm>
            <a:off x="4270541" y="3831669"/>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Title 1">
            <a:extLst>
              <a:ext uri="{FF2B5EF4-FFF2-40B4-BE49-F238E27FC236}">
                <a16:creationId xmlns:a16="http://schemas.microsoft.com/office/drawing/2014/main" id="{F073C47B-AC78-DD25-D6B3-996DCBA2869F}"/>
              </a:ext>
            </a:extLst>
          </p:cNvPr>
          <p:cNvSpPr txBox="1">
            <a:spLocks/>
          </p:cNvSpPr>
          <p:nvPr/>
        </p:nvSpPr>
        <p:spPr>
          <a:xfrm>
            <a:off x="3366413" y="1513763"/>
            <a:ext cx="2208129" cy="1172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1970-es </a:t>
            </a:r>
            <a:r>
              <a:rPr kumimoji="0" lang="en-GB" sz="20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és</a:t>
            </a:r>
            <a:r>
              <a:rPr kumimoji="0" lang="en-GB"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80-as </a:t>
            </a:r>
            <a:r>
              <a:rPr kumimoji="0" lang="en-GB" sz="2000" b="1" i="0" u="none" strike="noStrike" kern="1200" cap="none" spc="0" normalizeH="0" baseline="0" noProof="0" dirty="0" err="1">
                <a:ln>
                  <a:noFill/>
                </a:ln>
                <a:solidFill>
                  <a:srgbClr val="B60057"/>
                </a:solidFill>
                <a:effectLst/>
                <a:uLnTx/>
                <a:uFillTx/>
                <a:latin typeface="Arial" panose="020B0604020202020204" pitchFamily="34" charset="0"/>
                <a:cs typeface="Arial" panose="020B0604020202020204" pitchFamily="34" charset="0"/>
              </a:rPr>
              <a:t>évek</a:t>
            </a:r>
            <a:endParaRPr kumimoji="0" lang="hu-HU"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Szakértői</a:t>
            </a:r>
            <a:r>
              <a:rPr kumimoji="0" lang="en-GB" sz="20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rendszerek</a:t>
            </a:r>
            <a:r>
              <a:rPr kumimoji="0" lang="en-GB" sz="20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20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“shell”-ek</a:t>
            </a:r>
            <a:endParaRPr kumimoji="0" lang="en-US" sz="200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nvGrpSpPr>
          <p:cNvPr id="57" name="Group 56">
            <a:extLst>
              <a:ext uri="{FF2B5EF4-FFF2-40B4-BE49-F238E27FC236}">
                <a16:creationId xmlns:a16="http://schemas.microsoft.com/office/drawing/2014/main" id="{DFDEF0AB-E7B7-AF6E-D90C-1A91A7E9BD0D}"/>
              </a:ext>
            </a:extLst>
          </p:cNvPr>
          <p:cNvGrpSpPr/>
          <p:nvPr/>
        </p:nvGrpSpPr>
        <p:grpSpPr>
          <a:xfrm>
            <a:off x="-37768" y="3868779"/>
            <a:ext cx="1863819" cy="2418702"/>
            <a:chOff x="1617675" y="4117331"/>
            <a:chExt cx="1863819" cy="2418702"/>
          </a:xfrm>
        </p:grpSpPr>
        <p:sp>
          <p:nvSpPr>
            <p:cNvPr id="26" name="Title 1">
              <a:extLst>
                <a:ext uri="{FF2B5EF4-FFF2-40B4-BE49-F238E27FC236}">
                  <a16:creationId xmlns:a16="http://schemas.microsoft.com/office/drawing/2014/main" id="{412CBAAC-1550-AB9E-6068-9F11CF2F616C}"/>
                </a:ext>
              </a:extLst>
            </p:cNvPr>
            <p:cNvSpPr txBox="1">
              <a:spLocks/>
            </p:cNvSpPr>
            <p:nvPr/>
          </p:nvSpPr>
          <p:spPr>
            <a:xfrm>
              <a:off x="1617675" y="5568303"/>
              <a:ext cx="1863819" cy="9677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1950</a:t>
              </a:r>
              <a:endParaRPr kumimoji="0" lang="hu-HU"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Alan Turing </a:t>
              </a:r>
              <a:r>
                <a:rPr kumimoji="0" lang="en-US"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Turing-</a:t>
              </a:r>
              <a:r>
                <a:rPr kumimoji="0" lang="en-US"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teszt</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78F153B4-9055-1346-E3C0-831ABDA06035}"/>
                </a:ext>
              </a:extLst>
            </p:cNvPr>
            <p:cNvSpPr/>
            <p:nvPr/>
          </p:nvSpPr>
          <p:spPr>
            <a:xfrm>
              <a:off x="2407878" y="4117331"/>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35" name="Oval 34">
            <a:extLst>
              <a:ext uri="{FF2B5EF4-FFF2-40B4-BE49-F238E27FC236}">
                <a16:creationId xmlns:a16="http://schemas.microsoft.com/office/drawing/2014/main" id="{C80FF357-DA55-BA69-0743-49214C33C394}"/>
              </a:ext>
            </a:extLst>
          </p:cNvPr>
          <p:cNvSpPr/>
          <p:nvPr/>
        </p:nvSpPr>
        <p:spPr>
          <a:xfrm>
            <a:off x="1706194" y="4048016"/>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DD403C5E-D0BA-6B28-2AB5-BC4D03E28245}"/>
              </a:ext>
            </a:extLst>
          </p:cNvPr>
          <p:cNvSpPr txBox="1">
            <a:spLocks/>
          </p:cNvSpPr>
          <p:nvPr/>
        </p:nvSpPr>
        <p:spPr>
          <a:xfrm>
            <a:off x="1056636" y="1610553"/>
            <a:ext cx="1596911" cy="11206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1956</a:t>
            </a:r>
            <a:endParaRPr kumimoji="0" lang="hu-HU" sz="20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Dartmouth –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konferencia</a:t>
            </a:r>
            <a:endPar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lang="en-GB" sz="2000" dirty="0">
                <a:solidFill>
                  <a:srgbClr val="003A61"/>
                </a:solidFill>
                <a:latin typeface="Arial" panose="020B0604020202020204" pitchFamily="34" charset="0"/>
                <a:cs typeface="Arial" panose="020B0604020202020204" pitchFamily="34" charset="0"/>
              </a:rPr>
              <a:t>Az MI </a:t>
            </a:r>
            <a:r>
              <a:rPr lang="en-GB" sz="2000" dirty="0" err="1">
                <a:solidFill>
                  <a:srgbClr val="003A61"/>
                </a:solidFill>
                <a:latin typeface="Arial" panose="020B0604020202020204" pitchFamily="34" charset="0"/>
                <a:cs typeface="Arial" panose="020B0604020202020204" pitchFamily="34" charset="0"/>
              </a:rPr>
              <a:t>születése</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17" name="Title 1">
            <a:extLst>
              <a:ext uri="{FF2B5EF4-FFF2-40B4-BE49-F238E27FC236}">
                <a16:creationId xmlns:a16="http://schemas.microsoft.com/office/drawing/2014/main" id="{654DA231-73B9-EF58-915C-101145837044}"/>
              </a:ext>
            </a:extLst>
          </p:cNvPr>
          <p:cNvSpPr txBox="1">
            <a:spLocks/>
          </p:cNvSpPr>
          <p:nvPr/>
        </p:nvSpPr>
        <p:spPr>
          <a:xfrm>
            <a:off x="1826051" y="5364701"/>
            <a:ext cx="2393504" cy="877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1960-as </a:t>
            </a:r>
            <a:r>
              <a:rPr kumimoji="0" lang="en-GB" sz="2000" b="1" i="0" u="none" strike="noStrike" kern="1200" cap="none" spc="0" normalizeH="0" baseline="0" noProof="0" dirty="0" err="1">
                <a:ln>
                  <a:noFill/>
                </a:ln>
                <a:solidFill>
                  <a:srgbClr val="0095D6"/>
                </a:solidFill>
                <a:effectLst/>
                <a:uLnTx/>
                <a:uFillTx/>
                <a:latin typeface="Arial" panose="020B0604020202020204" pitchFamily="34" charset="0"/>
                <a:cs typeface="Arial" panose="020B0604020202020204" pitchFamily="34" charset="0"/>
              </a:rPr>
              <a:t>évek</a:t>
            </a:r>
            <a:endParaRPr kumimoji="0" lang="hu-HU"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lang="hu-HU" sz="2000" dirty="0">
                <a:solidFill>
                  <a:srgbClr val="003A61"/>
                </a:solidFill>
                <a:latin typeface="Arial" panose="020B0604020202020204" pitchFamily="34" charset="0"/>
                <a:cs typeface="Arial" panose="020B0604020202020204" pitchFamily="34" charset="0"/>
              </a:rPr>
              <a:t>Az e</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lső</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robotok</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nyelvi</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programok</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395884FD-CD50-1A80-16FE-1305974E50F8}"/>
              </a:ext>
            </a:extLst>
          </p:cNvPr>
          <p:cNvSpPr/>
          <p:nvPr/>
        </p:nvSpPr>
        <p:spPr>
          <a:xfrm>
            <a:off x="2879352" y="3944055"/>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3" name="Title 1">
            <a:extLst>
              <a:ext uri="{FF2B5EF4-FFF2-40B4-BE49-F238E27FC236}">
                <a16:creationId xmlns:a16="http://schemas.microsoft.com/office/drawing/2014/main" id="{763B8762-03AF-BFB5-9E35-79651761E692}"/>
              </a:ext>
            </a:extLst>
          </p:cNvPr>
          <p:cNvSpPr txBox="1">
            <a:spLocks/>
          </p:cNvSpPr>
          <p:nvPr/>
        </p:nvSpPr>
        <p:spPr>
          <a:xfrm>
            <a:off x="6388746" y="1488092"/>
            <a:ext cx="2258428" cy="657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20</a:t>
            </a:r>
            <a:r>
              <a:rPr kumimoji="0" lang="en-GB"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rPr>
              <a:t>11</a:t>
            </a:r>
            <a:endParaRPr kumimoji="0" lang="hu-HU" sz="2000" b="1" i="0" u="none" strike="noStrike" kern="1200" cap="none" spc="0" normalizeH="0" baseline="0" noProof="0" dirty="0">
              <a:ln>
                <a:noFill/>
              </a:ln>
              <a:solidFill>
                <a:srgbClr val="0095D6"/>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IBM Watson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nyeri</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Jeopardy!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vetélkedőt</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B493CD23-688E-B63A-F639-582AA01996FD}"/>
              </a:ext>
            </a:extLst>
          </p:cNvPr>
          <p:cNvSpPr/>
          <p:nvPr/>
        </p:nvSpPr>
        <p:spPr>
          <a:xfrm>
            <a:off x="7364263" y="3608585"/>
            <a:ext cx="266636"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FED0E707-CC87-A5A2-287D-6CFE31383F19}"/>
              </a:ext>
            </a:extLst>
          </p:cNvPr>
          <p:cNvSpPr/>
          <p:nvPr/>
        </p:nvSpPr>
        <p:spPr>
          <a:xfrm>
            <a:off x="5818476" y="3648937"/>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Title 1">
            <a:extLst>
              <a:ext uri="{FF2B5EF4-FFF2-40B4-BE49-F238E27FC236}">
                <a16:creationId xmlns:a16="http://schemas.microsoft.com/office/drawing/2014/main" id="{660FA60C-6F5D-4A54-F451-A762CB6E3210}"/>
              </a:ext>
            </a:extLst>
          </p:cNvPr>
          <p:cNvSpPr txBox="1">
            <a:spLocks/>
          </p:cNvSpPr>
          <p:nvPr/>
        </p:nvSpPr>
        <p:spPr>
          <a:xfrm>
            <a:off x="4946133" y="5060481"/>
            <a:ext cx="1977682" cy="14455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rPr>
              <a:t>1997</a:t>
            </a:r>
            <a:endParaRPr kumimoji="0" lang="hu-HU" sz="2000" b="1" i="0" u="none" strike="noStrike" kern="1200" cap="none" spc="0" normalizeH="0" baseline="0" noProof="0" dirty="0">
              <a:ln>
                <a:noFill/>
              </a:ln>
              <a:solidFill>
                <a:srgbClr val="CDD500"/>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 </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Deep Blue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legyőzi</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Kaszparovot</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sakkban</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850FBB6C-1B47-AB55-8532-8ECA70DA5BEC}"/>
              </a:ext>
            </a:extLst>
          </p:cNvPr>
          <p:cNvSpPr/>
          <p:nvPr/>
        </p:nvSpPr>
        <p:spPr>
          <a:xfrm>
            <a:off x="10065282" y="367616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8" name="Title 1">
            <a:extLst>
              <a:ext uri="{FF2B5EF4-FFF2-40B4-BE49-F238E27FC236}">
                <a16:creationId xmlns:a16="http://schemas.microsoft.com/office/drawing/2014/main" id="{80FD829F-3800-922B-3D10-D2F089A6D702}"/>
              </a:ext>
            </a:extLst>
          </p:cNvPr>
          <p:cNvSpPr txBox="1">
            <a:spLocks/>
          </p:cNvSpPr>
          <p:nvPr/>
        </p:nvSpPr>
        <p:spPr>
          <a:xfrm>
            <a:off x="8953333" y="1343391"/>
            <a:ext cx="2501508" cy="11516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1" i="0" u="none" strike="noStrike" kern="1200" cap="none" spc="0" normalizeH="0" baseline="0" noProof="0" dirty="0">
                <a:ln>
                  <a:noFill/>
                </a:ln>
                <a:solidFill>
                  <a:srgbClr val="CDD500"/>
                </a:solidFill>
                <a:effectLst/>
                <a:uLnTx/>
                <a:uFillTx/>
                <a:latin typeface="Arial"/>
                <a:ea typeface="+mj-ea"/>
                <a:cs typeface="Arial"/>
              </a:rPr>
              <a:t>202</a:t>
            </a:r>
            <a:r>
              <a:rPr kumimoji="0" lang="en-GB" sz="2000" b="1" i="0" u="none" strike="noStrike" kern="1200" cap="none" spc="0" normalizeH="0" baseline="0" noProof="0" dirty="0">
                <a:ln>
                  <a:noFill/>
                </a:ln>
                <a:solidFill>
                  <a:srgbClr val="CDD500"/>
                </a:solidFill>
                <a:effectLst/>
                <a:uLnTx/>
                <a:uFillTx/>
                <a:latin typeface="Arial"/>
                <a:ea typeface="+mj-ea"/>
                <a:cs typeface="Arial"/>
              </a:rPr>
              <a:t>2</a:t>
            </a:r>
            <a:endParaRPr kumimoji="0" lang="en-GB"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A </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ChatGPT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ea typeface="+mj-ea"/>
                <a:cs typeface="Arial" panose="020B0604020202020204" pitchFamily="34" charset="0"/>
              </a:rPr>
              <a:t>és</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 a </a:t>
            </a: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generatív</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ea typeface="+mj-ea"/>
                <a:cs typeface="Arial" panose="020B0604020202020204" pitchFamily="34" charset="0"/>
              </a:rPr>
              <a:t> MI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ea typeface="+mj-ea"/>
                <a:cs typeface="Arial" panose="020B0604020202020204" pitchFamily="34" charset="0"/>
              </a:rPr>
              <a:t>robbanása</a:t>
            </a:r>
            <a:endParaRPr kumimoji="0" lang="en-US" sz="2000" b="0" i="0" u="none" strike="noStrike" kern="1200" cap="none" spc="0" normalizeH="0" baseline="0" noProof="0" dirty="0">
              <a:ln>
                <a:noFill/>
              </a:ln>
              <a:solidFill>
                <a:srgbClr val="003A61"/>
              </a:solidFill>
              <a:effectLst/>
              <a:uLnTx/>
              <a:uFillTx/>
              <a:latin typeface="Arial"/>
              <a:ea typeface="+mj-ea"/>
              <a:cs typeface="Arial"/>
            </a:endParaRPr>
          </a:p>
        </p:txBody>
      </p:sp>
      <p:grpSp>
        <p:nvGrpSpPr>
          <p:cNvPr id="18" name="Csoportba foglalás 10">
            <a:extLst>
              <a:ext uri="{FF2B5EF4-FFF2-40B4-BE49-F238E27FC236}">
                <a16:creationId xmlns:a16="http://schemas.microsoft.com/office/drawing/2014/main" id="{8132ABB4-1965-95FB-0776-7229DD71922D}"/>
              </a:ext>
            </a:extLst>
          </p:cNvPr>
          <p:cNvGrpSpPr/>
          <p:nvPr/>
        </p:nvGrpSpPr>
        <p:grpSpPr>
          <a:xfrm>
            <a:off x="9767984" y="3787669"/>
            <a:ext cx="2644780" cy="2489411"/>
            <a:chOff x="8354013" y="3589543"/>
            <a:chExt cx="2644780" cy="2489411"/>
          </a:xfrm>
        </p:grpSpPr>
        <p:sp>
          <p:nvSpPr>
            <p:cNvPr id="45" name="Oval 44">
              <a:extLst>
                <a:ext uri="{FF2B5EF4-FFF2-40B4-BE49-F238E27FC236}">
                  <a16:creationId xmlns:a16="http://schemas.microsoft.com/office/drawing/2014/main" id="{87080728-8901-AA1F-CE03-E7B43ABBBD72}"/>
                </a:ext>
              </a:extLst>
            </p:cNvPr>
            <p:cNvSpPr/>
            <p:nvPr/>
          </p:nvSpPr>
          <p:spPr>
            <a:xfrm>
              <a:off x="95370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4" name="Title 1">
              <a:extLst>
                <a:ext uri="{FF2B5EF4-FFF2-40B4-BE49-F238E27FC236}">
                  <a16:creationId xmlns:a16="http://schemas.microsoft.com/office/drawing/2014/main" id="{00AF9B89-EC02-2DD9-0AB6-34C2C3EC1EF9}"/>
                </a:ext>
              </a:extLst>
            </p:cNvPr>
            <p:cNvSpPr txBox="1">
              <a:spLocks/>
            </p:cNvSpPr>
            <p:nvPr/>
          </p:nvSpPr>
          <p:spPr>
            <a:xfrm>
              <a:off x="8354013" y="5199989"/>
              <a:ext cx="2644780"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009CDE"/>
                  </a:solidFill>
                  <a:effectLst/>
                  <a:uLnTx/>
                  <a:uFillTx/>
                  <a:latin typeface="Arial" panose="020B0604020202020204" pitchFamily="34" charset="0"/>
                  <a:cs typeface="Arial" panose="020B0604020202020204" pitchFamily="34" charset="0"/>
                </a:rPr>
                <a:t>2023 -</a:t>
              </a:r>
              <a:r>
                <a:rPr kumimoji="0" lang="en-GB"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 </a:t>
              </a:r>
              <a:endParaRPr kumimoji="0" lang="hu-HU"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Újabb</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és</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újabb</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generatív</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képek</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videók</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hangok</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grpSp>
        <p:nvGrpSpPr>
          <p:cNvPr id="11" name="Csoportba foglalás 10">
            <a:extLst>
              <a:ext uri="{FF2B5EF4-FFF2-40B4-BE49-F238E27FC236}">
                <a16:creationId xmlns:a16="http://schemas.microsoft.com/office/drawing/2014/main" id="{37CCF31A-1258-58C9-3589-D3F28F2D7DA2}"/>
              </a:ext>
            </a:extLst>
          </p:cNvPr>
          <p:cNvGrpSpPr/>
          <p:nvPr/>
        </p:nvGrpSpPr>
        <p:grpSpPr>
          <a:xfrm>
            <a:off x="7812908" y="3579427"/>
            <a:ext cx="1747002" cy="2410585"/>
            <a:chOff x="8928886" y="3589543"/>
            <a:chExt cx="1747002" cy="2410585"/>
          </a:xfrm>
        </p:grpSpPr>
        <p:sp>
          <p:nvSpPr>
            <p:cNvPr id="52" name="Oval 51">
              <a:extLst>
                <a:ext uri="{FF2B5EF4-FFF2-40B4-BE49-F238E27FC236}">
                  <a16:creationId xmlns:a16="http://schemas.microsoft.com/office/drawing/2014/main" id="{E0BF28F6-335B-99D0-94D2-9F2B763F96DF}"/>
                </a:ext>
              </a:extLst>
            </p:cNvPr>
            <p:cNvSpPr/>
            <p:nvPr/>
          </p:nvSpPr>
          <p:spPr>
            <a:xfrm>
              <a:off x="9689448" y="3589543"/>
              <a:ext cx="286902" cy="286902"/>
            </a:xfrm>
            <a:prstGeom prst="ellipse">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itle 1">
              <a:extLst>
                <a:ext uri="{FF2B5EF4-FFF2-40B4-BE49-F238E27FC236}">
                  <a16:creationId xmlns:a16="http://schemas.microsoft.com/office/drawing/2014/main" id="{172C6FF2-FA83-E7F6-C180-415836182680}"/>
                </a:ext>
              </a:extLst>
            </p:cNvPr>
            <p:cNvSpPr txBox="1">
              <a:spLocks/>
            </p:cNvSpPr>
            <p:nvPr/>
          </p:nvSpPr>
          <p:spPr>
            <a:xfrm>
              <a:off x="8928886" y="5121163"/>
              <a:ext cx="1747002" cy="8789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en-GB"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rPr>
                <a:t>2016</a:t>
              </a:r>
              <a:endParaRPr kumimoji="0" lang="hu-HU" sz="2000" b="1" i="0" u="none" strike="noStrike" kern="1200" cap="none" spc="0" normalizeH="0" baseline="0" noProof="0" dirty="0">
                <a:ln>
                  <a:noFill/>
                </a:ln>
                <a:solidFill>
                  <a:srgbClr val="B60057"/>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B60057"/>
                </a:buClr>
                <a:buSzTx/>
                <a:buFontTx/>
                <a:buNone/>
                <a:tabLst/>
                <a:defRPr/>
              </a:pPr>
              <a:r>
                <a:rPr kumimoji="0" lang="hu-HU"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Az </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AlphaGo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legyőzi</a:t>
              </a:r>
              <a:r>
                <a:rPr kumimoji="0" lang="en-GB"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rPr>
                <a:t> a Go </a:t>
              </a:r>
              <a:r>
                <a:rPr kumimoji="0" lang="en-GB" sz="2000" b="0" i="0" u="none" strike="noStrike" kern="1200" cap="none" spc="0" normalizeH="0" baseline="0" noProof="0" dirty="0" err="1">
                  <a:ln>
                    <a:noFill/>
                  </a:ln>
                  <a:solidFill>
                    <a:srgbClr val="003A61"/>
                  </a:solidFill>
                  <a:effectLst/>
                  <a:uLnTx/>
                  <a:uFillTx/>
                  <a:latin typeface="Arial" panose="020B0604020202020204" pitchFamily="34" charset="0"/>
                  <a:cs typeface="Arial" panose="020B0604020202020204" pitchFamily="34" charset="0"/>
                </a:rPr>
                <a:t>világbajnokot</a:t>
              </a:r>
              <a:endParaRPr kumimoji="0" lang="en-US" sz="2000" b="0" i="0" u="none" strike="noStrike" kern="1200" cap="none" spc="0" normalizeH="0" baseline="0" noProof="0" dirty="0">
                <a:ln>
                  <a:noFill/>
                </a:ln>
                <a:solidFill>
                  <a:srgbClr val="003A61"/>
                </a:solidFill>
                <a:effectLst/>
                <a:uLnTx/>
                <a:uFillTx/>
                <a:latin typeface="Arial" panose="020B0604020202020204" pitchFamily="34" charset="0"/>
                <a:cs typeface="Arial" panose="020B0604020202020204" pitchFamily="34" charset="0"/>
              </a:endParaRPr>
            </a:p>
          </p:txBody>
        </p:sp>
      </p:grpSp>
      <p:sp>
        <p:nvSpPr>
          <p:cNvPr id="27" name="Title 1">
            <a:extLst>
              <a:ext uri="{FF2B5EF4-FFF2-40B4-BE49-F238E27FC236}">
                <a16:creationId xmlns:a16="http://schemas.microsoft.com/office/drawing/2014/main" id="{F3237BC2-D6CD-81C5-0E18-FE1D8D27892D}"/>
              </a:ext>
            </a:extLst>
          </p:cNvPr>
          <p:cNvSpPr txBox="1">
            <a:spLocks/>
          </p:cNvSpPr>
          <p:nvPr/>
        </p:nvSpPr>
        <p:spPr>
          <a:xfrm>
            <a:off x="351842" y="320466"/>
            <a:ext cx="11466052" cy="1655761"/>
          </a:xfrm>
          <a:prstGeom prst="rect">
            <a:avLst/>
          </a:prstGeom>
        </p:spPr>
        <p:txBody>
          <a:bodyPr rtlCol="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cs typeface="Arial" panose="020B0604020202020204" pitchFamily="34" charset="0"/>
              </a:rPr>
              <a:t>Idővonal</a:t>
            </a:r>
            <a:r>
              <a:rPr lang="en-GB" b="1" dirty="0">
                <a:solidFill>
                  <a:srgbClr val="00426A"/>
                </a:solidFill>
                <a:latin typeface="Arial" panose="020B0604020202020204" pitchFamily="34" charset="0"/>
                <a:cs typeface="Arial" panose="020B0604020202020204" pitchFamily="34" charset="0"/>
              </a:rPr>
              <a:t> – </a:t>
            </a:r>
            <a:r>
              <a:rPr lang="en-GB" b="1" dirty="0" err="1">
                <a:solidFill>
                  <a:srgbClr val="00426A"/>
                </a:solidFill>
                <a:latin typeface="Arial" panose="020B0604020202020204" pitchFamily="34" charset="0"/>
                <a:cs typeface="Arial" panose="020B0604020202020204" pitchFamily="34" charset="0"/>
              </a:rPr>
              <a:t>az</a:t>
            </a:r>
            <a:r>
              <a:rPr lang="en-GB" b="1" dirty="0">
                <a:solidFill>
                  <a:srgbClr val="00426A"/>
                </a:solidFill>
                <a:latin typeface="Arial" panose="020B0604020202020204" pitchFamily="34" charset="0"/>
                <a:cs typeface="Arial" panose="020B0604020202020204" pitchFamily="34" charset="0"/>
              </a:rPr>
              <a:t> MI </a:t>
            </a:r>
            <a:r>
              <a:rPr lang="en-GB" b="1" dirty="0" err="1">
                <a:solidFill>
                  <a:srgbClr val="00426A"/>
                </a:solidFill>
                <a:latin typeface="Arial" panose="020B0604020202020204" pitchFamily="34" charset="0"/>
                <a:cs typeface="Arial" panose="020B0604020202020204" pitchFamily="34" charset="0"/>
              </a:rPr>
              <a:t>fejlődése</a:t>
            </a:r>
            <a:endParaRPr lang="en-GB" b="1" dirty="0">
              <a:solidFill>
                <a:srgbClr val="00426A"/>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6A32679E-6513-E628-111C-E46E9920C997}"/>
              </a:ext>
            </a:extLst>
          </p:cNvPr>
          <p:cNvSpPr/>
          <p:nvPr/>
        </p:nvSpPr>
        <p:spPr>
          <a:xfrm>
            <a:off x="461369" y="1076094"/>
            <a:ext cx="3564945" cy="45719"/>
          </a:xfrm>
          <a:prstGeom prst="rect">
            <a:avLst/>
          </a:prstGeom>
          <a:solidFill>
            <a:srgbClr val="A50050"/>
          </a:solidFill>
          <a:ln>
            <a:solidFill>
              <a:srgbClr val="A5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0B573816-8668-CA0E-0BB0-A03FA674C4B6}"/>
              </a:ext>
            </a:extLst>
          </p:cNvPr>
          <p:cNvSpPr/>
          <p:nvPr/>
        </p:nvSpPr>
        <p:spPr>
          <a:xfrm>
            <a:off x="865796" y="4093758"/>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3CBB2A7F-9C30-EFBD-7176-AE9C1574146C}"/>
              </a:ext>
            </a:extLst>
          </p:cNvPr>
          <p:cNvSpPr/>
          <p:nvPr/>
        </p:nvSpPr>
        <p:spPr>
          <a:xfrm>
            <a:off x="2998067" y="409367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2234419E-5EBE-07B1-0085-FE5DD04E90A0}"/>
              </a:ext>
            </a:extLst>
          </p:cNvPr>
          <p:cNvSpPr/>
          <p:nvPr/>
        </p:nvSpPr>
        <p:spPr>
          <a:xfrm>
            <a:off x="1839246" y="2934446"/>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91034C1E-5389-BCE2-7FC3-F4B26947A539}"/>
              </a:ext>
            </a:extLst>
          </p:cNvPr>
          <p:cNvSpPr/>
          <p:nvPr/>
        </p:nvSpPr>
        <p:spPr>
          <a:xfrm>
            <a:off x="5934974" y="3909343"/>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B909F3D5-E263-3365-044A-79E9A3C08046}"/>
              </a:ext>
            </a:extLst>
          </p:cNvPr>
          <p:cNvSpPr/>
          <p:nvPr/>
        </p:nvSpPr>
        <p:spPr>
          <a:xfrm>
            <a:off x="7467663" y="252597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184D1AD9-0CC0-9370-945C-8FE0F35C888E}"/>
              </a:ext>
            </a:extLst>
          </p:cNvPr>
          <p:cNvSpPr/>
          <p:nvPr/>
        </p:nvSpPr>
        <p:spPr>
          <a:xfrm>
            <a:off x="8686409" y="3854741"/>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2D4B8835-F972-8D3D-FE4C-B9FFCBD8F3EE}"/>
              </a:ext>
            </a:extLst>
          </p:cNvPr>
          <p:cNvSpPr/>
          <p:nvPr/>
        </p:nvSpPr>
        <p:spPr>
          <a:xfrm>
            <a:off x="10182678" y="2657289"/>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6" name="Rectangle 65">
            <a:extLst>
              <a:ext uri="{FF2B5EF4-FFF2-40B4-BE49-F238E27FC236}">
                <a16:creationId xmlns:a16="http://schemas.microsoft.com/office/drawing/2014/main" id="{28DA52A4-D7E5-4635-0AB4-C3AAE33A1005}"/>
              </a:ext>
            </a:extLst>
          </p:cNvPr>
          <p:cNvSpPr/>
          <p:nvPr/>
        </p:nvSpPr>
        <p:spPr>
          <a:xfrm>
            <a:off x="11065226" y="3935115"/>
            <a:ext cx="50297" cy="1122962"/>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u-HU" sz="2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135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0D12B-C047-B9A5-9152-60EA029B0394}"/>
            </a:ext>
          </a:extLst>
        </p:cNvPr>
        <p:cNvGrpSpPr/>
        <p:nvPr/>
      </p:nvGrpSpPr>
      <p:grpSpPr>
        <a:xfrm>
          <a:off x="0" y="0"/>
          <a:ext cx="0" cy="0"/>
          <a:chOff x="0" y="0"/>
          <a:chExt cx="0" cy="0"/>
        </a:xfrm>
      </p:grpSpPr>
      <p:sp>
        <p:nvSpPr>
          <p:cNvPr id="126" name="Freeform: Shape 125">
            <a:extLst>
              <a:ext uri="{FF2B5EF4-FFF2-40B4-BE49-F238E27FC236}">
                <a16:creationId xmlns:a16="http://schemas.microsoft.com/office/drawing/2014/main" id="{70B951A7-76AB-1A27-C268-2A5C71732872}"/>
              </a:ext>
            </a:extLst>
          </p:cNvPr>
          <p:cNvSpPr/>
          <p:nvPr/>
        </p:nvSpPr>
        <p:spPr>
          <a:xfrm>
            <a:off x="0" y="5334000"/>
            <a:ext cx="1524000" cy="1524000"/>
          </a:xfrm>
          <a:custGeom>
            <a:avLst/>
            <a:gdLst>
              <a:gd name="connsiteX0" fmla="*/ 0 w 1524000"/>
              <a:gd name="connsiteY0" fmla="*/ 0 h 1524000"/>
              <a:gd name="connsiteX1" fmla="*/ 0 w 1524000"/>
              <a:gd name="connsiteY1" fmla="*/ 1524000 h 1524000"/>
              <a:gd name="connsiteX2" fmla="*/ 1524000 w 1524000"/>
              <a:gd name="connsiteY2" fmla="*/ 1524000 h 1524000"/>
              <a:gd name="connsiteX3" fmla="*/ 0 w 1524000"/>
              <a:gd name="connsiteY3" fmla="*/ 0 h 1524000"/>
            </a:gdLst>
            <a:ahLst/>
            <a:cxnLst>
              <a:cxn ang="0">
                <a:pos x="connsiteX0" y="connsiteY0"/>
              </a:cxn>
              <a:cxn ang="0">
                <a:pos x="connsiteX1" y="connsiteY1"/>
              </a:cxn>
              <a:cxn ang="0">
                <a:pos x="connsiteX2" y="connsiteY2"/>
              </a:cxn>
              <a:cxn ang="0">
                <a:pos x="connsiteX3" y="connsiteY3"/>
              </a:cxn>
            </a:cxnLst>
            <a:rect l="l" t="t" r="r" b="b"/>
            <a:pathLst>
              <a:path w="1524000" h="1524000">
                <a:moveTo>
                  <a:pt x="0" y="0"/>
                </a:moveTo>
                <a:lnTo>
                  <a:pt x="0" y="1524000"/>
                </a:lnTo>
                <a:lnTo>
                  <a:pt x="1524000" y="1524000"/>
                </a:lnTo>
                <a:lnTo>
                  <a:pt x="0" y="0"/>
                </a:lnTo>
                <a:close/>
              </a:path>
            </a:pathLst>
          </a:custGeom>
          <a:solidFill>
            <a:srgbClr val="C4D600"/>
          </a:solidFill>
          <a:ln w="6347"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3D53485F-0B8E-0996-C8AD-5699745F786B}"/>
              </a:ext>
            </a:extLst>
          </p:cNvPr>
          <p:cNvSpPr/>
          <p:nvPr/>
        </p:nvSpPr>
        <p:spPr>
          <a:xfrm>
            <a:off x="0" y="781050"/>
            <a:ext cx="2276475" cy="4552950"/>
          </a:xfrm>
          <a:custGeom>
            <a:avLst/>
            <a:gdLst>
              <a:gd name="connsiteX0" fmla="*/ 0 w 2276475"/>
              <a:gd name="connsiteY0" fmla="*/ 4552950 h 4552950"/>
              <a:gd name="connsiteX1" fmla="*/ 2276475 w 2276475"/>
              <a:gd name="connsiteY1" fmla="*/ 2276475 h 4552950"/>
              <a:gd name="connsiteX2" fmla="*/ 0 w 2276475"/>
              <a:gd name="connsiteY2" fmla="*/ 0 h 4552950"/>
              <a:gd name="connsiteX3" fmla="*/ 0 w 2276475"/>
              <a:gd name="connsiteY3" fmla="*/ 4552950 h 4552950"/>
            </a:gdLst>
            <a:ahLst/>
            <a:cxnLst>
              <a:cxn ang="0">
                <a:pos x="connsiteX0" y="connsiteY0"/>
              </a:cxn>
              <a:cxn ang="0">
                <a:pos x="connsiteX1" y="connsiteY1"/>
              </a:cxn>
              <a:cxn ang="0">
                <a:pos x="connsiteX2" y="connsiteY2"/>
              </a:cxn>
              <a:cxn ang="0">
                <a:pos x="connsiteX3" y="connsiteY3"/>
              </a:cxn>
            </a:cxnLst>
            <a:rect l="l" t="t" r="r" b="b"/>
            <a:pathLst>
              <a:path w="2276475" h="4552950">
                <a:moveTo>
                  <a:pt x="0" y="4552950"/>
                </a:moveTo>
                <a:lnTo>
                  <a:pt x="2276475" y="2276475"/>
                </a:lnTo>
                <a:lnTo>
                  <a:pt x="0" y="0"/>
                </a:lnTo>
                <a:lnTo>
                  <a:pt x="0" y="4552950"/>
                </a:lnTo>
                <a:close/>
              </a:path>
            </a:pathLst>
          </a:custGeom>
          <a:solidFill>
            <a:srgbClr val="009CDE"/>
          </a:solidFill>
          <a:ln w="6347"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8260A6B-99BC-F882-827C-B543C896F373}"/>
              </a:ext>
            </a:extLst>
          </p:cNvPr>
          <p:cNvSpPr/>
          <p:nvPr/>
        </p:nvSpPr>
        <p:spPr>
          <a:xfrm>
            <a:off x="2276475" y="4135183"/>
            <a:ext cx="3800475" cy="2722816"/>
          </a:xfrm>
          <a:custGeom>
            <a:avLst/>
            <a:gdLst>
              <a:gd name="connsiteX0" fmla="*/ 3800475 w 3800475"/>
              <a:gd name="connsiteY0" fmla="*/ 2722816 h 2722816"/>
              <a:gd name="connsiteX1" fmla="*/ 1645222 w 3800475"/>
              <a:gd name="connsiteY1" fmla="*/ 2722816 h 2722816"/>
              <a:gd name="connsiteX2" fmla="*/ 0 w 3800475"/>
              <a:gd name="connsiteY2" fmla="*/ 1077595 h 2722816"/>
              <a:gd name="connsiteX3" fmla="*/ 1077595 w 3800475"/>
              <a:gd name="connsiteY3" fmla="*/ 0 h 2722816"/>
              <a:gd name="connsiteX4" fmla="*/ 3800475 w 3800475"/>
              <a:gd name="connsiteY4" fmla="*/ 2722816 h 272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75" h="2722816">
                <a:moveTo>
                  <a:pt x="3800475" y="2722816"/>
                </a:moveTo>
                <a:lnTo>
                  <a:pt x="1645222" y="2722816"/>
                </a:lnTo>
                <a:lnTo>
                  <a:pt x="0" y="1077595"/>
                </a:lnTo>
                <a:lnTo>
                  <a:pt x="1077595" y="0"/>
                </a:lnTo>
                <a:lnTo>
                  <a:pt x="3800475" y="2722816"/>
                </a:lnTo>
                <a:close/>
              </a:path>
            </a:pathLst>
          </a:custGeom>
          <a:solidFill>
            <a:srgbClr val="A50050"/>
          </a:solidFill>
          <a:ln w="634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0C207444-4D34-3FD1-2C3D-B25D389C3BB1}"/>
              </a:ext>
            </a:extLst>
          </p:cNvPr>
          <p:cNvSpPr txBox="1">
            <a:spLocks/>
          </p:cNvSpPr>
          <p:nvPr/>
        </p:nvSpPr>
        <p:spPr>
          <a:xfrm>
            <a:off x="5448828" y="2601119"/>
            <a:ext cx="6189388" cy="1655761"/>
          </a:xfrm>
          <a:prstGeom prst="rect">
            <a:avLst/>
          </a:prstGeom>
        </p:spPr>
        <p:txBody>
          <a:bodyPr rtlCol="0">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Vajon</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mi </a:t>
            </a:r>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lesz</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a </a:t>
            </a:r>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következő</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nagy </a:t>
            </a:r>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mérföldkő</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a:t>
            </a:r>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az</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MI </a:t>
            </a:r>
            <a:r>
              <a:rPr lang="en-GB" b="1" dirty="0" err="1">
                <a:solidFill>
                  <a:srgbClr val="00426A"/>
                </a:solidFill>
                <a:latin typeface="Arial" panose="020B0604020202020204" pitchFamily="34" charset="0"/>
                <a:ea typeface="Calibri" panose="020F0502020204030204" pitchFamily="34" charset="0"/>
                <a:cs typeface="Arial" panose="020B0604020202020204" pitchFamily="34" charset="0"/>
              </a:rPr>
              <a:t>történetében</a:t>
            </a:r>
            <a:r>
              <a:rPr lang="en-GB" b="1" dirty="0">
                <a:solidFill>
                  <a:srgbClr val="00426A"/>
                </a:solidFill>
                <a:latin typeface="Arial" panose="020B0604020202020204" pitchFamily="34" charset="0"/>
                <a:ea typeface="Calibri" panose="020F0502020204030204" pitchFamily="34" charset="0"/>
                <a:cs typeface="Arial" panose="020B0604020202020204" pitchFamily="34" charset="0"/>
              </a:rPr>
              <a:t>? </a:t>
            </a:r>
          </a:p>
        </p:txBody>
      </p:sp>
      <p:sp>
        <p:nvSpPr>
          <p:cNvPr id="3" name="Rectangle 2">
            <a:extLst>
              <a:ext uri="{FF2B5EF4-FFF2-40B4-BE49-F238E27FC236}">
                <a16:creationId xmlns:a16="http://schemas.microsoft.com/office/drawing/2014/main" id="{E53FD952-0F22-9CD7-3E91-06677D8A67CA}"/>
              </a:ext>
            </a:extLst>
          </p:cNvPr>
          <p:cNvSpPr/>
          <p:nvPr/>
        </p:nvSpPr>
        <p:spPr>
          <a:xfrm>
            <a:off x="5448828" y="4032563"/>
            <a:ext cx="4111232" cy="102620"/>
          </a:xfrm>
          <a:prstGeom prst="rect">
            <a:avLst/>
          </a:prstGeom>
          <a:solidFill>
            <a:srgbClr val="C4D600"/>
          </a:solidFill>
          <a:ln>
            <a:solidFill>
              <a:srgbClr val="C4D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highlight>
                <a:srgbClr val="C4D600"/>
              </a:highlight>
            </a:endParaRPr>
          </a:p>
        </p:txBody>
      </p:sp>
    </p:spTree>
    <p:extLst>
      <p:ext uri="{BB962C8B-B14F-4D97-AF65-F5344CB8AC3E}">
        <p14:creationId xmlns:p14="http://schemas.microsoft.com/office/powerpoint/2010/main" val="1325992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bcbf1ea-ed88-45c3-83e9-1db5d619e850">
      <Terms xmlns="http://schemas.microsoft.com/office/infopath/2007/PartnerControls"/>
    </lcf76f155ced4ddcb4097134ff3c332f>
    <TaxCatchAll xmlns="01727954-54e4-4ec2-a063-211cb0a80a1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7FBF2852E6E0498702774C9D65A85D" ma:contentTypeVersion="18" ma:contentTypeDescription="Create a new document." ma:contentTypeScope="" ma:versionID="e58d7ed85b72bbd3b6c9f00f65019f82">
  <xsd:schema xmlns:xsd="http://www.w3.org/2001/XMLSchema" xmlns:xs="http://www.w3.org/2001/XMLSchema" xmlns:p="http://schemas.microsoft.com/office/2006/metadata/properties" xmlns:ns2="bbcbf1ea-ed88-45c3-83e9-1db5d619e850" xmlns:ns3="01727954-54e4-4ec2-a063-211cb0a80a18" targetNamespace="http://schemas.microsoft.com/office/2006/metadata/properties" ma:root="true" ma:fieldsID="baa1f990f595f156c7c09896193931ad" ns2:_="" ns3:_="">
    <xsd:import namespace="bbcbf1ea-ed88-45c3-83e9-1db5d619e850"/>
    <xsd:import namespace="01727954-54e4-4ec2-a063-211cb0a80a1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cbf1ea-ed88-45c3-83e9-1db5d619e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15b5293-c845-4727-b97b-ea55abce833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1727954-54e4-4ec2-a063-211cb0a80a18"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cc1122b-bf76-4aab-8e09-b074c7469966}" ma:internalName="TaxCatchAll" ma:showField="CatchAllData" ma:web="01727954-54e4-4ec2-a063-211cb0a80a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CD73E3-CA9E-4EF5-BDEB-6F0CAC7E3581}">
  <ds:schemaRefs>
    <ds:schemaRef ds:uri="http://schemas.microsoft.com/office/infopath/2007/PartnerControls"/>
    <ds:schemaRef ds:uri="http://purl.org/dc/terms/"/>
    <ds:schemaRef ds:uri="http://purl.org/dc/dcmitype/"/>
    <ds:schemaRef ds:uri="http://schemas.microsoft.com/office/2006/documentManagement/types"/>
    <ds:schemaRef ds:uri="http://purl.org/dc/elements/1.1/"/>
    <ds:schemaRef ds:uri="bbcbf1ea-ed88-45c3-83e9-1db5d619e850"/>
    <ds:schemaRef ds:uri="http://www.w3.org/XML/1998/namespace"/>
    <ds:schemaRef ds:uri="http://schemas.microsoft.com/office/2006/metadata/properties"/>
    <ds:schemaRef ds:uri="http://schemas.openxmlformats.org/package/2006/metadata/core-properties"/>
    <ds:schemaRef ds:uri="01727954-54e4-4ec2-a063-211cb0a80a18"/>
  </ds:schemaRefs>
</ds:datastoreItem>
</file>

<file path=customXml/itemProps2.xml><?xml version="1.0" encoding="utf-8"?>
<ds:datastoreItem xmlns:ds="http://schemas.openxmlformats.org/officeDocument/2006/customXml" ds:itemID="{C36B6371-F7E6-42FE-A5A7-A0F11D0694D9}">
  <ds:schemaRefs>
    <ds:schemaRef ds:uri="http://schemas.microsoft.com/sharepoint/v3/contenttype/forms"/>
  </ds:schemaRefs>
</ds:datastoreItem>
</file>

<file path=customXml/itemProps3.xml><?xml version="1.0" encoding="utf-8"?>
<ds:datastoreItem xmlns:ds="http://schemas.openxmlformats.org/officeDocument/2006/customXml" ds:itemID="{33F3CEC8-CC9D-4280-AFF7-5C989CDFDA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cbf1ea-ed88-45c3-83e9-1db5d619e850"/>
    <ds:schemaRef ds:uri="01727954-54e4-4ec2-a063-211cb0a80a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160</TotalTime>
  <Words>2186</Words>
  <Application>Microsoft Office PowerPoint</Application>
  <PresentationFormat>Szélesvásznú</PresentationFormat>
  <Paragraphs>375</Paragraphs>
  <Slides>22</Slides>
  <Notes>22</Notes>
  <HiddenSlides>0</HiddenSlides>
  <MMClips>0</MMClips>
  <ScaleCrop>false</ScaleCrop>
  <HeadingPairs>
    <vt:vector size="6" baseType="variant">
      <vt:variant>
        <vt:lpstr>Használt betűtípusok</vt:lpstr>
      </vt:variant>
      <vt:variant>
        <vt:i4>6</vt:i4>
      </vt:variant>
      <vt:variant>
        <vt:lpstr>Téma</vt:lpstr>
      </vt:variant>
      <vt:variant>
        <vt:i4>2</vt:i4>
      </vt:variant>
      <vt:variant>
        <vt:lpstr>Diacímek</vt:lpstr>
      </vt:variant>
      <vt:variant>
        <vt:i4>22</vt:i4>
      </vt:variant>
    </vt:vector>
  </HeadingPairs>
  <TitlesOfParts>
    <vt:vector size="30" baseType="lpstr">
      <vt:lpstr>Aptos</vt:lpstr>
      <vt:lpstr>Aptos Display</vt:lpstr>
      <vt:lpstr>Arial</vt:lpstr>
      <vt:lpstr>Calibri</vt:lpstr>
      <vt:lpstr>Trebuchet MS</vt:lpstr>
      <vt:lpstr>Wingdings 3</vt:lpstr>
      <vt:lpstr>Office Theme</vt:lpstr>
      <vt:lpstr>Facet</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Dóczi Melinda</dc:creator>
  <cp:lastModifiedBy>Stumphauser Nóra</cp:lastModifiedBy>
  <cp:revision>12</cp:revision>
  <dcterms:created xsi:type="dcterms:W3CDTF">2025-09-16T15:00:16Z</dcterms:created>
  <dcterms:modified xsi:type="dcterms:W3CDTF">2026-01-29T14:51:41Z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0x010100F47FBF2852E6E0498702774C9D65A85D</vt:lpwstr>
  </property>
</Properties>
</file>