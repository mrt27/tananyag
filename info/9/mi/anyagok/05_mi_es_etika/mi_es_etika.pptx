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82" r:id="rId5"/>
    <p:sldId id="283" r:id="rId6"/>
    <p:sldId id="293" r:id="rId7"/>
    <p:sldId id="281" r:id="rId8"/>
    <p:sldId id="294" r:id="rId9"/>
    <p:sldId id="29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CDE"/>
    <a:srgbClr val="A50050"/>
    <a:srgbClr val="00426A"/>
    <a:srgbClr val="021B47"/>
    <a:srgbClr val="052246"/>
    <a:srgbClr val="C4D600"/>
    <a:srgbClr val="00C4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C7A8E9-67A1-416C-96CB-3B2000C2AF87}" v="39" dt="2026-02-02T12:26:14.5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462" autoAdjust="0"/>
  </p:normalViewPr>
  <p:slideViewPr>
    <p:cSldViewPr snapToGrid="0">
      <p:cViewPr varScale="1">
        <p:scale>
          <a:sx n="100" d="100"/>
          <a:sy n="100" d="100"/>
        </p:scale>
        <p:origin x="95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sordás Tamás" userId="afd19735-4ffa-4ee8-b609-b304f3eae04f" providerId="ADAL" clId="{7F4943F8-E00C-4D7C-BC9A-750B9B1C01D5}"/>
    <pc:docChg chg="undo redo custSel addSld delSld modSld sldOrd">
      <pc:chgData name="Csordás Tamás" userId="afd19735-4ffa-4ee8-b609-b304f3eae04f" providerId="ADAL" clId="{7F4943F8-E00C-4D7C-BC9A-750B9B1C01D5}" dt="2026-02-02T12:26:14.519" v="468" actId="20577"/>
      <pc:docMkLst>
        <pc:docMk/>
      </pc:docMkLst>
      <pc:sldChg chg="modSp">
        <pc:chgData name="Csordás Tamás" userId="afd19735-4ffa-4ee8-b609-b304f3eae04f" providerId="ADAL" clId="{7F4943F8-E00C-4D7C-BC9A-750B9B1C01D5}" dt="2026-02-02T12:26:14.519" v="468" actId="20577"/>
        <pc:sldMkLst>
          <pc:docMk/>
          <pc:sldMk cId="776299683" sldId="282"/>
        </pc:sldMkLst>
        <pc:spChg chg="mod">
          <ac:chgData name="Csordás Tamás" userId="afd19735-4ffa-4ee8-b609-b304f3eae04f" providerId="ADAL" clId="{7F4943F8-E00C-4D7C-BC9A-750B9B1C01D5}" dt="2026-02-02T12:26:14.519" v="468" actId="20577"/>
          <ac:spMkLst>
            <pc:docMk/>
            <pc:sldMk cId="776299683" sldId="282"/>
            <ac:spMk id="2" creationId="{A7533991-B854-12E9-29F5-4204F5649868}"/>
          </ac:spMkLst>
        </pc:spChg>
      </pc:sldChg>
      <pc:sldChg chg="del">
        <pc:chgData name="Csordás Tamás" userId="afd19735-4ffa-4ee8-b609-b304f3eae04f" providerId="ADAL" clId="{7F4943F8-E00C-4D7C-BC9A-750B9B1C01D5}" dt="2026-02-02T09:21:06.860" v="0" actId="47"/>
        <pc:sldMkLst>
          <pc:docMk/>
          <pc:sldMk cId="2327863820" sldId="284"/>
        </pc:sldMkLst>
      </pc:sldChg>
      <pc:sldChg chg="del">
        <pc:chgData name="Csordás Tamás" userId="afd19735-4ffa-4ee8-b609-b304f3eae04f" providerId="ADAL" clId="{7F4943F8-E00C-4D7C-BC9A-750B9B1C01D5}" dt="2026-02-02T09:21:08.020" v="1" actId="47"/>
        <pc:sldMkLst>
          <pc:docMk/>
          <pc:sldMk cId="3040919363" sldId="285"/>
        </pc:sldMkLst>
      </pc:sldChg>
      <pc:sldChg chg="modNotesTx">
        <pc:chgData name="Csordás Tamás" userId="afd19735-4ffa-4ee8-b609-b304f3eae04f" providerId="ADAL" clId="{7F4943F8-E00C-4D7C-BC9A-750B9B1C01D5}" dt="2026-02-02T12:15:06.124" v="290" actId="20577"/>
        <pc:sldMkLst>
          <pc:docMk/>
          <pc:sldMk cId="4034829606" sldId="293"/>
        </pc:sldMkLst>
      </pc:sldChg>
      <pc:sldChg chg="addSp delSp modSp add mod ord modNotesTx">
        <pc:chgData name="Csordás Tamás" userId="afd19735-4ffa-4ee8-b609-b304f3eae04f" providerId="ADAL" clId="{7F4943F8-E00C-4D7C-BC9A-750B9B1C01D5}" dt="2026-02-02T12:18:21.805" v="448" actId="20577"/>
        <pc:sldMkLst>
          <pc:docMk/>
          <pc:sldMk cId="241014501" sldId="294"/>
        </pc:sldMkLst>
        <pc:spChg chg="mod">
          <ac:chgData name="Csordás Tamás" userId="afd19735-4ffa-4ee8-b609-b304f3eae04f" providerId="ADAL" clId="{7F4943F8-E00C-4D7C-BC9A-750B9B1C01D5}" dt="2026-02-02T12:13:32.871" v="284" actId="1076"/>
          <ac:spMkLst>
            <pc:docMk/>
            <pc:sldMk cId="241014501" sldId="294"/>
            <ac:spMk id="2" creationId="{4F2B519D-1A08-0F2E-1D6C-D9B65AC1ED13}"/>
          </ac:spMkLst>
        </pc:spChg>
        <pc:spChg chg="del">
          <ac:chgData name="Csordás Tamás" userId="afd19735-4ffa-4ee8-b609-b304f3eae04f" providerId="ADAL" clId="{7F4943F8-E00C-4D7C-BC9A-750B9B1C01D5}" dt="2026-02-02T12:13:08.465" v="282" actId="478"/>
          <ac:spMkLst>
            <pc:docMk/>
            <pc:sldMk cId="241014501" sldId="294"/>
            <ac:spMk id="5" creationId="{7C180667-1A49-9BE8-656D-A365D4346629}"/>
          </ac:spMkLst>
        </pc:spChg>
        <pc:spChg chg="add del mod">
          <ac:chgData name="Csordás Tamás" userId="afd19735-4ffa-4ee8-b609-b304f3eae04f" providerId="ADAL" clId="{7F4943F8-E00C-4D7C-BC9A-750B9B1C01D5}" dt="2026-02-02T12:15:47.650" v="291" actId="5793"/>
          <ac:spMkLst>
            <pc:docMk/>
            <pc:sldMk cId="241014501" sldId="294"/>
            <ac:spMk id="9" creationId="{79D127CC-2D21-970E-1D84-BD1C7C4CF579}"/>
          </ac:spMkLst>
        </pc:spChg>
        <pc:spChg chg="mod">
          <ac:chgData name="Csordás Tamás" userId="afd19735-4ffa-4ee8-b609-b304f3eae04f" providerId="ADAL" clId="{7F4943F8-E00C-4D7C-BC9A-750B9B1C01D5}" dt="2026-02-02T12:12:19.853" v="280" actId="207"/>
          <ac:spMkLst>
            <pc:docMk/>
            <pc:sldMk cId="241014501" sldId="294"/>
            <ac:spMk id="11" creationId="{9F11C02F-A6BE-578D-ACDC-0F943B341113}"/>
          </ac:spMkLst>
        </pc:spChg>
        <pc:spChg chg="mod">
          <ac:chgData name="Csordás Tamás" userId="afd19735-4ffa-4ee8-b609-b304f3eae04f" providerId="ADAL" clId="{7F4943F8-E00C-4D7C-BC9A-750B9B1C01D5}" dt="2026-02-02T12:12:28.926" v="281" actId="207"/>
          <ac:spMkLst>
            <pc:docMk/>
            <pc:sldMk cId="241014501" sldId="294"/>
            <ac:spMk id="13" creationId="{2A63B9C8-740E-4E7F-AA4A-1226A6F88C8E}"/>
          </ac:spMkLst>
        </pc:spChg>
        <pc:spChg chg="mod">
          <ac:chgData name="Csordás Tamás" userId="afd19735-4ffa-4ee8-b609-b304f3eae04f" providerId="ADAL" clId="{7F4943F8-E00C-4D7C-BC9A-750B9B1C01D5}" dt="2026-02-02T12:15:52.199" v="292" actId="5793"/>
          <ac:spMkLst>
            <pc:docMk/>
            <pc:sldMk cId="241014501" sldId="294"/>
            <ac:spMk id="15" creationId="{AE80D550-981A-C391-4BBC-8522BC9050E2}"/>
          </ac:spMkLst>
        </pc:spChg>
        <pc:spChg chg="mod">
          <ac:chgData name="Csordás Tamás" userId="afd19735-4ffa-4ee8-b609-b304f3eae04f" providerId="ADAL" clId="{7F4943F8-E00C-4D7C-BC9A-750B9B1C01D5}" dt="2026-02-02T12:13:32.871" v="284" actId="1076"/>
          <ac:spMkLst>
            <pc:docMk/>
            <pc:sldMk cId="241014501" sldId="294"/>
            <ac:spMk id="30" creationId="{FAA43B03-2418-74BB-4C71-8A5EC8AEB259}"/>
          </ac:spMkLst>
        </pc:spChg>
        <pc:picChg chg="del mod">
          <ac:chgData name="Csordás Tamás" userId="afd19735-4ffa-4ee8-b609-b304f3eae04f" providerId="ADAL" clId="{7F4943F8-E00C-4D7C-BC9A-750B9B1C01D5}" dt="2026-02-02T10:42:58.553" v="20" actId="478"/>
          <ac:picMkLst>
            <pc:docMk/>
            <pc:sldMk cId="241014501" sldId="294"/>
            <ac:picMk id="8" creationId="{8E74EF31-2E98-7C53-51CE-8012FBACE507}"/>
          </ac:picMkLst>
        </pc:picChg>
        <pc:picChg chg="del mod">
          <ac:chgData name="Csordás Tamás" userId="afd19735-4ffa-4ee8-b609-b304f3eae04f" providerId="ADAL" clId="{7F4943F8-E00C-4D7C-BC9A-750B9B1C01D5}" dt="2026-02-02T10:42:59.574" v="21" actId="478"/>
          <ac:picMkLst>
            <pc:docMk/>
            <pc:sldMk cId="241014501" sldId="294"/>
            <ac:picMk id="10" creationId="{DE64D1A6-4351-B696-2DCA-EDEF1B1F9339}"/>
          </ac:picMkLst>
        </pc:picChg>
        <pc:picChg chg="del mod">
          <ac:chgData name="Csordás Tamás" userId="afd19735-4ffa-4ee8-b609-b304f3eae04f" providerId="ADAL" clId="{7F4943F8-E00C-4D7C-BC9A-750B9B1C01D5}" dt="2026-02-02T10:42:58.050" v="19" actId="478"/>
          <ac:picMkLst>
            <pc:docMk/>
            <pc:sldMk cId="241014501" sldId="294"/>
            <ac:picMk id="12" creationId="{CD92F512-5E18-3EB7-F443-563AFBBB107B}"/>
          </ac:picMkLst>
        </pc:picChg>
      </pc:sldChg>
      <pc:sldChg chg="del">
        <pc:chgData name="Csordás Tamás" userId="afd19735-4ffa-4ee8-b609-b304f3eae04f" providerId="ADAL" clId="{7F4943F8-E00C-4D7C-BC9A-750B9B1C01D5}" dt="2026-02-02T09:21:26.480" v="3" actId="47"/>
        <pc:sldMkLst>
          <pc:docMk/>
          <pc:sldMk cId="3845765397" sldId="294"/>
        </pc:sldMkLst>
      </pc:sldChg>
      <pc:sldChg chg="del">
        <pc:chgData name="Csordás Tamás" userId="afd19735-4ffa-4ee8-b609-b304f3eae04f" providerId="ADAL" clId="{7F4943F8-E00C-4D7C-BC9A-750B9B1C01D5}" dt="2026-02-02T09:21:23.911" v="2" actId="47"/>
        <pc:sldMkLst>
          <pc:docMk/>
          <pc:sldMk cId="3631354100" sldId="295"/>
        </pc:sldMkLst>
      </pc:sldChg>
      <pc:sldChg chg="addSp delSp modSp add mod modNotesTx">
        <pc:chgData name="Csordás Tamás" userId="afd19735-4ffa-4ee8-b609-b304f3eae04f" providerId="ADAL" clId="{7F4943F8-E00C-4D7C-BC9A-750B9B1C01D5}" dt="2026-02-02T12:17:46.756" v="376" actId="5793"/>
        <pc:sldMkLst>
          <pc:docMk/>
          <pc:sldMk cId="4157328117" sldId="295"/>
        </pc:sldMkLst>
        <pc:spChg chg="mod">
          <ac:chgData name="Csordás Tamás" userId="afd19735-4ffa-4ee8-b609-b304f3eae04f" providerId="ADAL" clId="{7F4943F8-E00C-4D7C-BC9A-750B9B1C01D5}" dt="2026-02-02T10:47:26.846" v="134" actId="1076"/>
          <ac:spMkLst>
            <pc:docMk/>
            <pc:sldMk cId="4157328117" sldId="295"/>
            <ac:spMk id="2" creationId="{E1B8D2C3-CD9F-1C35-9207-CEE49AC31F8B}"/>
          </ac:spMkLst>
        </pc:spChg>
        <pc:spChg chg="del">
          <ac:chgData name="Csordás Tamás" userId="afd19735-4ffa-4ee8-b609-b304f3eae04f" providerId="ADAL" clId="{7F4943F8-E00C-4D7C-BC9A-750B9B1C01D5}" dt="2026-02-02T10:47:16.814" v="133" actId="478"/>
          <ac:spMkLst>
            <pc:docMk/>
            <pc:sldMk cId="4157328117" sldId="295"/>
            <ac:spMk id="5" creationId="{A79DCFAB-4388-FFAC-344E-CAB0420BA3FD}"/>
          </ac:spMkLst>
        </pc:spChg>
        <pc:spChg chg="add mod">
          <ac:chgData name="Csordás Tamás" userId="afd19735-4ffa-4ee8-b609-b304f3eae04f" providerId="ADAL" clId="{7F4943F8-E00C-4D7C-BC9A-750B9B1C01D5}" dt="2026-02-02T12:17:46.756" v="376" actId="5793"/>
          <ac:spMkLst>
            <pc:docMk/>
            <pc:sldMk cId="4157328117" sldId="295"/>
            <ac:spMk id="6" creationId="{727806DA-90FF-99BC-0B18-BE9A3DEFC8D4}"/>
          </ac:spMkLst>
        </pc:spChg>
        <pc:spChg chg="add del mod">
          <ac:chgData name="Csordás Tamás" userId="afd19735-4ffa-4ee8-b609-b304f3eae04f" providerId="ADAL" clId="{7F4943F8-E00C-4D7C-BC9A-750B9B1C01D5}" dt="2026-02-02T12:10:30.611" v="275" actId="478"/>
          <ac:spMkLst>
            <pc:docMk/>
            <pc:sldMk cId="4157328117" sldId="295"/>
            <ac:spMk id="7" creationId="{5C059B54-70C9-BB3C-E493-33E0047CC6A4}"/>
          </ac:spMkLst>
        </pc:spChg>
        <pc:spChg chg="add mod">
          <ac:chgData name="Csordás Tamás" userId="afd19735-4ffa-4ee8-b609-b304f3eae04f" providerId="ADAL" clId="{7F4943F8-E00C-4D7C-BC9A-750B9B1C01D5}" dt="2026-02-02T12:17:44.237" v="375" actId="5793"/>
          <ac:spMkLst>
            <pc:docMk/>
            <pc:sldMk cId="4157328117" sldId="295"/>
            <ac:spMk id="8" creationId="{3411F501-9297-4A99-4420-34E717331CC3}"/>
          </ac:spMkLst>
        </pc:spChg>
        <pc:spChg chg="del">
          <ac:chgData name="Csordás Tamás" userId="afd19735-4ffa-4ee8-b609-b304f3eae04f" providerId="ADAL" clId="{7F4943F8-E00C-4D7C-BC9A-750B9B1C01D5}" dt="2026-02-02T10:47:12.009" v="130" actId="478"/>
          <ac:spMkLst>
            <pc:docMk/>
            <pc:sldMk cId="4157328117" sldId="295"/>
            <ac:spMk id="9" creationId="{650DD454-6C76-BB01-82CF-C8E8B8DBF0C3}"/>
          </ac:spMkLst>
        </pc:spChg>
        <pc:spChg chg="add del mod">
          <ac:chgData name="Csordás Tamás" userId="afd19735-4ffa-4ee8-b609-b304f3eae04f" providerId="ADAL" clId="{7F4943F8-E00C-4D7C-BC9A-750B9B1C01D5}" dt="2026-02-02T12:10:31.826" v="276" actId="478"/>
          <ac:spMkLst>
            <pc:docMk/>
            <pc:sldMk cId="4157328117" sldId="295"/>
            <ac:spMk id="10" creationId="{ED70ECA0-A109-DDDA-2EEC-EAA911ECC891}"/>
          </ac:spMkLst>
        </pc:spChg>
        <pc:spChg chg="del">
          <ac:chgData name="Csordás Tamás" userId="afd19735-4ffa-4ee8-b609-b304f3eae04f" providerId="ADAL" clId="{7F4943F8-E00C-4D7C-BC9A-750B9B1C01D5}" dt="2026-02-02T10:47:13.714" v="131" actId="478"/>
          <ac:spMkLst>
            <pc:docMk/>
            <pc:sldMk cId="4157328117" sldId="295"/>
            <ac:spMk id="15" creationId="{46856A7B-9A0C-2A3C-B7D2-B4CED18CE3A0}"/>
          </ac:spMkLst>
        </pc:spChg>
        <pc:spChg chg="mod">
          <ac:chgData name="Csordás Tamás" userId="afd19735-4ffa-4ee8-b609-b304f3eae04f" providerId="ADAL" clId="{7F4943F8-E00C-4D7C-BC9A-750B9B1C01D5}" dt="2026-02-02T10:47:26.846" v="134" actId="1076"/>
          <ac:spMkLst>
            <pc:docMk/>
            <pc:sldMk cId="4157328117" sldId="295"/>
            <ac:spMk id="30" creationId="{98570C2D-CABC-4784-D95F-A8FEBA8FCB1C}"/>
          </ac:spMkLst>
        </pc:spChg>
        <pc:grpChg chg="mod">
          <ac:chgData name="Csordás Tamás" userId="afd19735-4ffa-4ee8-b609-b304f3eae04f" providerId="ADAL" clId="{7F4943F8-E00C-4D7C-BC9A-750B9B1C01D5}" dt="2026-02-02T12:10:50.714" v="278" actId="1076"/>
          <ac:grpSpMkLst>
            <pc:docMk/>
            <pc:sldMk cId="4157328117" sldId="295"/>
            <ac:grpSpMk id="3" creationId="{54002B94-2BFC-E1DD-AD3D-E8821AE51DB9}"/>
          </ac:grpSpMkLst>
        </pc:grpChg>
      </pc:sldChg>
      <pc:sldChg chg="del">
        <pc:chgData name="Csordás Tamás" userId="afd19735-4ffa-4ee8-b609-b304f3eae04f" providerId="ADAL" clId="{7F4943F8-E00C-4D7C-BC9A-750B9B1C01D5}" dt="2026-02-02T09:21:27.399" v="4" actId="47"/>
        <pc:sldMkLst>
          <pc:docMk/>
          <pc:sldMk cId="2322886274" sldId="296"/>
        </pc:sldMkLst>
      </pc:sldChg>
      <pc:sldChg chg="del">
        <pc:chgData name="Csordás Tamás" userId="afd19735-4ffa-4ee8-b609-b304f3eae04f" providerId="ADAL" clId="{7F4943F8-E00C-4D7C-BC9A-750B9B1C01D5}" dt="2026-02-02T09:21:28.203" v="5" actId="47"/>
        <pc:sldMkLst>
          <pc:docMk/>
          <pc:sldMk cId="2725389685" sldId="297"/>
        </pc:sldMkLst>
      </pc:sldChg>
      <pc:sldChg chg="del">
        <pc:chgData name="Csordás Tamás" userId="afd19735-4ffa-4ee8-b609-b304f3eae04f" providerId="ADAL" clId="{7F4943F8-E00C-4D7C-BC9A-750B9B1C01D5}" dt="2026-02-02T09:21:28.819" v="6" actId="47"/>
        <pc:sldMkLst>
          <pc:docMk/>
          <pc:sldMk cId="4093031883" sldId="298"/>
        </pc:sldMkLst>
      </pc:sldChg>
      <pc:sldChg chg="del">
        <pc:chgData name="Csordás Tamás" userId="afd19735-4ffa-4ee8-b609-b304f3eae04f" providerId="ADAL" clId="{7F4943F8-E00C-4D7C-BC9A-750B9B1C01D5}" dt="2026-02-02T09:21:30.145" v="7" actId="47"/>
        <pc:sldMkLst>
          <pc:docMk/>
          <pc:sldMk cId="2950048036" sldId="299"/>
        </pc:sldMkLst>
      </pc:sldChg>
      <pc:sldChg chg="del">
        <pc:chgData name="Csordás Tamás" userId="afd19735-4ffa-4ee8-b609-b304f3eae04f" providerId="ADAL" clId="{7F4943F8-E00C-4D7C-BC9A-750B9B1C01D5}" dt="2026-02-02T09:21:35.944" v="8" actId="47"/>
        <pc:sldMkLst>
          <pc:docMk/>
          <pc:sldMk cId="3079434434" sldId="300"/>
        </pc:sldMkLst>
      </pc:sldChg>
      <pc:sldChg chg="del">
        <pc:chgData name="Csordás Tamás" userId="afd19735-4ffa-4ee8-b609-b304f3eae04f" providerId="ADAL" clId="{7F4943F8-E00C-4D7C-BC9A-750B9B1C01D5}" dt="2026-02-02T09:23:58.038" v="9" actId="2696"/>
        <pc:sldMkLst>
          <pc:docMk/>
          <pc:sldMk cId="1484285196" sldId="30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3A95FB-0E7F-4639-9D86-AB87F581AE6F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B1DAE1-856A-4075-989B-2C988F895D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83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360F6-88F5-CE44-9CE0-0ED766F2D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8F000E-4B33-F050-4846-3C7442DB8E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D465D4-714D-1B97-02E4-B3473BD349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Ráhangolódás</a:t>
            </a:r>
            <a:endParaRPr lang="hu-HU" dirty="0" err="1"/>
          </a:p>
          <a:p>
            <a:pPr marL="171450" indent="-171450">
              <a:buFont typeface="Arial"/>
              <a:buChar char="•"/>
            </a:pPr>
            <a:r>
              <a:rPr lang="en-US" dirty="0"/>
              <a:t>Mit </a:t>
            </a:r>
            <a:r>
              <a:rPr lang="en-US" dirty="0" err="1"/>
              <a:t>gondoltok</a:t>
            </a:r>
            <a:r>
              <a:rPr lang="en-US" dirty="0"/>
              <a:t>, </a:t>
            </a:r>
            <a:r>
              <a:rPr lang="en-US" dirty="0" err="1"/>
              <a:t>az</a:t>
            </a:r>
            <a:r>
              <a:rPr lang="en-US" dirty="0"/>
              <a:t> MI </a:t>
            </a:r>
            <a:r>
              <a:rPr lang="en-US" dirty="0" err="1"/>
              <a:t>mindig</a:t>
            </a:r>
            <a:r>
              <a:rPr lang="en-US" dirty="0"/>
              <a:t> </a:t>
            </a:r>
            <a:r>
              <a:rPr lang="en-US" dirty="0" err="1"/>
              <a:t>helyes</a:t>
            </a:r>
            <a:r>
              <a:rPr lang="en-US" dirty="0"/>
              <a:t> </a:t>
            </a:r>
            <a:r>
              <a:rPr lang="en-US" dirty="0" err="1"/>
              <a:t>döntést</a:t>
            </a:r>
            <a:r>
              <a:rPr lang="en-US" dirty="0"/>
              <a:t> </a:t>
            </a:r>
            <a:r>
              <a:rPr lang="en-US" dirty="0" err="1"/>
              <a:t>hoz</a:t>
            </a:r>
            <a:r>
              <a:rPr lang="en-US" dirty="0"/>
              <a:t>?</a:t>
            </a:r>
          </a:p>
          <a:p>
            <a:pPr marL="171450" indent="-171450">
              <a:buFont typeface="Arial"/>
              <a:buChar char="•"/>
            </a:pPr>
            <a:r>
              <a:rPr lang="en-US" dirty="0"/>
              <a:t>Mi </a:t>
            </a:r>
            <a:r>
              <a:rPr lang="en-US" dirty="0" err="1"/>
              <a:t>történhet</a:t>
            </a:r>
            <a:r>
              <a:rPr lang="en-US" dirty="0"/>
              <a:t>, ha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gép</a:t>
            </a:r>
            <a:r>
              <a:rPr lang="en-US" dirty="0"/>
              <a:t> </a:t>
            </a:r>
            <a:r>
              <a:rPr lang="en-US" dirty="0" err="1"/>
              <a:t>rosszul</a:t>
            </a:r>
            <a:r>
              <a:rPr lang="en-US" dirty="0"/>
              <a:t> </a:t>
            </a:r>
            <a:r>
              <a:rPr lang="en-US" dirty="0" err="1"/>
              <a:t>értelmez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helyzetet</a:t>
            </a:r>
            <a:r>
              <a:rPr lang="en-US" dirty="0"/>
              <a:t>?</a:t>
            </a:r>
          </a:p>
          <a:p>
            <a:pPr marL="171450" indent="-171450">
              <a:buFont typeface="Arial"/>
              <a:buChar char="•"/>
            </a:pPr>
            <a:endParaRPr lang="en-US" dirty="0"/>
          </a:p>
          <a:p>
            <a:r>
              <a:rPr lang="en-US" dirty="0"/>
              <a:t>Az MI </a:t>
            </a:r>
            <a:r>
              <a:rPr lang="en-US" dirty="0" err="1"/>
              <a:t>döntései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mindig</a:t>
            </a:r>
            <a:r>
              <a:rPr lang="en-US" dirty="0"/>
              <a:t> </a:t>
            </a:r>
            <a:r>
              <a:rPr lang="en-US" dirty="0" err="1"/>
              <a:t>egyértelműek</a:t>
            </a:r>
            <a:r>
              <a:rPr lang="en-US" dirty="0"/>
              <a:t>, </a:t>
            </a:r>
            <a:r>
              <a:rPr lang="en-US" dirty="0" err="1"/>
              <a:t>sokrszor</a:t>
            </a:r>
            <a:r>
              <a:rPr lang="en-US" dirty="0"/>
              <a:t> </a:t>
            </a:r>
            <a:r>
              <a:rPr lang="en-US" dirty="0" err="1"/>
              <a:t>etikai</a:t>
            </a:r>
            <a:r>
              <a:rPr lang="en-US" dirty="0"/>
              <a:t> </a:t>
            </a:r>
            <a:r>
              <a:rPr lang="en-US" dirty="0" err="1"/>
              <a:t>kérdéseket</a:t>
            </a:r>
            <a:r>
              <a:rPr lang="en-US" dirty="0"/>
              <a:t> </a:t>
            </a:r>
            <a:r>
              <a:rPr lang="en-US" dirty="0" err="1"/>
              <a:t>vetnek</a:t>
            </a:r>
            <a:r>
              <a:rPr lang="en-US" dirty="0"/>
              <a:t> </a:t>
            </a:r>
            <a:r>
              <a:rPr lang="en-US" dirty="0" err="1"/>
              <a:t>fel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3186A-3376-2114-EED3-C24901A30C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B1DAE1-856A-4075-989B-2C988F895DE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3954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/>
              <a:t>Mi </a:t>
            </a:r>
            <a:r>
              <a:rPr lang="en-GB" b="1" err="1"/>
              <a:t>ez</a:t>
            </a:r>
            <a:r>
              <a:rPr lang="en-GB" b="1"/>
              <a:t>?</a:t>
            </a:r>
            <a:r>
              <a:rPr lang="en-GB"/>
              <a:t> A GDPR (General Data Protection Regulation = </a:t>
            </a:r>
            <a:r>
              <a:rPr lang="en-GB" err="1"/>
              <a:t>Általános</a:t>
            </a:r>
            <a:r>
              <a:rPr lang="en-GB"/>
              <a:t> </a:t>
            </a:r>
            <a:r>
              <a:rPr lang="en-GB" err="1"/>
              <a:t>Adatvédelmi</a:t>
            </a:r>
            <a:r>
              <a:rPr lang="en-GB"/>
              <a:t> </a:t>
            </a:r>
            <a:r>
              <a:rPr lang="en-GB" err="1"/>
              <a:t>Rendelet</a:t>
            </a:r>
            <a:r>
              <a:rPr lang="en-GB"/>
              <a:t>) </a:t>
            </a:r>
            <a:r>
              <a:rPr lang="en-GB" err="1"/>
              <a:t>az</a:t>
            </a:r>
            <a:r>
              <a:rPr lang="en-GB"/>
              <a:t> </a:t>
            </a:r>
            <a:r>
              <a:rPr lang="en-GB" err="1"/>
              <a:t>Európai</a:t>
            </a:r>
            <a:r>
              <a:rPr lang="en-GB"/>
              <a:t> </a:t>
            </a:r>
            <a:r>
              <a:rPr lang="en-GB" err="1"/>
              <a:t>Unió</a:t>
            </a:r>
            <a:r>
              <a:rPr lang="en-GB"/>
              <a:t> </a:t>
            </a:r>
            <a:r>
              <a:rPr lang="en-GB" err="1"/>
              <a:t>adatvédelmi</a:t>
            </a:r>
            <a:r>
              <a:rPr lang="en-GB"/>
              <a:t> </a:t>
            </a:r>
            <a:r>
              <a:rPr lang="en-GB" err="1"/>
              <a:t>szabályozása</a:t>
            </a:r>
            <a:r>
              <a:rPr lang="en-GB"/>
              <a:t>, </a:t>
            </a:r>
            <a:r>
              <a:rPr lang="en-GB" err="1"/>
              <a:t>amely</a:t>
            </a:r>
            <a:r>
              <a:rPr lang="en-GB"/>
              <a:t> </a:t>
            </a:r>
            <a:r>
              <a:rPr lang="en-GB" b="1"/>
              <a:t>2018. </a:t>
            </a:r>
            <a:r>
              <a:rPr lang="en-GB" b="1" err="1"/>
              <a:t>május</a:t>
            </a:r>
            <a:r>
              <a:rPr lang="en-GB" b="1"/>
              <a:t> 25.</a:t>
            </a:r>
            <a:r>
              <a:rPr lang="en-GB" dirty="0"/>
              <a:t> </a:t>
            </a:r>
            <a:r>
              <a:rPr lang="en-GB" err="1"/>
              <a:t>óta</a:t>
            </a:r>
            <a:r>
              <a:rPr lang="en-GB"/>
              <a:t> </a:t>
            </a:r>
            <a:r>
              <a:rPr lang="en-GB" err="1"/>
              <a:t>érvényes</a:t>
            </a:r>
            <a:r>
              <a:rPr lang="en-GB"/>
              <a:t> </a:t>
            </a:r>
            <a:r>
              <a:rPr lang="en-GB" err="1"/>
              <a:t>minden</a:t>
            </a:r>
            <a:r>
              <a:rPr lang="en-GB"/>
              <a:t> EU-</a:t>
            </a:r>
            <a:r>
              <a:rPr lang="en-GB" err="1"/>
              <a:t>tagállamban</a:t>
            </a:r>
            <a:r>
              <a:rPr lang="en-GB"/>
              <a:t> – </a:t>
            </a:r>
            <a:r>
              <a:rPr lang="en-GB" err="1"/>
              <a:t>tehát</a:t>
            </a:r>
            <a:r>
              <a:rPr lang="en-GB"/>
              <a:t> </a:t>
            </a:r>
            <a:r>
              <a:rPr lang="en-GB" err="1"/>
              <a:t>Magyarországon</a:t>
            </a:r>
            <a:r>
              <a:rPr lang="en-GB"/>
              <a:t> is.</a:t>
            </a:r>
            <a:endParaRPr lang="hu-HU"/>
          </a:p>
          <a:p>
            <a:r>
              <a:rPr lang="en-GB" b="1" dirty="0" err="1"/>
              <a:t>Miért</a:t>
            </a:r>
            <a:r>
              <a:rPr lang="en-GB" b="1" dirty="0"/>
              <a:t> van </a:t>
            </a:r>
            <a:r>
              <a:rPr lang="en-GB" b="1" dirty="0" err="1"/>
              <a:t>rá</a:t>
            </a:r>
            <a:r>
              <a:rPr lang="en-GB" b="1" dirty="0"/>
              <a:t> </a:t>
            </a:r>
            <a:r>
              <a:rPr lang="en-GB" b="1" dirty="0" err="1"/>
              <a:t>szükség</a:t>
            </a:r>
            <a:r>
              <a:rPr lang="en-GB" b="1" dirty="0"/>
              <a:t>?</a:t>
            </a:r>
            <a:r>
              <a:rPr lang="en-GB" dirty="0"/>
              <a:t> Az internet </a:t>
            </a:r>
            <a:r>
              <a:rPr lang="en-GB" dirty="0" err="1"/>
              <a:t>korában</a:t>
            </a:r>
            <a:r>
              <a:rPr lang="en-GB" dirty="0"/>
              <a:t> </a:t>
            </a:r>
            <a:r>
              <a:rPr lang="en-GB" dirty="0" err="1"/>
              <a:t>rengeteg</a:t>
            </a:r>
            <a:r>
              <a:rPr lang="en-GB" dirty="0"/>
              <a:t> </a:t>
            </a:r>
            <a:r>
              <a:rPr lang="en-GB" dirty="0" err="1"/>
              <a:t>adatot</a:t>
            </a:r>
            <a:r>
              <a:rPr lang="en-GB" dirty="0"/>
              <a:t> </a:t>
            </a:r>
            <a:r>
              <a:rPr lang="en-GB" dirty="0" err="1"/>
              <a:t>adunk</a:t>
            </a:r>
            <a:r>
              <a:rPr lang="en-GB" dirty="0"/>
              <a:t> ki </a:t>
            </a:r>
            <a:r>
              <a:rPr lang="en-GB" dirty="0" err="1"/>
              <a:t>magunkról</a:t>
            </a:r>
            <a:r>
              <a:rPr lang="en-GB" dirty="0"/>
              <a:t> (</a:t>
            </a:r>
            <a:r>
              <a:rPr lang="en-GB" dirty="0" err="1"/>
              <a:t>profilképek</a:t>
            </a:r>
            <a:r>
              <a:rPr lang="en-GB" dirty="0"/>
              <a:t>, </a:t>
            </a:r>
            <a:r>
              <a:rPr lang="en-GB" dirty="0" err="1"/>
              <a:t>helyadatok</a:t>
            </a:r>
            <a:r>
              <a:rPr lang="en-GB" dirty="0"/>
              <a:t>, </a:t>
            </a:r>
            <a:r>
              <a:rPr lang="en-GB" dirty="0" err="1"/>
              <a:t>böngészési</a:t>
            </a:r>
            <a:r>
              <a:rPr lang="en-GB" dirty="0"/>
              <a:t> </a:t>
            </a:r>
            <a:r>
              <a:rPr lang="en-GB" dirty="0" err="1"/>
              <a:t>előzmények</a:t>
            </a:r>
            <a:r>
              <a:rPr lang="en-GB" dirty="0"/>
              <a:t>, e-mail </a:t>
            </a:r>
            <a:r>
              <a:rPr lang="en-GB" dirty="0" err="1"/>
              <a:t>címek</a:t>
            </a:r>
            <a:r>
              <a:rPr lang="en-GB" dirty="0"/>
              <a:t>, </a:t>
            </a:r>
            <a:r>
              <a:rPr lang="en-GB" dirty="0" err="1"/>
              <a:t>egészségügyi</a:t>
            </a:r>
            <a:r>
              <a:rPr lang="en-GB" dirty="0"/>
              <a:t> </a:t>
            </a:r>
            <a:r>
              <a:rPr lang="en-GB" dirty="0" err="1"/>
              <a:t>adatok</a:t>
            </a:r>
            <a:r>
              <a:rPr lang="en-GB" dirty="0"/>
              <a:t>). </a:t>
            </a:r>
            <a:r>
              <a:rPr lang="en-GB" dirty="0" err="1"/>
              <a:t>Ezek</a:t>
            </a:r>
            <a:r>
              <a:rPr lang="en-GB" dirty="0"/>
              <a:t> </a:t>
            </a:r>
            <a:r>
              <a:rPr lang="en-GB" dirty="0" err="1"/>
              <a:t>nagyon</a:t>
            </a:r>
            <a:r>
              <a:rPr lang="en-GB" dirty="0"/>
              <a:t> </a:t>
            </a:r>
            <a:r>
              <a:rPr lang="en-GB" dirty="0" err="1"/>
              <a:t>értékesek</a:t>
            </a:r>
            <a:r>
              <a:rPr lang="en-GB" dirty="0"/>
              <a:t> a </a:t>
            </a:r>
            <a:r>
              <a:rPr lang="en-GB" dirty="0" err="1"/>
              <a:t>cégeknek</a:t>
            </a:r>
            <a:r>
              <a:rPr lang="en-GB" dirty="0"/>
              <a:t>, </a:t>
            </a:r>
            <a:r>
              <a:rPr lang="en-GB" dirty="0" err="1"/>
              <a:t>mert</a:t>
            </a:r>
            <a:r>
              <a:rPr lang="en-GB" dirty="0"/>
              <a:t> </a:t>
            </a:r>
            <a:r>
              <a:rPr lang="en-GB" dirty="0" err="1"/>
              <a:t>segítségükkel</a:t>
            </a:r>
            <a:r>
              <a:rPr lang="en-GB" dirty="0"/>
              <a:t> </a:t>
            </a:r>
            <a:r>
              <a:rPr lang="en-GB" dirty="0" err="1"/>
              <a:t>hirdetéseket</a:t>
            </a:r>
            <a:r>
              <a:rPr lang="en-GB" dirty="0"/>
              <a:t> </a:t>
            </a:r>
            <a:r>
              <a:rPr lang="en-GB" dirty="0" err="1"/>
              <a:t>céloznak</a:t>
            </a:r>
            <a:r>
              <a:rPr lang="en-GB" dirty="0"/>
              <a:t>, </a:t>
            </a:r>
            <a:r>
              <a:rPr lang="en-GB" dirty="0" err="1"/>
              <a:t>profilokat</a:t>
            </a:r>
            <a:r>
              <a:rPr lang="en-GB" dirty="0"/>
              <a:t> </a:t>
            </a:r>
            <a:r>
              <a:rPr lang="en-GB" dirty="0" err="1"/>
              <a:t>építenek</a:t>
            </a:r>
            <a:r>
              <a:rPr lang="en-GB" dirty="0"/>
              <a:t>, </a:t>
            </a:r>
            <a:r>
              <a:rPr lang="en-GB" dirty="0" err="1"/>
              <a:t>vagy</a:t>
            </a:r>
            <a:r>
              <a:rPr lang="en-GB" dirty="0"/>
              <a:t> </a:t>
            </a:r>
            <a:r>
              <a:rPr lang="en-GB" dirty="0" err="1"/>
              <a:t>akár</a:t>
            </a:r>
            <a:r>
              <a:rPr lang="en-GB" dirty="0"/>
              <a:t> </a:t>
            </a:r>
            <a:r>
              <a:rPr lang="en-GB" dirty="0" err="1"/>
              <a:t>vissza</a:t>
            </a:r>
            <a:r>
              <a:rPr lang="en-GB" dirty="0"/>
              <a:t> is </a:t>
            </a:r>
            <a:r>
              <a:rPr lang="en-GB" dirty="0" err="1"/>
              <a:t>élhetnek</a:t>
            </a:r>
            <a:r>
              <a:rPr lang="en-GB" dirty="0"/>
              <a:t> </a:t>
            </a:r>
            <a:r>
              <a:rPr lang="en-GB" dirty="0" err="1"/>
              <a:t>velük</a:t>
            </a:r>
            <a:r>
              <a:rPr lang="en-GB" dirty="0"/>
              <a:t>. A GDPR </a:t>
            </a:r>
            <a:r>
              <a:rPr lang="en-GB" dirty="0" err="1"/>
              <a:t>célja</a:t>
            </a:r>
            <a:r>
              <a:rPr lang="en-GB" dirty="0"/>
              <a:t>, </a:t>
            </a:r>
            <a:r>
              <a:rPr lang="en-GB" dirty="0" err="1"/>
              <a:t>hogy</a:t>
            </a:r>
            <a:r>
              <a:rPr lang="en-GB" dirty="0"/>
              <a:t> </a:t>
            </a:r>
            <a:r>
              <a:rPr lang="en-GB" b="1" dirty="0" err="1"/>
              <a:t>téged</a:t>
            </a:r>
            <a:r>
              <a:rPr lang="en-GB" b="1" dirty="0"/>
              <a:t> </a:t>
            </a:r>
            <a:r>
              <a:rPr lang="en-GB" b="1" dirty="0" err="1"/>
              <a:t>védjen</a:t>
            </a:r>
            <a:r>
              <a:rPr lang="en-GB" dirty="0"/>
              <a:t> </a:t>
            </a:r>
            <a:r>
              <a:rPr lang="en-GB" dirty="0" err="1"/>
              <a:t>ebben</a:t>
            </a:r>
            <a:r>
              <a:rPr lang="en-GB" dirty="0"/>
              <a:t> a </a:t>
            </a:r>
            <a:r>
              <a:rPr lang="en-GB" dirty="0" err="1"/>
              <a:t>digitális</a:t>
            </a:r>
            <a:r>
              <a:rPr lang="en-GB" dirty="0"/>
              <a:t> </a:t>
            </a:r>
            <a:r>
              <a:rPr lang="en-GB" dirty="0" err="1"/>
              <a:t>világban</a:t>
            </a:r>
            <a:r>
              <a:rPr lang="en-GB" dirty="0"/>
              <a:t>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B1DAE1-856A-4075-989B-2C988F895DE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3289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E877B-99E0-690A-257F-7E5952C15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D3CD78-F9A4-4580-AE5A-D9A74A87E3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1FAADD-9D62-50E0-3427-BF04F966ED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GDPR </a:t>
            </a:r>
            <a:r>
              <a:rPr lang="en-GB" b="1" dirty="0" err="1"/>
              <a:t>és</a:t>
            </a:r>
            <a:r>
              <a:rPr lang="en-GB" b="1" dirty="0"/>
              <a:t> MI </a:t>
            </a:r>
            <a:r>
              <a:rPr lang="en-GB" b="1" dirty="0" err="1"/>
              <a:t>kapcsolata</a:t>
            </a:r>
            <a:endParaRPr lang="hu-HU" dirty="0" err="1"/>
          </a:p>
          <a:p>
            <a:r>
              <a:rPr lang="en-GB" dirty="0"/>
              <a:t>Az MI </a:t>
            </a:r>
            <a:r>
              <a:rPr lang="en-GB" dirty="0" err="1"/>
              <a:t>rendszerek</a:t>
            </a:r>
            <a:r>
              <a:rPr lang="en-GB" dirty="0"/>
              <a:t> - </a:t>
            </a:r>
            <a:r>
              <a:rPr lang="en-GB" dirty="0" err="1"/>
              <a:t>például</a:t>
            </a:r>
            <a:r>
              <a:rPr lang="en-GB" dirty="0"/>
              <a:t> a </a:t>
            </a:r>
            <a:r>
              <a:rPr lang="en-GB" dirty="0" err="1"/>
              <a:t>közösségi</a:t>
            </a:r>
            <a:r>
              <a:rPr lang="en-GB" dirty="0"/>
              <a:t> </a:t>
            </a:r>
            <a:r>
              <a:rPr lang="en-GB" dirty="0" err="1"/>
              <a:t>médiában</a:t>
            </a:r>
            <a:r>
              <a:rPr lang="en-GB" dirty="0"/>
              <a:t> a </a:t>
            </a:r>
            <a:r>
              <a:rPr lang="en-GB" dirty="0" err="1"/>
              <a:t>hírfolyam</a:t>
            </a:r>
            <a:r>
              <a:rPr lang="en-GB" dirty="0"/>
              <a:t>, a </a:t>
            </a:r>
            <a:r>
              <a:rPr lang="en-GB" dirty="0" err="1"/>
              <a:t>chatbotok</a:t>
            </a:r>
            <a:r>
              <a:rPr lang="en-GB" dirty="0"/>
              <a:t> </a:t>
            </a:r>
            <a:r>
              <a:rPr lang="en-GB" dirty="0" err="1"/>
              <a:t>vagy</a:t>
            </a:r>
            <a:r>
              <a:rPr lang="en-GB" dirty="0"/>
              <a:t> </a:t>
            </a:r>
            <a:r>
              <a:rPr lang="en-GB" dirty="0" err="1"/>
              <a:t>az</a:t>
            </a:r>
            <a:r>
              <a:rPr lang="en-GB" dirty="0"/>
              <a:t> </a:t>
            </a:r>
            <a:r>
              <a:rPr lang="en-GB" dirty="0" err="1"/>
              <a:t>arcfelismerő</a:t>
            </a:r>
            <a:r>
              <a:rPr lang="en-GB" dirty="0"/>
              <a:t> </a:t>
            </a:r>
            <a:r>
              <a:rPr lang="en-GB" dirty="0" err="1"/>
              <a:t>programok</a:t>
            </a:r>
            <a:r>
              <a:rPr lang="en-GB" dirty="0"/>
              <a:t> - </a:t>
            </a:r>
            <a:r>
              <a:rPr lang="en-GB" dirty="0" err="1"/>
              <a:t>hatalmas</a:t>
            </a:r>
            <a:r>
              <a:rPr lang="en-GB" dirty="0"/>
              <a:t> </a:t>
            </a:r>
            <a:r>
              <a:rPr lang="en-GB" dirty="0" err="1"/>
              <a:t>mennyiségű</a:t>
            </a:r>
            <a:r>
              <a:rPr lang="en-GB" dirty="0"/>
              <a:t> </a:t>
            </a:r>
            <a:r>
              <a:rPr lang="en-GB" dirty="0" err="1"/>
              <a:t>adatot</a:t>
            </a:r>
            <a:r>
              <a:rPr lang="en-GB" dirty="0"/>
              <a:t> </a:t>
            </a:r>
            <a:r>
              <a:rPr lang="en-GB" dirty="0" err="1"/>
              <a:t>gyűjtenek</a:t>
            </a:r>
            <a:r>
              <a:rPr lang="en-GB" dirty="0"/>
              <a:t> </a:t>
            </a:r>
            <a:r>
              <a:rPr lang="en-GB" dirty="0" err="1"/>
              <a:t>és</a:t>
            </a:r>
            <a:r>
              <a:rPr lang="en-GB" dirty="0"/>
              <a:t> </a:t>
            </a:r>
            <a:r>
              <a:rPr lang="en-GB" dirty="0" err="1"/>
              <a:t>elemeznek</a:t>
            </a:r>
            <a:r>
              <a:rPr lang="en-GB" dirty="0"/>
              <a:t>. </a:t>
            </a:r>
            <a:r>
              <a:rPr lang="en-GB" dirty="0" err="1"/>
              <a:t>Ezek</a:t>
            </a:r>
            <a:r>
              <a:rPr lang="en-GB" dirty="0"/>
              <a:t> </a:t>
            </a:r>
            <a:r>
              <a:rPr lang="en-GB" dirty="0" err="1"/>
              <a:t>gyakran</a:t>
            </a:r>
            <a:r>
              <a:rPr lang="en-GB" dirty="0"/>
              <a:t> </a:t>
            </a:r>
            <a:r>
              <a:rPr lang="en-GB" dirty="0" err="1"/>
              <a:t>személyes</a:t>
            </a:r>
            <a:r>
              <a:rPr lang="en-GB" dirty="0"/>
              <a:t> </a:t>
            </a:r>
            <a:r>
              <a:rPr lang="en-GB" dirty="0" err="1"/>
              <a:t>adatok</a:t>
            </a:r>
            <a:r>
              <a:rPr lang="en-GB" dirty="0"/>
              <a:t> (pl. </a:t>
            </a:r>
            <a:r>
              <a:rPr lang="en-GB" dirty="0" err="1"/>
              <a:t>fotók</a:t>
            </a:r>
            <a:r>
              <a:rPr lang="en-GB" dirty="0"/>
              <a:t>, </a:t>
            </a:r>
            <a:r>
              <a:rPr lang="en-GB" dirty="0" err="1"/>
              <a:t>hangminták</a:t>
            </a:r>
            <a:r>
              <a:rPr lang="en-GB" dirty="0"/>
              <a:t>, </a:t>
            </a:r>
            <a:r>
              <a:rPr lang="en-GB" dirty="0" err="1"/>
              <a:t>üzenetek</a:t>
            </a:r>
            <a:r>
              <a:rPr lang="en-GB" dirty="0"/>
              <a:t>, </a:t>
            </a:r>
            <a:r>
              <a:rPr lang="en-GB" dirty="0" err="1"/>
              <a:t>helyadatok</a:t>
            </a:r>
            <a:r>
              <a:rPr lang="en-GB" dirty="0"/>
              <a:t>). A GDPR </a:t>
            </a:r>
            <a:r>
              <a:rPr lang="en-GB" dirty="0" err="1"/>
              <a:t>szabályozza</a:t>
            </a:r>
            <a:r>
              <a:rPr lang="en-GB" dirty="0"/>
              <a:t>, </a:t>
            </a:r>
            <a:r>
              <a:rPr lang="en-GB" dirty="0" err="1"/>
              <a:t>hogyan</a:t>
            </a:r>
            <a:r>
              <a:rPr lang="en-GB" dirty="0"/>
              <a:t> </a:t>
            </a:r>
            <a:r>
              <a:rPr lang="en-GB" dirty="0" err="1"/>
              <a:t>lehet</a:t>
            </a:r>
            <a:r>
              <a:rPr lang="en-GB" dirty="0"/>
              <a:t> </a:t>
            </a:r>
            <a:r>
              <a:rPr lang="en-GB" dirty="0" err="1"/>
              <a:t>ezeket</a:t>
            </a:r>
            <a:r>
              <a:rPr lang="en-GB" dirty="0"/>
              <a:t> </a:t>
            </a:r>
            <a:r>
              <a:rPr lang="en-GB" dirty="0" err="1"/>
              <a:t>az</a:t>
            </a:r>
            <a:r>
              <a:rPr lang="en-GB" dirty="0"/>
              <a:t> </a:t>
            </a:r>
            <a:r>
              <a:rPr lang="en-GB" dirty="0" err="1"/>
              <a:t>adatokat</a:t>
            </a:r>
            <a:r>
              <a:rPr lang="en-GB" dirty="0"/>
              <a:t> </a:t>
            </a:r>
            <a:r>
              <a:rPr lang="en-GB" b="1" dirty="0" err="1"/>
              <a:t>törvényesen</a:t>
            </a:r>
            <a:r>
              <a:rPr lang="en-GB" b="1" dirty="0"/>
              <a:t> </a:t>
            </a:r>
            <a:r>
              <a:rPr lang="en-GB" b="1" dirty="0" err="1"/>
              <a:t>és</a:t>
            </a:r>
            <a:r>
              <a:rPr lang="en-GB" b="1" dirty="0"/>
              <a:t> </a:t>
            </a:r>
            <a:r>
              <a:rPr lang="en-GB" b="1" dirty="0" err="1"/>
              <a:t>etikus</a:t>
            </a:r>
            <a:r>
              <a:rPr lang="en-GB" b="1" dirty="0"/>
              <a:t> </a:t>
            </a:r>
            <a:r>
              <a:rPr lang="en-GB" b="1" dirty="0" err="1"/>
              <a:t>módon</a:t>
            </a:r>
            <a:r>
              <a:rPr lang="en-GB" dirty="0"/>
              <a:t> </a:t>
            </a:r>
            <a:r>
              <a:rPr lang="en-GB" dirty="0" err="1"/>
              <a:t>felhasználni</a:t>
            </a:r>
            <a:r>
              <a:rPr lang="en-GB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B49AA-6193-C002-9245-12A669E113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B1DAE1-856A-4075-989B-2C988F895DE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90484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B2550-EFBC-4935-CA3E-3E3AA83EF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130548-026F-6401-F691-C6D4777B6D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97F6D1-B85A-F7BA-19E9-3E353A4D6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Példa</a:t>
            </a:r>
            <a:r>
              <a:rPr lang="en-US" b="1" dirty="0"/>
              <a:t> </a:t>
            </a:r>
            <a:r>
              <a:rPr lang="en-US" b="1" dirty="0" err="1"/>
              <a:t>mindennapi</a:t>
            </a:r>
            <a:r>
              <a:rPr lang="en-US" b="1" dirty="0"/>
              <a:t> </a:t>
            </a:r>
            <a:r>
              <a:rPr lang="en-US" b="1" dirty="0" err="1"/>
              <a:t>életben</a:t>
            </a:r>
            <a:r>
              <a:rPr lang="en-US" b="1" dirty="0"/>
              <a:t> MI </a:t>
            </a:r>
            <a:r>
              <a:rPr lang="en-US" b="1" dirty="0" err="1"/>
              <a:t>adatgyűjtésre</a:t>
            </a:r>
            <a:endParaRPr lang="hu-HU" dirty="0" err="1"/>
          </a:p>
          <a:p>
            <a:pPr marL="171450" indent="-171450">
              <a:buFont typeface="Arial"/>
              <a:buChar char="•"/>
            </a:pPr>
            <a:r>
              <a:rPr lang="en-US" dirty="0"/>
              <a:t>Ha TikTok </a:t>
            </a:r>
            <a:r>
              <a:rPr lang="en-US" dirty="0" err="1"/>
              <a:t>vagy</a:t>
            </a:r>
            <a:r>
              <a:rPr lang="en-US" dirty="0"/>
              <a:t> Instagram </a:t>
            </a:r>
            <a:r>
              <a:rPr lang="en-US" dirty="0" err="1"/>
              <a:t>használata</a:t>
            </a:r>
            <a:r>
              <a:rPr lang="en-US" dirty="0"/>
              <a:t> </a:t>
            </a:r>
            <a:r>
              <a:rPr lang="en-US" dirty="0" err="1"/>
              <a:t>közben</a:t>
            </a:r>
            <a:r>
              <a:rPr lang="en-US" dirty="0"/>
              <a:t> </a:t>
            </a:r>
            <a:r>
              <a:rPr lang="en-US" dirty="0" err="1"/>
              <a:t>ajánlásokat</a:t>
            </a:r>
            <a:r>
              <a:rPr lang="en-US" dirty="0"/>
              <a:t> </a:t>
            </a:r>
            <a:r>
              <a:rPr lang="en-US" dirty="0" err="1"/>
              <a:t>kapsz</a:t>
            </a:r>
            <a:r>
              <a:rPr lang="en-US" dirty="0"/>
              <a:t> (</a:t>
            </a:r>
            <a:r>
              <a:rPr lang="en-US" dirty="0" err="1"/>
              <a:t>zenék</a:t>
            </a:r>
            <a:r>
              <a:rPr lang="en-US" dirty="0"/>
              <a:t>, </a:t>
            </a:r>
            <a:r>
              <a:rPr lang="en-US" dirty="0" err="1"/>
              <a:t>videók</a:t>
            </a:r>
            <a:r>
              <a:rPr lang="en-US" dirty="0"/>
              <a:t>), </a:t>
            </a:r>
            <a:r>
              <a:rPr lang="en-US" dirty="0" err="1"/>
              <a:t>az</a:t>
            </a:r>
            <a:r>
              <a:rPr lang="en-US" dirty="0"/>
              <a:t> MI </a:t>
            </a:r>
            <a:r>
              <a:rPr lang="en-US" dirty="0" err="1"/>
              <a:t>algoritmus</a:t>
            </a:r>
            <a:r>
              <a:rPr lang="en-US" dirty="0"/>
              <a:t> a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adataidból</a:t>
            </a:r>
            <a:r>
              <a:rPr lang="en-US" dirty="0"/>
              <a:t> </a:t>
            </a:r>
            <a:r>
              <a:rPr lang="en-US" dirty="0" err="1"/>
              <a:t>tanul</a:t>
            </a:r>
            <a:r>
              <a:rPr lang="en-US" dirty="0"/>
              <a:t>.</a:t>
            </a:r>
          </a:p>
          <a:p>
            <a:pPr marL="171450" indent="-171450">
              <a:buFont typeface="Arial"/>
              <a:buChar char="•"/>
            </a:pPr>
            <a:r>
              <a:rPr lang="en-US" dirty="0"/>
              <a:t>Az </a:t>
            </a:r>
            <a:r>
              <a:rPr lang="en-US" dirty="0" err="1"/>
              <a:t>adatok</a:t>
            </a:r>
            <a:r>
              <a:rPr lang="en-US" dirty="0"/>
              <a:t> </a:t>
            </a:r>
            <a:r>
              <a:rPr lang="en-US" dirty="0" err="1"/>
              <a:t>értékesek</a:t>
            </a:r>
            <a:r>
              <a:rPr lang="en-US" dirty="0"/>
              <a:t> → </a:t>
            </a:r>
            <a:r>
              <a:rPr lang="en-US" dirty="0" err="1"/>
              <a:t>szokásaid</a:t>
            </a:r>
            <a:r>
              <a:rPr lang="en-US" dirty="0"/>
              <a:t>, </a:t>
            </a:r>
            <a:r>
              <a:rPr lang="en-US" dirty="0" err="1"/>
              <a:t>érdeklődésed</a:t>
            </a:r>
            <a:r>
              <a:rPr lang="en-US" dirty="0"/>
              <a:t>, </a:t>
            </a:r>
            <a:r>
              <a:rPr lang="en-US" dirty="0" err="1"/>
              <a:t>helyzeted</a:t>
            </a:r>
            <a:r>
              <a:rPr lang="en-US" dirty="0"/>
              <a:t> mind „</a:t>
            </a:r>
            <a:r>
              <a:rPr lang="en-US" dirty="0" err="1"/>
              <a:t>digitális</a:t>
            </a:r>
            <a:r>
              <a:rPr lang="en-US" dirty="0"/>
              <a:t> </a:t>
            </a:r>
            <a:r>
              <a:rPr lang="en-US" dirty="0" err="1"/>
              <a:t>nyom</a:t>
            </a:r>
            <a:r>
              <a:rPr lang="en-US" dirty="0"/>
              <a:t>”. A </a:t>
            </a:r>
            <a:r>
              <a:rPr lang="en-US" dirty="0" err="1"/>
              <a:t>digitális</a:t>
            </a:r>
            <a:r>
              <a:rPr lang="en-US" dirty="0"/>
              <a:t> </a:t>
            </a:r>
            <a:r>
              <a:rPr lang="en-US" dirty="0" err="1"/>
              <a:t>nyom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csak</a:t>
            </a:r>
            <a:r>
              <a:rPr lang="en-US" dirty="0"/>
              <a:t> </a:t>
            </a:r>
            <a:r>
              <a:rPr lang="en-US" dirty="0" err="1"/>
              <a:t>ezeket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adatokat</a:t>
            </a:r>
            <a:r>
              <a:rPr lang="en-US" dirty="0"/>
              <a:t> </a:t>
            </a:r>
            <a:r>
              <a:rPr lang="en-US" dirty="0" err="1"/>
              <a:t>tartalmazza</a:t>
            </a:r>
            <a:r>
              <a:rPr lang="en-US" dirty="0"/>
              <a:t>, de 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nyomot</a:t>
            </a:r>
            <a:r>
              <a:rPr lang="en-US" dirty="0"/>
              <a:t>, </a:t>
            </a:r>
            <a:r>
              <a:rPr lang="en-US" dirty="0" err="1"/>
              <a:t>amit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interneten</a:t>
            </a:r>
            <a:r>
              <a:rPr lang="en-US" dirty="0"/>
              <a:t> </a:t>
            </a:r>
            <a:r>
              <a:rPr lang="en-US" dirty="0" err="1"/>
              <a:t>hagysz</a:t>
            </a:r>
            <a:r>
              <a:rPr lang="en-US" dirty="0"/>
              <a:t>. Ebbe </a:t>
            </a:r>
            <a:r>
              <a:rPr lang="en-US" dirty="0" err="1"/>
              <a:t>tartoznak</a:t>
            </a:r>
            <a:r>
              <a:rPr lang="en-US" dirty="0"/>
              <a:t> a </a:t>
            </a:r>
            <a:r>
              <a:rPr lang="en-US" dirty="0" err="1"/>
              <a:t>közösségi</a:t>
            </a:r>
            <a:r>
              <a:rPr lang="en-US" dirty="0"/>
              <a:t> </a:t>
            </a:r>
            <a:r>
              <a:rPr lang="en-US" dirty="0" err="1"/>
              <a:t>média</a:t>
            </a:r>
            <a:r>
              <a:rPr lang="en-US" dirty="0"/>
              <a:t> </a:t>
            </a:r>
            <a:r>
              <a:rPr lang="en-US" dirty="0" err="1"/>
              <a:t>posztjaid</a:t>
            </a:r>
            <a:r>
              <a:rPr lang="en-US" dirty="0"/>
              <a:t>, </a:t>
            </a:r>
            <a:r>
              <a:rPr lang="en-US" dirty="0" err="1"/>
              <a:t>kereséseid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a </a:t>
            </a:r>
            <a:r>
              <a:rPr lang="en-US" dirty="0" err="1"/>
              <a:t>weboldalak</a:t>
            </a:r>
            <a:r>
              <a:rPr lang="en-US" dirty="0"/>
              <a:t> is, </a:t>
            </a:r>
            <a:r>
              <a:rPr lang="en-US" dirty="0" err="1"/>
              <a:t>amiket</a:t>
            </a:r>
            <a:r>
              <a:rPr lang="en-US" dirty="0"/>
              <a:t> </a:t>
            </a:r>
            <a:r>
              <a:rPr lang="en-US" dirty="0" err="1"/>
              <a:t>meglátogatsz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A4D56-78A9-BE78-2A8C-C3AEF672C9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B1DAE1-856A-4075-989B-2C988F895DE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55755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FD8D5-2BF2-4F7C-7D48-135E1532E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485FD4-7A54-D19D-4AEC-A9B803C456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1E7A5F-7865-214D-9D0A-4EBA57C164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Előfordult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már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hogy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„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csak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még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egy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videót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akartál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megnézni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…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aztán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belőle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10? Volt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már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hogy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YouTube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olyan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videót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dobott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fel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amit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nem</a:t>
            </a:r>
            <a:r>
              <a:rPr lang="en-GB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kerestél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mégis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megnéztél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Szoktál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főoldalról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videót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indítani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kereséssel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pPr rtl="0"/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Ezeket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nem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véletlenül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kapjuk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 YouTube MI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alapú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ajánlórendszere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dönt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róla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Mit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tudhat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rólunk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YouTube?</a:t>
            </a:r>
          </a:p>
          <a:p>
            <a:pPr rtl="0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YouTube MI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előnyeinek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kockázatainak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felismerése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CBD97-EE4E-F4B8-5760-606E74C8BC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B1DAE1-856A-4075-989B-2C988F895DE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51000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E5F84-6F08-D519-BB64-F484EACC2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95D4A0-D39D-4D22-6F45-EE03E41294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C5B976-A336-1CDA-4E7C-A897556C30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F3EF1-61E0-BACA-5E2F-8C1939E704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B1DAE1-856A-4075-989B-2C988F895DE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7935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A430653-BF72-882E-F761-8954BB0C36C4}"/>
              </a:ext>
            </a:extLst>
          </p:cNvPr>
          <p:cNvSpPr/>
          <p:nvPr userDrawn="1"/>
        </p:nvSpPr>
        <p:spPr>
          <a:xfrm>
            <a:off x="0" y="5334000"/>
            <a:ext cx="1524000" cy="1524000"/>
          </a:xfrm>
          <a:custGeom>
            <a:avLst/>
            <a:gdLst>
              <a:gd name="connsiteX0" fmla="*/ 0 w 1524000"/>
              <a:gd name="connsiteY0" fmla="*/ 0 h 1524000"/>
              <a:gd name="connsiteX1" fmla="*/ 0 w 1524000"/>
              <a:gd name="connsiteY1" fmla="*/ 1524000 h 1524000"/>
              <a:gd name="connsiteX2" fmla="*/ 1524000 w 1524000"/>
              <a:gd name="connsiteY2" fmla="*/ 1524000 h 1524000"/>
              <a:gd name="connsiteX3" fmla="*/ 0 w 1524000"/>
              <a:gd name="connsiteY3" fmla="*/ 0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4000" h="1524000">
                <a:moveTo>
                  <a:pt x="0" y="0"/>
                </a:moveTo>
                <a:lnTo>
                  <a:pt x="0" y="1524000"/>
                </a:lnTo>
                <a:lnTo>
                  <a:pt x="152400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C4D600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439F844-A289-8562-A96E-1A3596065218}"/>
              </a:ext>
            </a:extLst>
          </p:cNvPr>
          <p:cNvSpPr/>
          <p:nvPr userDrawn="1"/>
        </p:nvSpPr>
        <p:spPr>
          <a:xfrm>
            <a:off x="0" y="781050"/>
            <a:ext cx="2276475" cy="4552950"/>
          </a:xfrm>
          <a:custGeom>
            <a:avLst/>
            <a:gdLst>
              <a:gd name="connsiteX0" fmla="*/ 0 w 2276475"/>
              <a:gd name="connsiteY0" fmla="*/ 4552950 h 4552950"/>
              <a:gd name="connsiteX1" fmla="*/ 2276475 w 2276475"/>
              <a:gd name="connsiteY1" fmla="*/ 2276475 h 4552950"/>
              <a:gd name="connsiteX2" fmla="*/ 0 w 2276475"/>
              <a:gd name="connsiteY2" fmla="*/ 0 h 4552950"/>
              <a:gd name="connsiteX3" fmla="*/ 0 w 2276475"/>
              <a:gd name="connsiteY3" fmla="*/ 4552950 h 4552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6475" h="4552950">
                <a:moveTo>
                  <a:pt x="0" y="4552950"/>
                </a:moveTo>
                <a:lnTo>
                  <a:pt x="2276475" y="2276475"/>
                </a:lnTo>
                <a:lnTo>
                  <a:pt x="0" y="0"/>
                </a:lnTo>
                <a:lnTo>
                  <a:pt x="0" y="4552950"/>
                </a:lnTo>
                <a:close/>
              </a:path>
            </a:pathLst>
          </a:custGeom>
          <a:solidFill>
            <a:srgbClr val="009CDE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80986F0-48D2-B70E-8B40-E6EFC4D4FC5F}"/>
              </a:ext>
            </a:extLst>
          </p:cNvPr>
          <p:cNvSpPr/>
          <p:nvPr userDrawn="1"/>
        </p:nvSpPr>
        <p:spPr>
          <a:xfrm>
            <a:off x="2276475" y="4135183"/>
            <a:ext cx="3800475" cy="2722816"/>
          </a:xfrm>
          <a:custGeom>
            <a:avLst/>
            <a:gdLst>
              <a:gd name="connsiteX0" fmla="*/ 3800475 w 3800475"/>
              <a:gd name="connsiteY0" fmla="*/ 2722816 h 2722816"/>
              <a:gd name="connsiteX1" fmla="*/ 1645222 w 3800475"/>
              <a:gd name="connsiteY1" fmla="*/ 2722816 h 2722816"/>
              <a:gd name="connsiteX2" fmla="*/ 0 w 3800475"/>
              <a:gd name="connsiteY2" fmla="*/ 1077595 h 2722816"/>
              <a:gd name="connsiteX3" fmla="*/ 1077595 w 3800475"/>
              <a:gd name="connsiteY3" fmla="*/ 0 h 2722816"/>
              <a:gd name="connsiteX4" fmla="*/ 3800475 w 3800475"/>
              <a:gd name="connsiteY4" fmla="*/ 2722816 h 272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00475" h="2722816">
                <a:moveTo>
                  <a:pt x="3800475" y="2722816"/>
                </a:moveTo>
                <a:lnTo>
                  <a:pt x="1645222" y="2722816"/>
                </a:lnTo>
                <a:lnTo>
                  <a:pt x="0" y="1077595"/>
                </a:lnTo>
                <a:lnTo>
                  <a:pt x="1077595" y="0"/>
                </a:lnTo>
                <a:lnTo>
                  <a:pt x="3800475" y="2722816"/>
                </a:lnTo>
                <a:close/>
              </a:path>
            </a:pathLst>
          </a:custGeom>
          <a:solidFill>
            <a:srgbClr val="A50050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980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2AB63-1735-3C48-904C-0E5AB4776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2178E4-606E-4970-FBCC-60ED09E441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7059E-7CE4-89DB-C087-521EA831F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6F70-1BC2-4B41-800B-BD545B096BFD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F6133-D0F0-C2C4-B188-D0F2348F4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BF7A2-65CC-5F4C-3F91-038833D90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F0ED7-B3D2-4C3A-8C73-8D9AA36C0712}" type="slidenum">
              <a:rPr lang="en-GB" smtClean="0"/>
              <a:t>‹#›</a:t>
            </a:fld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1F880CC-17E7-9FC1-DB5C-261D215B1425}"/>
              </a:ext>
            </a:extLst>
          </p:cNvPr>
          <p:cNvGrpSpPr/>
          <p:nvPr userDrawn="1"/>
        </p:nvGrpSpPr>
        <p:grpSpPr>
          <a:xfrm>
            <a:off x="0" y="3822192"/>
            <a:ext cx="3035808" cy="3035808"/>
            <a:chOff x="0" y="2295525"/>
            <a:chExt cx="4557712" cy="455771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0CA6A70-A72B-73D9-7D97-C0FB847BF072}"/>
                </a:ext>
              </a:extLst>
            </p:cNvPr>
            <p:cNvSpPr/>
            <p:nvPr/>
          </p:nvSpPr>
          <p:spPr>
            <a:xfrm>
              <a:off x="0" y="5710237"/>
              <a:ext cx="1143000" cy="1143000"/>
            </a:xfrm>
            <a:custGeom>
              <a:avLst/>
              <a:gdLst>
                <a:gd name="connsiteX0" fmla="*/ 1143000 w 1143000"/>
                <a:gd name="connsiteY0" fmla="*/ 1143000 h 1143000"/>
                <a:gd name="connsiteX1" fmla="*/ 0 w 1143000"/>
                <a:gd name="connsiteY1" fmla="*/ 1143000 h 1143000"/>
                <a:gd name="connsiteX2" fmla="*/ 0 w 1143000"/>
                <a:gd name="connsiteY2" fmla="*/ 0 h 1143000"/>
                <a:gd name="connsiteX3" fmla="*/ 1143000 w 1143000"/>
                <a:gd name="connsiteY3" fmla="*/ 114300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00" h="1143000">
                  <a:moveTo>
                    <a:pt x="1143000" y="1143000"/>
                  </a:moveTo>
                  <a:lnTo>
                    <a:pt x="0" y="1143000"/>
                  </a:lnTo>
                  <a:lnTo>
                    <a:pt x="0" y="0"/>
                  </a:lnTo>
                  <a:lnTo>
                    <a:pt x="1143000" y="1143000"/>
                  </a:lnTo>
                  <a:close/>
                </a:path>
              </a:pathLst>
            </a:custGeom>
            <a:solidFill>
              <a:srgbClr val="C4D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7E8AB96-CB95-685B-F6F3-1584C66F2E25}"/>
                </a:ext>
              </a:extLst>
            </p:cNvPr>
            <p:cNvSpPr/>
            <p:nvPr/>
          </p:nvSpPr>
          <p:spPr>
            <a:xfrm>
              <a:off x="1143000" y="5145881"/>
              <a:ext cx="3414712" cy="1707356"/>
            </a:xfrm>
            <a:custGeom>
              <a:avLst/>
              <a:gdLst>
                <a:gd name="connsiteX0" fmla="*/ 0 w 3414712"/>
                <a:gd name="connsiteY0" fmla="*/ 1707356 h 1707356"/>
                <a:gd name="connsiteX1" fmla="*/ 1707356 w 3414712"/>
                <a:gd name="connsiteY1" fmla="*/ 0 h 1707356"/>
                <a:gd name="connsiteX2" fmla="*/ 3414713 w 3414712"/>
                <a:gd name="connsiteY2" fmla="*/ 1707356 h 1707356"/>
                <a:gd name="connsiteX3" fmla="*/ 0 w 3414712"/>
                <a:gd name="connsiteY3" fmla="*/ 1707356 h 1707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4712" h="1707356">
                  <a:moveTo>
                    <a:pt x="0" y="1707356"/>
                  </a:moveTo>
                  <a:lnTo>
                    <a:pt x="1707356" y="0"/>
                  </a:lnTo>
                  <a:lnTo>
                    <a:pt x="3414713" y="1707356"/>
                  </a:lnTo>
                  <a:lnTo>
                    <a:pt x="0" y="1707356"/>
                  </a:lnTo>
                  <a:close/>
                </a:path>
              </a:pathLst>
            </a:custGeom>
            <a:solidFill>
              <a:srgbClr val="009CD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016013E-FFD6-D7DE-1F56-923FA08336CC}"/>
                </a:ext>
              </a:extLst>
            </p:cNvPr>
            <p:cNvSpPr/>
            <p:nvPr/>
          </p:nvSpPr>
          <p:spPr>
            <a:xfrm>
              <a:off x="0" y="2295525"/>
              <a:ext cx="2042159" cy="2850356"/>
            </a:xfrm>
            <a:custGeom>
              <a:avLst/>
              <a:gdLst>
                <a:gd name="connsiteX0" fmla="*/ 0 w 2042159"/>
                <a:gd name="connsiteY0" fmla="*/ 0 h 2850356"/>
                <a:gd name="connsiteX1" fmla="*/ 0 w 2042159"/>
                <a:gd name="connsiteY1" fmla="*/ 1616488 h 2850356"/>
                <a:gd name="connsiteX2" fmla="*/ 1233868 w 2042159"/>
                <a:gd name="connsiteY2" fmla="*/ 2850356 h 2850356"/>
                <a:gd name="connsiteX3" fmla="*/ 2042160 w 2042159"/>
                <a:gd name="connsiteY3" fmla="*/ 2042160 h 2850356"/>
                <a:gd name="connsiteX4" fmla="*/ 0 w 2042159"/>
                <a:gd name="connsiteY4" fmla="*/ 0 h 2850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2159" h="2850356">
                  <a:moveTo>
                    <a:pt x="0" y="0"/>
                  </a:moveTo>
                  <a:lnTo>
                    <a:pt x="0" y="1616488"/>
                  </a:lnTo>
                  <a:lnTo>
                    <a:pt x="1233868" y="2850356"/>
                  </a:lnTo>
                  <a:lnTo>
                    <a:pt x="2042160" y="2042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0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7904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6473FF36-7FFB-AE65-F439-18698AF125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136880" y="1540209"/>
            <a:ext cx="5296639" cy="430590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EAA213FD-346D-C460-9F6B-F923A3FEF2AF}"/>
              </a:ext>
            </a:extLst>
          </p:cNvPr>
          <p:cNvGrpSpPr/>
          <p:nvPr userDrawn="1"/>
        </p:nvGrpSpPr>
        <p:grpSpPr>
          <a:xfrm>
            <a:off x="0" y="3819525"/>
            <a:ext cx="3038474" cy="3038475"/>
            <a:chOff x="0" y="3819525"/>
            <a:chExt cx="3038474" cy="3038475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D6009E0-4435-17EF-5830-FC0DF5AE619A}"/>
                </a:ext>
              </a:extLst>
            </p:cNvPr>
            <p:cNvSpPr/>
            <p:nvPr/>
          </p:nvSpPr>
          <p:spPr>
            <a:xfrm>
              <a:off x="0" y="6096000"/>
              <a:ext cx="762000" cy="762000"/>
            </a:xfrm>
            <a:custGeom>
              <a:avLst/>
              <a:gdLst>
                <a:gd name="connsiteX0" fmla="*/ 0 w 762000"/>
                <a:gd name="connsiteY0" fmla="*/ 0 h 762000"/>
                <a:gd name="connsiteX1" fmla="*/ 0 w 762000"/>
                <a:gd name="connsiteY1" fmla="*/ 762000 h 762000"/>
                <a:gd name="connsiteX2" fmla="*/ 762000 w 762000"/>
                <a:gd name="connsiteY2" fmla="*/ 762000 h 762000"/>
                <a:gd name="connsiteX3" fmla="*/ 0 w 762000"/>
                <a:gd name="connsiteY3" fmla="*/ 0 h 76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0" h="762000">
                  <a:moveTo>
                    <a:pt x="0" y="0"/>
                  </a:moveTo>
                  <a:lnTo>
                    <a:pt x="0" y="762000"/>
                  </a:lnTo>
                  <a:lnTo>
                    <a:pt x="762000" y="762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D600"/>
            </a:solidFill>
            <a:ln w="6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5D5CB91-6B04-7728-F9B6-B11AAEF828A2}"/>
                </a:ext>
              </a:extLst>
            </p:cNvPr>
            <p:cNvSpPr/>
            <p:nvPr/>
          </p:nvSpPr>
          <p:spPr>
            <a:xfrm>
              <a:off x="0" y="3819525"/>
              <a:ext cx="1138237" cy="2276475"/>
            </a:xfrm>
            <a:custGeom>
              <a:avLst/>
              <a:gdLst>
                <a:gd name="connsiteX0" fmla="*/ 0 w 1138237"/>
                <a:gd name="connsiteY0" fmla="*/ 2276475 h 2276475"/>
                <a:gd name="connsiteX1" fmla="*/ 1138238 w 1138237"/>
                <a:gd name="connsiteY1" fmla="*/ 1138238 h 2276475"/>
                <a:gd name="connsiteX2" fmla="*/ 0 w 1138237"/>
                <a:gd name="connsiteY2" fmla="*/ 0 h 2276475"/>
                <a:gd name="connsiteX3" fmla="*/ 0 w 1138237"/>
                <a:gd name="connsiteY3" fmla="*/ 2276475 h 227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8237" h="2276475">
                  <a:moveTo>
                    <a:pt x="0" y="2276475"/>
                  </a:moveTo>
                  <a:lnTo>
                    <a:pt x="1138238" y="1138238"/>
                  </a:lnTo>
                  <a:lnTo>
                    <a:pt x="0" y="0"/>
                  </a:lnTo>
                  <a:lnTo>
                    <a:pt x="0" y="2276475"/>
                  </a:lnTo>
                  <a:close/>
                </a:path>
              </a:pathLst>
            </a:custGeom>
            <a:solidFill>
              <a:srgbClr val="009CDE"/>
            </a:solidFill>
            <a:ln w="6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5BD0205-6451-A68D-CC27-6B39F2D85327}"/>
                </a:ext>
              </a:extLst>
            </p:cNvPr>
            <p:cNvSpPr/>
            <p:nvPr/>
          </p:nvSpPr>
          <p:spPr>
            <a:xfrm>
              <a:off x="1138237" y="5496559"/>
              <a:ext cx="1900237" cy="1361440"/>
            </a:xfrm>
            <a:custGeom>
              <a:avLst/>
              <a:gdLst>
                <a:gd name="connsiteX0" fmla="*/ 1900238 w 1900237"/>
                <a:gd name="connsiteY0" fmla="*/ 1361440 h 1361440"/>
                <a:gd name="connsiteX1" fmla="*/ 822579 w 1900237"/>
                <a:gd name="connsiteY1" fmla="*/ 1361440 h 1361440"/>
                <a:gd name="connsiteX2" fmla="*/ 0 w 1900237"/>
                <a:gd name="connsiteY2" fmla="*/ 538861 h 1361440"/>
                <a:gd name="connsiteX3" fmla="*/ 538798 w 1900237"/>
                <a:gd name="connsiteY3" fmla="*/ 0 h 1361440"/>
                <a:gd name="connsiteX4" fmla="*/ 1900238 w 1900237"/>
                <a:gd name="connsiteY4" fmla="*/ 1361440 h 136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0237" h="1361440">
                  <a:moveTo>
                    <a:pt x="1900238" y="1361440"/>
                  </a:moveTo>
                  <a:lnTo>
                    <a:pt x="822579" y="1361440"/>
                  </a:lnTo>
                  <a:lnTo>
                    <a:pt x="0" y="538861"/>
                  </a:lnTo>
                  <a:lnTo>
                    <a:pt x="538798" y="0"/>
                  </a:lnTo>
                  <a:lnTo>
                    <a:pt x="1900238" y="1361440"/>
                  </a:lnTo>
                  <a:close/>
                </a:path>
              </a:pathLst>
            </a:custGeom>
            <a:solidFill>
              <a:srgbClr val="A50050"/>
            </a:solidFill>
            <a:ln w="6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617948BE-4F42-4F32-B2E2-FAF693159A22}"/>
              </a:ext>
            </a:extLst>
          </p:cNvPr>
          <p:cNvSpPr/>
          <p:nvPr userDrawn="1"/>
        </p:nvSpPr>
        <p:spPr>
          <a:xfrm>
            <a:off x="8990457" y="0"/>
            <a:ext cx="1524000" cy="762000"/>
          </a:xfrm>
          <a:custGeom>
            <a:avLst/>
            <a:gdLst>
              <a:gd name="connsiteX0" fmla="*/ 762000 w 1524000"/>
              <a:gd name="connsiteY0" fmla="*/ 0 h 762000"/>
              <a:gd name="connsiteX1" fmla="*/ 0 w 1524000"/>
              <a:gd name="connsiteY1" fmla="*/ 0 h 762000"/>
              <a:gd name="connsiteX2" fmla="*/ 762000 w 1524000"/>
              <a:gd name="connsiteY2" fmla="*/ 762000 h 762000"/>
              <a:gd name="connsiteX3" fmla="*/ 1524000 w 1524000"/>
              <a:gd name="connsiteY3" fmla="*/ 0 h 762000"/>
              <a:gd name="connsiteX4" fmla="*/ 762000 w 1524000"/>
              <a:gd name="connsiteY4" fmla="*/ 0 h 76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00" h="762000">
                <a:moveTo>
                  <a:pt x="762000" y="0"/>
                </a:moveTo>
                <a:lnTo>
                  <a:pt x="0" y="0"/>
                </a:lnTo>
                <a:lnTo>
                  <a:pt x="762000" y="762000"/>
                </a:lnTo>
                <a:lnTo>
                  <a:pt x="1524000" y="0"/>
                </a:lnTo>
                <a:lnTo>
                  <a:pt x="762000" y="0"/>
                </a:lnTo>
                <a:close/>
              </a:path>
            </a:pathLst>
          </a:custGeom>
          <a:solidFill>
            <a:srgbClr val="A50050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B8751D3-CC0B-C5E3-FBF7-D3962C4A0783}"/>
              </a:ext>
            </a:extLst>
          </p:cNvPr>
          <p:cNvSpPr/>
          <p:nvPr userDrawn="1"/>
        </p:nvSpPr>
        <p:spPr>
          <a:xfrm rot="18900000">
            <a:off x="9115394" y="2372643"/>
            <a:ext cx="762000" cy="762000"/>
          </a:xfrm>
          <a:custGeom>
            <a:avLst/>
            <a:gdLst>
              <a:gd name="connsiteX0" fmla="*/ 0 w 762000"/>
              <a:gd name="connsiteY0" fmla="*/ 0 h 762000"/>
              <a:gd name="connsiteX1" fmla="*/ 762000 w 762000"/>
              <a:gd name="connsiteY1" fmla="*/ 0 h 762000"/>
              <a:gd name="connsiteX2" fmla="*/ 762000 w 762000"/>
              <a:gd name="connsiteY2" fmla="*/ 762000 h 762000"/>
              <a:gd name="connsiteX3" fmla="*/ 0 w 762000"/>
              <a:gd name="connsiteY3" fmla="*/ 762000 h 76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close/>
              </a:path>
            </a:pathLst>
          </a:custGeom>
          <a:solidFill>
            <a:srgbClr val="009CDE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226C23BB-22FC-0937-B86D-AB54D727B8A7}"/>
              </a:ext>
            </a:extLst>
          </p:cNvPr>
          <p:cNvSpPr/>
          <p:nvPr userDrawn="1"/>
        </p:nvSpPr>
        <p:spPr>
          <a:xfrm>
            <a:off x="7341108" y="598360"/>
            <a:ext cx="2155253" cy="2155253"/>
          </a:xfrm>
          <a:custGeom>
            <a:avLst/>
            <a:gdLst>
              <a:gd name="connsiteX0" fmla="*/ 1616456 w 2155253"/>
              <a:gd name="connsiteY0" fmla="*/ 1077595 h 2155253"/>
              <a:gd name="connsiteX1" fmla="*/ 1077596 w 2155253"/>
              <a:gd name="connsiteY1" fmla="*/ 538798 h 2155253"/>
              <a:gd name="connsiteX2" fmla="*/ 538797 w 2155253"/>
              <a:gd name="connsiteY2" fmla="*/ 0 h 2155253"/>
              <a:gd name="connsiteX3" fmla="*/ 0 w 2155253"/>
              <a:gd name="connsiteY3" fmla="*/ 538798 h 2155253"/>
              <a:gd name="connsiteX4" fmla="*/ 538797 w 2155253"/>
              <a:gd name="connsiteY4" fmla="*/ 1077595 h 2155253"/>
              <a:gd name="connsiteX5" fmla="*/ 1077596 w 2155253"/>
              <a:gd name="connsiteY5" fmla="*/ 1616456 h 2155253"/>
              <a:gd name="connsiteX6" fmla="*/ 1616456 w 2155253"/>
              <a:gd name="connsiteY6" fmla="*/ 2155254 h 2155253"/>
              <a:gd name="connsiteX7" fmla="*/ 2155254 w 2155253"/>
              <a:gd name="connsiteY7" fmla="*/ 1616456 h 2155253"/>
              <a:gd name="connsiteX8" fmla="*/ 1616456 w 2155253"/>
              <a:gd name="connsiteY8" fmla="*/ 1077595 h 2155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55253" h="2155253">
                <a:moveTo>
                  <a:pt x="1616456" y="1077595"/>
                </a:moveTo>
                <a:lnTo>
                  <a:pt x="1077596" y="538798"/>
                </a:lnTo>
                <a:lnTo>
                  <a:pt x="538797" y="0"/>
                </a:lnTo>
                <a:lnTo>
                  <a:pt x="0" y="538798"/>
                </a:lnTo>
                <a:lnTo>
                  <a:pt x="538797" y="1077595"/>
                </a:lnTo>
                <a:lnTo>
                  <a:pt x="1077596" y="1616456"/>
                </a:lnTo>
                <a:lnTo>
                  <a:pt x="1616456" y="2155254"/>
                </a:lnTo>
                <a:lnTo>
                  <a:pt x="2155254" y="1616456"/>
                </a:lnTo>
                <a:lnTo>
                  <a:pt x="1616456" y="1077595"/>
                </a:lnTo>
                <a:close/>
              </a:path>
            </a:pathLst>
          </a:custGeom>
          <a:solidFill>
            <a:srgbClr val="C4D600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EB9B6B7-B3F2-0812-742C-7A5E580493A8}"/>
              </a:ext>
            </a:extLst>
          </p:cNvPr>
          <p:cNvSpPr/>
          <p:nvPr userDrawn="1"/>
        </p:nvSpPr>
        <p:spPr>
          <a:xfrm>
            <a:off x="6812026" y="1137158"/>
            <a:ext cx="2155253" cy="2155253"/>
          </a:xfrm>
          <a:custGeom>
            <a:avLst/>
            <a:gdLst>
              <a:gd name="connsiteX0" fmla="*/ 1616456 w 2155253"/>
              <a:gd name="connsiteY0" fmla="*/ 1077659 h 2155253"/>
              <a:gd name="connsiteX1" fmla="*/ 1077595 w 2155253"/>
              <a:gd name="connsiteY1" fmla="*/ 538797 h 2155253"/>
              <a:gd name="connsiteX2" fmla="*/ 538798 w 2155253"/>
              <a:gd name="connsiteY2" fmla="*/ 0 h 2155253"/>
              <a:gd name="connsiteX3" fmla="*/ 0 w 2155253"/>
              <a:gd name="connsiteY3" fmla="*/ 538797 h 2155253"/>
              <a:gd name="connsiteX4" fmla="*/ 538798 w 2155253"/>
              <a:gd name="connsiteY4" fmla="*/ 1077659 h 2155253"/>
              <a:gd name="connsiteX5" fmla="*/ 1077595 w 2155253"/>
              <a:gd name="connsiteY5" fmla="*/ 1616456 h 2155253"/>
              <a:gd name="connsiteX6" fmla="*/ 1616456 w 2155253"/>
              <a:gd name="connsiteY6" fmla="*/ 2155254 h 2155253"/>
              <a:gd name="connsiteX7" fmla="*/ 2155253 w 2155253"/>
              <a:gd name="connsiteY7" fmla="*/ 1616456 h 2155253"/>
              <a:gd name="connsiteX8" fmla="*/ 1616456 w 2155253"/>
              <a:gd name="connsiteY8" fmla="*/ 1077659 h 2155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55253" h="2155253">
                <a:moveTo>
                  <a:pt x="1616456" y="1077659"/>
                </a:moveTo>
                <a:lnTo>
                  <a:pt x="1077595" y="538797"/>
                </a:lnTo>
                <a:lnTo>
                  <a:pt x="538798" y="0"/>
                </a:lnTo>
                <a:lnTo>
                  <a:pt x="0" y="538797"/>
                </a:lnTo>
                <a:lnTo>
                  <a:pt x="538798" y="1077659"/>
                </a:lnTo>
                <a:lnTo>
                  <a:pt x="1077595" y="1616456"/>
                </a:lnTo>
                <a:lnTo>
                  <a:pt x="1616456" y="2155254"/>
                </a:lnTo>
                <a:lnTo>
                  <a:pt x="2155253" y="1616456"/>
                </a:lnTo>
                <a:lnTo>
                  <a:pt x="1616456" y="1077659"/>
                </a:lnTo>
                <a:close/>
              </a:path>
            </a:pathLst>
          </a:custGeom>
          <a:solidFill>
            <a:srgbClr val="A50050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15CE788A-FE42-AC4B-DACD-E63848781A6F}"/>
              </a:ext>
            </a:extLst>
          </p:cNvPr>
          <p:cNvSpPr/>
          <p:nvPr userDrawn="1"/>
        </p:nvSpPr>
        <p:spPr>
          <a:xfrm rot="18900000">
            <a:off x="10350774" y="913957"/>
            <a:ext cx="1524000" cy="1524000"/>
          </a:xfrm>
          <a:custGeom>
            <a:avLst/>
            <a:gdLst>
              <a:gd name="connsiteX0" fmla="*/ 0 w 1524000"/>
              <a:gd name="connsiteY0" fmla="*/ 0 h 1524000"/>
              <a:gd name="connsiteX1" fmla="*/ 1524000 w 1524000"/>
              <a:gd name="connsiteY1" fmla="*/ 0 h 1524000"/>
              <a:gd name="connsiteX2" fmla="*/ 1524000 w 1524000"/>
              <a:gd name="connsiteY2" fmla="*/ 1524000 h 1524000"/>
              <a:gd name="connsiteX3" fmla="*/ 0 w 1524000"/>
              <a:gd name="connsiteY3" fmla="*/ 1524000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4000" h="1524000">
                <a:moveTo>
                  <a:pt x="0" y="0"/>
                </a:moveTo>
                <a:lnTo>
                  <a:pt x="1524000" y="0"/>
                </a:lnTo>
                <a:lnTo>
                  <a:pt x="1524000" y="1524000"/>
                </a:lnTo>
                <a:lnTo>
                  <a:pt x="0" y="1524000"/>
                </a:lnTo>
                <a:close/>
              </a:path>
            </a:pathLst>
          </a:custGeom>
          <a:solidFill>
            <a:srgbClr val="009CDE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80B018A-5F69-889F-F2A7-CC818E1470EB}"/>
              </a:ext>
            </a:extLst>
          </p:cNvPr>
          <p:cNvSpPr/>
          <p:nvPr userDrawn="1"/>
        </p:nvSpPr>
        <p:spPr>
          <a:xfrm>
            <a:off x="6203950" y="0"/>
            <a:ext cx="1675955" cy="1137158"/>
          </a:xfrm>
          <a:custGeom>
            <a:avLst/>
            <a:gdLst>
              <a:gd name="connsiteX0" fmla="*/ 1077595 w 1675955"/>
              <a:gd name="connsiteY0" fmla="*/ 0 h 1137158"/>
              <a:gd name="connsiteX1" fmla="*/ 0 w 1675955"/>
              <a:gd name="connsiteY1" fmla="*/ 0 h 1137158"/>
              <a:gd name="connsiteX2" fmla="*/ 59499 w 1675955"/>
              <a:gd name="connsiteY2" fmla="*/ 59563 h 1137158"/>
              <a:gd name="connsiteX3" fmla="*/ 598297 w 1675955"/>
              <a:gd name="connsiteY3" fmla="*/ 598361 h 1137158"/>
              <a:gd name="connsiteX4" fmla="*/ 1137158 w 1675955"/>
              <a:gd name="connsiteY4" fmla="*/ 1137158 h 1137158"/>
              <a:gd name="connsiteX5" fmla="*/ 1675955 w 1675955"/>
              <a:gd name="connsiteY5" fmla="*/ 598361 h 1137158"/>
              <a:gd name="connsiteX6" fmla="*/ 1137158 w 1675955"/>
              <a:gd name="connsiteY6" fmla="*/ 59563 h 1137158"/>
              <a:gd name="connsiteX7" fmla="*/ 1077595 w 1675955"/>
              <a:gd name="connsiteY7" fmla="*/ 0 h 1137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75955" h="1137158">
                <a:moveTo>
                  <a:pt x="1077595" y="0"/>
                </a:moveTo>
                <a:lnTo>
                  <a:pt x="0" y="0"/>
                </a:lnTo>
                <a:lnTo>
                  <a:pt x="59499" y="59563"/>
                </a:lnTo>
                <a:lnTo>
                  <a:pt x="598297" y="598361"/>
                </a:lnTo>
                <a:lnTo>
                  <a:pt x="1137158" y="1137158"/>
                </a:lnTo>
                <a:lnTo>
                  <a:pt x="1675955" y="598361"/>
                </a:lnTo>
                <a:lnTo>
                  <a:pt x="1137158" y="59563"/>
                </a:lnTo>
                <a:lnTo>
                  <a:pt x="1077595" y="0"/>
                </a:lnTo>
                <a:close/>
              </a:path>
            </a:pathLst>
          </a:custGeom>
          <a:solidFill>
            <a:srgbClr val="009CDE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556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C2C73-BAED-6AFB-6A04-9FBD970C6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B8CD9-66B3-A961-43CD-8A2073453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E6B2F-94DC-188E-EF81-A6C45B839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6F70-1BC2-4B41-800B-BD545B096BFD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376FF-0545-E929-C5D4-82593764A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2ECA4-0FF1-35FE-950A-B6ED70AFC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F0ED7-B3D2-4C3A-8C73-8D9AA36C0712}" type="slidenum">
              <a:rPr lang="en-GB" smtClean="0"/>
              <a:t>‹#›</a:t>
            </a:fld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D606F16-C354-4239-07D1-1AD127CFE71E}"/>
              </a:ext>
            </a:extLst>
          </p:cNvPr>
          <p:cNvGrpSpPr/>
          <p:nvPr userDrawn="1"/>
        </p:nvGrpSpPr>
        <p:grpSpPr>
          <a:xfrm>
            <a:off x="9156192" y="0"/>
            <a:ext cx="3035808" cy="3035808"/>
            <a:chOff x="9156192" y="0"/>
            <a:chExt cx="3035808" cy="3035808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9377F14-2AED-2668-A77C-FA5D50B68530}"/>
                </a:ext>
              </a:extLst>
            </p:cNvPr>
            <p:cNvSpPr/>
            <p:nvPr/>
          </p:nvSpPr>
          <p:spPr>
            <a:xfrm rot="10800000">
              <a:off x="11430669" y="0"/>
              <a:ext cx="761331" cy="761331"/>
            </a:xfrm>
            <a:custGeom>
              <a:avLst/>
              <a:gdLst>
                <a:gd name="connsiteX0" fmla="*/ 1143000 w 1143000"/>
                <a:gd name="connsiteY0" fmla="*/ 1143000 h 1143000"/>
                <a:gd name="connsiteX1" fmla="*/ 0 w 1143000"/>
                <a:gd name="connsiteY1" fmla="*/ 1143000 h 1143000"/>
                <a:gd name="connsiteX2" fmla="*/ 0 w 1143000"/>
                <a:gd name="connsiteY2" fmla="*/ 0 h 1143000"/>
                <a:gd name="connsiteX3" fmla="*/ 1143000 w 1143000"/>
                <a:gd name="connsiteY3" fmla="*/ 114300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00" h="1143000">
                  <a:moveTo>
                    <a:pt x="1143000" y="1143000"/>
                  </a:moveTo>
                  <a:lnTo>
                    <a:pt x="0" y="1143000"/>
                  </a:lnTo>
                  <a:lnTo>
                    <a:pt x="0" y="0"/>
                  </a:lnTo>
                  <a:lnTo>
                    <a:pt x="1143000" y="1143000"/>
                  </a:lnTo>
                  <a:close/>
                </a:path>
              </a:pathLst>
            </a:custGeom>
            <a:solidFill>
              <a:srgbClr val="C4D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8C1DF86-694E-6446-4A8B-2285FFA08362}"/>
                </a:ext>
              </a:extLst>
            </p:cNvPr>
            <p:cNvSpPr/>
            <p:nvPr/>
          </p:nvSpPr>
          <p:spPr>
            <a:xfrm rot="10800000">
              <a:off x="9156192" y="0"/>
              <a:ext cx="2274477" cy="1137238"/>
            </a:xfrm>
            <a:custGeom>
              <a:avLst/>
              <a:gdLst>
                <a:gd name="connsiteX0" fmla="*/ 0 w 3414712"/>
                <a:gd name="connsiteY0" fmla="*/ 1707356 h 1707356"/>
                <a:gd name="connsiteX1" fmla="*/ 1707356 w 3414712"/>
                <a:gd name="connsiteY1" fmla="*/ 0 h 1707356"/>
                <a:gd name="connsiteX2" fmla="*/ 3414713 w 3414712"/>
                <a:gd name="connsiteY2" fmla="*/ 1707356 h 1707356"/>
                <a:gd name="connsiteX3" fmla="*/ 0 w 3414712"/>
                <a:gd name="connsiteY3" fmla="*/ 1707356 h 1707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4712" h="1707356">
                  <a:moveTo>
                    <a:pt x="0" y="1707356"/>
                  </a:moveTo>
                  <a:lnTo>
                    <a:pt x="1707356" y="0"/>
                  </a:lnTo>
                  <a:lnTo>
                    <a:pt x="3414713" y="1707356"/>
                  </a:lnTo>
                  <a:lnTo>
                    <a:pt x="0" y="1707356"/>
                  </a:lnTo>
                  <a:close/>
                </a:path>
              </a:pathLst>
            </a:custGeom>
            <a:solidFill>
              <a:srgbClr val="009CD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4AE9892-1EFB-5D4B-E113-7C3EBA07230A}"/>
                </a:ext>
              </a:extLst>
            </p:cNvPr>
            <p:cNvSpPr/>
            <p:nvPr/>
          </p:nvSpPr>
          <p:spPr>
            <a:xfrm rot="10800000">
              <a:off x="10831756" y="1137238"/>
              <a:ext cx="1360244" cy="1898570"/>
            </a:xfrm>
            <a:custGeom>
              <a:avLst/>
              <a:gdLst>
                <a:gd name="connsiteX0" fmla="*/ 0 w 2042159"/>
                <a:gd name="connsiteY0" fmla="*/ 0 h 2850356"/>
                <a:gd name="connsiteX1" fmla="*/ 0 w 2042159"/>
                <a:gd name="connsiteY1" fmla="*/ 1616488 h 2850356"/>
                <a:gd name="connsiteX2" fmla="*/ 1233868 w 2042159"/>
                <a:gd name="connsiteY2" fmla="*/ 2850356 h 2850356"/>
                <a:gd name="connsiteX3" fmla="*/ 2042160 w 2042159"/>
                <a:gd name="connsiteY3" fmla="*/ 2042160 h 2850356"/>
                <a:gd name="connsiteX4" fmla="*/ 0 w 2042159"/>
                <a:gd name="connsiteY4" fmla="*/ 0 h 2850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2159" h="2850356">
                  <a:moveTo>
                    <a:pt x="0" y="0"/>
                  </a:moveTo>
                  <a:lnTo>
                    <a:pt x="0" y="1616488"/>
                  </a:lnTo>
                  <a:lnTo>
                    <a:pt x="1233868" y="2850356"/>
                  </a:lnTo>
                  <a:lnTo>
                    <a:pt x="2042160" y="2042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26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52136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1D5D1-3C54-A316-923A-2859A81C4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736A5-0ED5-5E44-9239-96E922B9A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53A467-9ADB-CF45-D09C-64D030FEBE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75BD05-F6C1-3A79-B799-942B4D9E52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FC2118-B7EB-B198-E489-5F96137BB6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46AE64-E8E8-6820-45B2-2D741F3C1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6F70-1BC2-4B41-800B-BD545B096BFD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6AA263-D0C8-1347-DB90-EE281E4A0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45C56F-BFFE-9EC3-6107-B47D3B957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F0ED7-B3D2-4C3A-8C73-8D9AA36C07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0038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38551-62CA-CE02-C683-9742A5810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0FC813-F0F6-CD4E-D654-2B4D603D2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6F70-1BC2-4B41-800B-BD545B096BFD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4D0641-CA0E-6F67-6915-951686396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03D26-FD27-6F78-7F97-2962F2762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F0ED7-B3D2-4C3A-8C73-8D9AA36C07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6659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0E0A80-7F7F-8A00-5448-FD1FBBC12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6F70-1BC2-4B41-800B-BD545B096BFD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3C99A7-8AF1-1DE1-CECE-CC74BCD75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E2A9-8D3B-782F-7C2F-084EBB39B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F0ED7-B3D2-4C3A-8C73-8D9AA36C07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6238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7F512-882F-8A93-A8CD-BDAB07E3F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2A230-9D33-1D59-B7DF-203FE63B4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83D56F-C25A-3520-BB1E-66C6B97B8D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1745A-620E-6BB6-FAB0-739A65E03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6F70-1BC2-4B41-800B-BD545B096BFD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3F5762-0389-FC11-6862-09D272443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CDA2A9-78EC-1775-5034-FF798CD9E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F0ED7-B3D2-4C3A-8C73-8D9AA36C07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8516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C7673-C6C4-9BB6-1715-1960ECBA8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F7278C-247F-A019-AE3F-6D1BD8232B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D76122-3C81-C6FB-8B49-251E66C438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39288A-CA9C-76A6-D320-6B4183B1A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6F70-1BC2-4B41-800B-BD545B096BFD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C9E8FB-D0A1-C9D1-146F-B84318FAC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BB9E3B-A57F-0ED7-BD24-476E47172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F0ED7-B3D2-4C3A-8C73-8D9AA36C07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1051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F897D-1A43-9EB6-FA9F-49D7960AE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BA8CDA-D832-8246-1ABC-07AB5D9A17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115F4-597F-5A0B-CDA4-33AAA0A37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6F70-1BC2-4B41-800B-BD545B096BFD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80AA6-26B0-A5EA-8897-8417C62DF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9868C-7CB0-447D-47A7-ED1B858C9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F0ED7-B3D2-4C3A-8C73-8D9AA36C07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2393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4257FD-240F-C75E-F430-89A0F5CA38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6D4680-3948-CD9A-7A86-C1AF022C3F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6E645-9F4F-CF68-F881-DB6F25A8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6F70-1BC2-4B41-800B-BD545B096BFD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4C068-877A-A38A-F099-CC029F535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8722F-3523-A6E9-FCBC-7B882EF99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F0ED7-B3D2-4C3A-8C73-8D9AA36C07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7844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5FA59-D418-65B0-3E7D-5717DFA1B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7CA3B-3898-A227-E455-1E39C9C858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B088D-6D20-1B3B-A885-6A6DD83676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346F70-1BC2-4B41-800B-BD545B096BFD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CDBF3-8359-A440-C53B-AAC08461AD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BE200-6DC4-A99E-F6B0-F965235494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2F0ED7-B3D2-4C3A-8C73-8D9AA36C07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9372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0A47D-4D53-9AE8-5C54-6E6FF681A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reeform: Shape 125">
            <a:extLst>
              <a:ext uri="{FF2B5EF4-FFF2-40B4-BE49-F238E27FC236}">
                <a16:creationId xmlns:a16="http://schemas.microsoft.com/office/drawing/2014/main" id="{3A7F0019-90A9-03DA-24A5-689E05C6AC0D}"/>
              </a:ext>
            </a:extLst>
          </p:cNvPr>
          <p:cNvSpPr/>
          <p:nvPr/>
        </p:nvSpPr>
        <p:spPr>
          <a:xfrm>
            <a:off x="0" y="5334000"/>
            <a:ext cx="1524000" cy="1524000"/>
          </a:xfrm>
          <a:custGeom>
            <a:avLst/>
            <a:gdLst>
              <a:gd name="connsiteX0" fmla="*/ 0 w 1524000"/>
              <a:gd name="connsiteY0" fmla="*/ 0 h 1524000"/>
              <a:gd name="connsiteX1" fmla="*/ 0 w 1524000"/>
              <a:gd name="connsiteY1" fmla="*/ 1524000 h 1524000"/>
              <a:gd name="connsiteX2" fmla="*/ 1524000 w 1524000"/>
              <a:gd name="connsiteY2" fmla="*/ 1524000 h 1524000"/>
              <a:gd name="connsiteX3" fmla="*/ 0 w 1524000"/>
              <a:gd name="connsiteY3" fmla="*/ 0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4000" h="1524000">
                <a:moveTo>
                  <a:pt x="0" y="0"/>
                </a:moveTo>
                <a:lnTo>
                  <a:pt x="0" y="1524000"/>
                </a:lnTo>
                <a:lnTo>
                  <a:pt x="152400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C4D600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7" name="Freeform: Shape 126">
            <a:extLst>
              <a:ext uri="{FF2B5EF4-FFF2-40B4-BE49-F238E27FC236}">
                <a16:creationId xmlns:a16="http://schemas.microsoft.com/office/drawing/2014/main" id="{F0CCA180-B07D-3912-69C1-D204467F3C7F}"/>
              </a:ext>
            </a:extLst>
          </p:cNvPr>
          <p:cNvSpPr/>
          <p:nvPr/>
        </p:nvSpPr>
        <p:spPr>
          <a:xfrm>
            <a:off x="0" y="781050"/>
            <a:ext cx="2276475" cy="4552950"/>
          </a:xfrm>
          <a:custGeom>
            <a:avLst/>
            <a:gdLst>
              <a:gd name="connsiteX0" fmla="*/ 0 w 2276475"/>
              <a:gd name="connsiteY0" fmla="*/ 4552950 h 4552950"/>
              <a:gd name="connsiteX1" fmla="*/ 2276475 w 2276475"/>
              <a:gd name="connsiteY1" fmla="*/ 2276475 h 4552950"/>
              <a:gd name="connsiteX2" fmla="*/ 0 w 2276475"/>
              <a:gd name="connsiteY2" fmla="*/ 0 h 4552950"/>
              <a:gd name="connsiteX3" fmla="*/ 0 w 2276475"/>
              <a:gd name="connsiteY3" fmla="*/ 4552950 h 4552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6475" h="4552950">
                <a:moveTo>
                  <a:pt x="0" y="4552950"/>
                </a:moveTo>
                <a:lnTo>
                  <a:pt x="2276475" y="2276475"/>
                </a:lnTo>
                <a:lnTo>
                  <a:pt x="0" y="0"/>
                </a:lnTo>
                <a:lnTo>
                  <a:pt x="0" y="4552950"/>
                </a:lnTo>
                <a:close/>
              </a:path>
            </a:pathLst>
          </a:custGeom>
          <a:solidFill>
            <a:srgbClr val="009CDE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8" name="Freeform: Shape 127">
            <a:extLst>
              <a:ext uri="{FF2B5EF4-FFF2-40B4-BE49-F238E27FC236}">
                <a16:creationId xmlns:a16="http://schemas.microsoft.com/office/drawing/2014/main" id="{D9E4EFF1-1E77-EAB5-A32D-42EB929E03F8}"/>
              </a:ext>
            </a:extLst>
          </p:cNvPr>
          <p:cNvSpPr/>
          <p:nvPr/>
        </p:nvSpPr>
        <p:spPr>
          <a:xfrm>
            <a:off x="2276475" y="4135183"/>
            <a:ext cx="3800475" cy="2722816"/>
          </a:xfrm>
          <a:custGeom>
            <a:avLst/>
            <a:gdLst>
              <a:gd name="connsiteX0" fmla="*/ 3800475 w 3800475"/>
              <a:gd name="connsiteY0" fmla="*/ 2722816 h 2722816"/>
              <a:gd name="connsiteX1" fmla="*/ 1645222 w 3800475"/>
              <a:gd name="connsiteY1" fmla="*/ 2722816 h 2722816"/>
              <a:gd name="connsiteX2" fmla="*/ 0 w 3800475"/>
              <a:gd name="connsiteY2" fmla="*/ 1077595 h 2722816"/>
              <a:gd name="connsiteX3" fmla="*/ 1077595 w 3800475"/>
              <a:gd name="connsiteY3" fmla="*/ 0 h 2722816"/>
              <a:gd name="connsiteX4" fmla="*/ 3800475 w 3800475"/>
              <a:gd name="connsiteY4" fmla="*/ 2722816 h 272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00475" h="2722816">
                <a:moveTo>
                  <a:pt x="3800475" y="2722816"/>
                </a:moveTo>
                <a:lnTo>
                  <a:pt x="1645222" y="2722816"/>
                </a:lnTo>
                <a:lnTo>
                  <a:pt x="0" y="1077595"/>
                </a:lnTo>
                <a:lnTo>
                  <a:pt x="1077595" y="0"/>
                </a:lnTo>
                <a:lnTo>
                  <a:pt x="3800475" y="2722816"/>
                </a:lnTo>
                <a:close/>
              </a:path>
            </a:pathLst>
          </a:custGeom>
          <a:solidFill>
            <a:srgbClr val="A50050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533991-B854-12E9-29F5-4204F5649868}"/>
              </a:ext>
            </a:extLst>
          </p:cNvPr>
          <p:cNvSpPr txBox="1">
            <a:spLocks/>
          </p:cNvSpPr>
          <p:nvPr/>
        </p:nvSpPr>
        <p:spPr>
          <a:xfrm>
            <a:off x="6242817" y="1117268"/>
            <a:ext cx="5440352" cy="2371579"/>
          </a:xfrm>
          <a:prstGeom prst="rect">
            <a:avLst/>
          </a:prstGeom>
        </p:spPr>
        <p:txBody>
          <a:bodyPr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GB" sz="5400" b="1" dirty="0">
                <a:solidFill>
                  <a:srgbClr val="00426A"/>
                </a:solidFill>
                <a:ea typeface="+mj-lt"/>
                <a:cs typeface="+mj-lt"/>
              </a:rPr>
              <a:t>MI </a:t>
            </a:r>
            <a:r>
              <a:rPr lang="en-GB" sz="5400" b="1" dirty="0" err="1">
                <a:solidFill>
                  <a:srgbClr val="00426A"/>
                </a:solidFill>
                <a:ea typeface="+mj-lt"/>
                <a:cs typeface="+mj-lt"/>
              </a:rPr>
              <a:t>és</a:t>
            </a:r>
            <a:r>
              <a:rPr lang="en-GB" sz="5400" b="1" dirty="0">
                <a:solidFill>
                  <a:srgbClr val="00426A"/>
                </a:solidFill>
                <a:ea typeface="+mj-lt"/>
                <a:cs typeface="+mj-lt"/>
              </a:rPr>
              <a:t> </a:t>
            </a:r>
            <a:r>
              <a:rPr lang="en-GB" sz="5400" b="1" dirty="0" err="1">
                <a:solidFill>
                  <a:srgbClr val="00426A"/>
                </a:solidFill>
                <a:ea typeface="+mj-lt"/>
                <a:cs typeface="+mj-lt"/>
              </a:rPr>
              <a:t>etika</a:t>
            </a:r>
            <a:r>
              <a:rPr lang="en-GB" sz="5400" b="1" dirty="0">
                <a:solidFill>
                  <a:srgbClr val="00426A"/>
                </a:solidFill>
                <a:ea typeface="+mj-lt"/>
                <a:cs typeface="+mj-lt"/>
              </a:rPr>
              <a:t>: </a:t>
            </a:r>
            <a:r>
              <a:rPr lang="en-GB" sz="5400" b="1" dirty="0" err="1">
                <a:solidFill>
                  <a:srgbClr val="00426A"/>
                </a:solidFill>
                <a:ea typeface="+mj-lt"/>
                <a:cs typeface="+mj-lt"/>
              </a:rPr>
              <a:t>Adatok</a:t>
            </a:r>
            <a:r>
              <a:rPr lang="en-GB" sz="5400" b="1" dirty="0">
                <a:solidFill>
                  <a:srgbClr val="00426A"/>
                </a:solidFill>
                <a:ea typeface="+mj-lt"/>
                <a:cs typeface="+mj-lt"/>
              </a:rPr>
              <a:t> a </a:t>
            </a:r>
            <a:r>
              <a:rPr lang="en-GB" sz="5400" b="1" dirty="0" err="1">
                <a:solidFill>
                  <a:srgbClr val="00426A"/>
                </a:solidFill>
                <a:ea typeface="+mj-lt"/>
                <a:cs typeface="+mj-lt"/>
              </a:rPr>
              <a:t>digitális</a:t>
            </a:r>
            <a:r>
              <a:rPr lang="en-GB" sz="5400" b="1" dirty="0">
                <a:solidFill>
                  <a:srgbClr val="00426A"/>
                </a:solidFill>
                <a:ea typeface="+mj-lt"/>
                <a:cs typeface="+mj-lt"/>
              </a:rPr>
              <a:t> </a:t>
            </a:r>
            <a:r>
              <a:rPr lang="en-GB" sz="5400" b="1" dirty="0" err="1">
                <a:solidFill>
                  <a:srgbClr val="00426A"/>
                </a:solidFill>
                <a:ea typeface="+mj-lt"/>
                <a:cs typeface="+mj-lt"/>
              </a:rPr>
              <a:t>világban</a:t>
            </a:r>
            <a:endParaRPr lang="hu-HU" sz="54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B7E346-B7AD-C70A-69D8-5F035550ABF5}"/>
              </a:ext>
            </a:extLst>
          </p:cNvPr>
          <p:cNvSpPr/>
          <p:nvPr/>
        </p:nvSpPr>
        <p:spPr>
          <a:xfrm>
            <a:off x="6251269" y="3475181"/>
            <a:ext cx="4907867" cy="125711"/>
          </a:xfrm>
          <a:prstGeom prst="rect">
            <a:avLst/>
          </a:prstGeom>
          <a:solidFill>
            <a:srgbClr val="C4D600"/>
          </a:solidFill>
          <a:ln>
            <a:solidFill>
              <a:srgbClr val="C4D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highlight>
                <a:srgbClr val="C4D600"/>
              </a:highlight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26D472C-AC38-5954-1DB2-11EB75A3E644}"/>
              </a:ext>
            </a:extLst>
          </p:cNvPr>
          <p:cNvSpPr txBox="1">
            <a:spLocks/>
          </p:cNvSpPr>
          <p:nvPr/>
        </p:nvSpPr>
        <p:spPr>
          <a:xfrm>
            <a:off x="6262814" y="4415038"/>
            <a:ext cx="5400358" cy="725001"/>
          </a:xfrm>
          <a:prstGeom prst="rect">
            <a:avLst/>
          </a:prstGeom>
        </p:spPr>
        <p:txBody>
          <a:bodyPr lIns="91440" tIns="45720" rIns="91440" bIns="45720" anchor="t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000" b="1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cs typeface="Arial"/>
              </a:rPr>
              <a:t>Mesterséges</a:t>
            </a:r>
            <a:r>
              <a:rPr kumimoji="0" lang="en-GB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3000" b="1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cs typeface="Arial"/>
              </a:rPr>
              <a:t>Intelligencia</a:t>
            </a:r>
            <a:r>
              <a:rPr kumimoji="0" lang="en-GB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3000" b="1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cs typeface="Arial"/>
              </a:rPr>
              <a:t>tananyag</a:t>
            </a:r>
            <a:r>
              <a:rPr kumimoji="0" lang="en-GB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cs typeface="Arial"/>
              </a:rPr>
              <a:t> – 9. </a:t>
            </a:r>
            <a:r>
              <a:rPr kumimoji="0" lang="en-GB" sz="30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cs typeface="Arial"/>
              </a:rPr>
              <a:t>osztály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3000" b="1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299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86648-0387-3608-857B-FB81F522D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3AB7C3A-C256-96E5-05BD-8C1DAD398EEE}"/>
              </a:ext>
            </a:extLst>
          </p:cNvPr>
          <p:cNvSpPr/>
          <p:nvPr/>
        </p:nvSpPr>
        <p:spPr>
          <a:xfrm>
            <a:off x="-3383" y="6096668"/>
            <a:ext cx="761331" cy="761331"/>
          </a:xfrm>
          <a:custGeom>
            <a:avLst/>
            <a:gdLst>
              <a:gd name="connsiteX0" fmla="*/ 1143000 w 1143000"/>
              <a:gd name="connsiteY0" fmla="*/ 1143000 h 1143000"/>
              <a:gd name="connsiteX1" fmla="*/ 0 w 1143000"/>
              <a:gd name="connsiteY1" fmla="*/ 1143000 h 1143000"/>
              <a:gd name="connsiteX2" fmla="*/ 0 w 1143000"/>
              <a:gd name="connsiteY2" fmla="*/ 0 h 1143000"/>
              <a:gd name="connsiteX3" fmla="*/ 1143000 w 1143000"/>
              <a:gd name="connsiteY3" fmla="*/ 114300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" h="1143000">
                <a:moveTo>
                  <a:pt x="1143000" y="1143000"/>
                </a:moveTo>
                <a:lnTo>
                  <a:pt x="0" y="1143000"/>
                </a:lnTo>
                <a:lnTo>
                  <a:pt x="0" y="0"/>
                </a:lnTo>
                <a:lnTo>
                  <a:pt x="1143000" y="1143000"/>
                </a:lnTo>
                <a:close/>
              </a:path>
            </a:pathLst>
          </a:custGeom>
          <a:solidFill>
            <a:srgbClr val="C4D6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2A0492-FEF1-8676-A6FF-1F7B2D27F139}"/>
              </a:ext>
            </a:extLst>
          </p:cNvPr>
          <p:cNvSpPr/>
          <p:nvPr/>
        </p:nvSpPr>
        <p:spPr>
          <a:xfrm>
            <a:off x="757948" y="5720761"/>
            <a:ext cx="2274477" cy="1137238"/>
          </a:xfrm>
          <a:custGeom>
            <a:avLst/>
            <a:gdLst>
              <a:gd name="connsiteX0" fmla="*/ 0 w 3414712"/>
              <a:gd name="connsiteY0" fmla="*/ 1707356 h 1707356"/>
              <a:gd name="connsiteX1" fmla="*/ 1707356 w 3414712"/>
              <a:gd name="connsiteY1" fmla="*/ 0 h 1707356"/>
              <a:gd name="connsiteX2" fmla="*/ 3414713 w 3414712"/>
              <a:gd name="connsiteY2" fmla="*/ 1707356 h 1707356"/>
              <a:gd name="connsiteX3" fmla="*/ 0 w 3414712"/>
              <a:gd name="connsiteY3" fmla="*/ 1707356 h 1707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14712" h="1707356">
                <a:moveTo>
                  <a:pt x="0" y="1707356"/>
                </a:moveTo>
                <a:lnTo>
                  <a:pt x="1707356" y="0"/>
                </a:lnTo>
                <a:lnTo>
                  <a:pt x="3414713" y="1707356"/>
                </a:lnTo>
                <a:lnTo>
                  <a:pt x="0" y="1707356"/>
                </a:lnTo>
                <a:close/>
              </a:path>
            </a:pathLst>
          </a:custGeom>
          <a:solidFill>
            <a:srgbClr val="009CD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7C594E7-F8E4-5615-3E31-74794ECD3C29}"/>
              </a:ext>
            </a:extLst>
          </p:cNvPr>
          <p:cNvSpPr/>
          <p:nvPr/>
        </p:nvSpPr>
        <p:spPr>
          <a:xfrm>
            <a:off x="-215050" y="4033858"/>
            <a:ext cx="1360244" cy="1898570"/>
          </a:xfrm>
          <a:custGeom>
            <a:avLst/>
            <a:gdLst>
              <a:gd name="connsiteX0" fmla="*/ 0 w 2042159"/>
              <a:gd name="connsiteY0" fmla="*/ 0 h 2850356"/>
              <a:gd name="connsiteX1" fmla="*/ 0 w 2042159"/>
              <a:gd name="connsiteY1" fmla="*/ 1616488 h 2850356"/>
              <a:gd name="connsiteX2" fmla="*/ 1233868 w 2042159"/>
              <a:gd name="connsiteY2" fmla="*/ 2850356 h 2850356"/>
              <a:gd name="connsiteX3" fmla="*/ 2042160 w 2042159"/>
              <a:gd name="connsiteY3" fmla="*/ 2042160 h 2850356"/>
              <a:gd name="connsiteX4" fmla="*/ 0 w 2042159"/>
              <a:gd name="connsiteY4" fmla="*/ 0 h 2850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2159" h="2850356">
                <a:moveTo>
                  <a:pt x="0" y="0"/>
                </a:moveTo>
                <a:lnTo>
                  <a:pt x="0" y="1616488"/>
                </a:lnTo>
                <a:lnTo>
                  <a:pt x="1233868" y="2850356"/>
                </a:lnTo>
                <a:lnTo>
                  <a:pt x="2042160" y="2042160"/>
                </a:lnTo>
                <a:lnTo>
                  <a:pt x="0" y="0"/>
                </a:lnTo>
                <a:close/>
              </a:path>
            </a:pathLst>
          </a:custGeom>
          <a:solidFill>
            <a:srgbClr val="A5005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D9634F-BF95-AFDD-A6CC-89E34EB15BDB}"/>
              </a:ext>
            </a:extLst>
          </p:cNvPr>
          <p:cNvSpPr txBox="1">
            <a:spLocks/>
          </p:cNvSpPr>
          <p:nvPr/>
        </p:nvSpPr>
        <p:spPr>
          <a:xfrm>
            <a:off x="351842" y="320466"/>
            <a:ext cx="11466052" cy="1655761"/>
          </a:xfrm>
          <a:prstGeom prst="rect">
            <a:avLst/>
          </a:prstGeom>
        </p:spPr>
        <p:txBody>
          <a:bodyPr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GB" sz="4500" b="1" dirty="0">
                <a:solidFill>
                  <a:srgbClr val="00426A"/>
                </a:solidFill>
                <a:latin typeface="Poppins"/>
                <a:cs typeface="Poppins"/>
              </a:rPr>
              <a:t>GDPR </a:t>
            </a:r>
            <a:endParaRPr lang="en-GB" sz="4500">
              <a:solidFill>
                <a:srgbClr val="00426A"/>
              </a:solidFill>
              <a:latin typeface="Poppins"/>
              <a:cs typeface="Poppins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2C22A2F-FFB7-6698-AFB1-61F13B2B71AE}"/>
              </a:ext>
            </a:extLst>
          </p:cNvPr>
          <p:cNvSpPr txBox="1">
            <a:spLocks/>
          </p:cNvSpPr>
          <p:nvPr/>
        </p:nvSpPr>
        <p:spPr>
          <a:xfrm>
            <a:off x="351842" y="1026194"/>
            <a:ext cx="8534400" cy="643635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en-GB" sz="2400" b="1" dirty="0">
                <a:solidFill>
                  <a:srgbClr val="009CDE"/>
                </a:solidFill>
                <a:latin typeface="Poppins"/>
                <a:cs typeface="Poppins"/>
              </a:rPr>
              <a:t>(General Data Protection Regulation</a:t>
            </a:r>
            <a:r>
              <a:rPr lang="en-GB" sz="2400" dirty="0">
                <a:solidFill>
                  <a:srgbClr val="009CDE"/>
                </a:solidFill>
                <a:latin typeface="Poppins"/>
                <a:cs typeface="Poppins"/>
              </a:rPr>
              <a:t>)</a:t>
            </a:r>
          </a:p>
          <a:p>
            <a:pPr marL="0" indent="0">
              <a:buNone/>
              <a:defRPr/>
            </a:pPr>
            <a:endParaRPr lang="en-GB" sz="3000" b="0" i="0" u="none" strike="noStrike" kern="1200" cap="none" spc="0" normalizeH="0" baseline="0" noProof="0" dirty="0">
              <a:ln>
                <a:noFill/>
              </a:ln>
              <a:solidFill>
                <a:srgbClr val="009CD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B14EE1B-F725-BEBC-D58A-5BBC542EB7C4}"/>
              </a:ext>
            </a:extLst>
          </p:cNvPr>
          <p:cNvSpPr/>
          <p:nvPr/>
        </p:nvSpPr>
        <p:spPr>
          <a:xfrm>
            <a:off x="353107" y="1586691"/>
            <a:ext cx="5752166" cy="59830"/>
          </a:xfrm>
          <a:prstGeom prst="rect">
            <a:avLst/>
          </a:prstGeom>
          <a:solidFill>
            <a:srgbClr val="A50050"/>
          </a:solidFill>
          <a:ln>
            <a:solidFill>
              <a:srgbClr val="A50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A0097562-7308-067F-D239-C5F4E4A1157E}"/>
              </a:ext>
            </a:extLst>
          </p:cNvPr>
          <p:cNvSpPr/>
          <p:nvPr/>
        </p:nvSpPr>
        <p:spPr>
          <a:xfrm>
            <a:off x="7058376" y="7055"/>
            <a:ext cx="5322003" cy="6850942"/>
          </a:xfrm>
          <a:prstGeom prst="rect">
            <a:avLst/>
          </a:prstGeom>
          <a:solidFill>
            <a:srgbClr val="00426A"/>
          </a:solidFill>
          <a:ln>
            <a:solidFill>
              <a:srgbClr val="0042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214392DE-5C4D-017B-15ED-93ACB541BC49}"/>
              </a:ext>
            </a:extLst>
          </p:cNvPr>
          <p:cNvSpPr txBox="1"/>
          <p:nvPr/>
        </p:nvSpPr>
        <p:spPr>
          <a:xfrm>
            <a:off x="457905" y="1971321"/>
            <a:ext cx="346709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800" b="1" dirty="0">
                <a:solidFill>
                  <a:srgbClr val="00426A"/>
                </a:solidFill>
              </a:rPr>
              <a:t>Mi ez?</a:t>
            </a:r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4A285A87-F2DA-11D0-54A8-9CBF315506BF}"/>
              </a:ext>
            </a:extLst>
          </p:cNvPr>
          <p:cNvSpPr txBox="1"/>
          <p:nvPr/>
        </p:nvSpPr>
        <p:spPr>
          <a:xfrm>
            <a:off x="457200" y="2686049"/>
            <a:ext cx="6076948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dirty="0">
                <a:solidFill>
                  <a:srgbClr val="00426A"/>
                </a:solidFill>
                <a:ea typeface="+mn-lt"/>
                <a:cs typeface="+mn-lt"/>
              </a:rPr>
              <a:t>A GDPR egy 2018 óta érvényben lévő európai uniós </a:t>
            </a:r>
            <a:r>
              <a:rPr lang="hu-HU" sz="2400" b="1" dirty="0">
                <a:solidFill>
                  <a:srgbClr val="00426A"/>
                </a:solidFill>
                <a:ea typeface="+mn-lt"/>
                <a:cs typeface="+mn-lt"/>
              </a:rPr>
              <a:t>adatvédelmi rendelet</a:t>
            </a:r>
            <a:r>
              <a:rPr lang="hu-HU" sz="2400" dirty="0">
                <a:solidFill>
                  <a:srgbClr val="00426A"/>
                </a:solidFill>
                <a:ea typeface="+mn-lt"/>
                <a:cs typeface="+mn-lt"/>
              </a:rPr>
              <a:t>, amely arra szolgál, hogy szabályozza, ki és hogyan használhatja fel a személyes adatainkat az online térben. </a:t>
            </a:r>
            <a:endParaRPr lang="hu-HU" sz="2400">
              <a:solidFill>
                <a:srgbClr val="00426A"/>
              </a:solidFill>
            </a:endParaRPr>
          </a:p>
        </p:txBody>
      </p:sp>
      <p:pic>
        <p:nvPicPr>
          <p:cNvPr id="25" name="Kép 24" descr="A képen művészet, kreativitás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80302B34-26F5-2506-29F3-C562B9729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480000">
            <a:off x="4618426" y="288545"/>
            <a:ext cx="6039557" cy="6293557"/>
          </a:xfrm>
          <a:prstGeom prst="rect">
            <a:avLst/>
          </a:prstGeom>
        </p:spPr>
      </p:pic>
      <p:sp>
        <p:nvSpPr>
          <p:cNvPr id="26" name="Szövegdoboz 25">
            <a:extLst>
              <a:ext uri="{FF2B5EF4-FFF2-40B4-BE49-F238E27FC236}">
                <a16:creationId xmlns:a16="http://schemas.microsoft.com/office/drawing/2014/main" id="{BF02D383-3E35-AE3E-32A7-0B76427C5C42}"/>
              </a:ext>
            </a:extLst>
          </p:cNvPr>
          <p:cNvSpPr txBox="1"/>
          <p:nvPr/>
        </p:nvSpPr>
        <p:spPr>
          <a:xfrm>
            <a:off x="9556747" y="1972027"/>
            <a:ext cx="230504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hu-HU" sz="2800" b="1" dirty="0">
                <a:solidFill>
                  <a:schemeClr val="bg1"/>
                </a:solidFill>
              </a:rPr>
              <a:t>Célja</a:t>
            </a:r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2633FAEC-8AA6-27EE-6AB3-52F2FBB84300}"/>
              </a:ext>
            </a:extLst>
          </p:cNvPr>
          <p:cNvSpPr txBox="1"/>
          <p:nvPr/>
        </p:nvSpPr>
        <p:spPr>
          <a:xfrm>
            <a:off x="9556042" y="2685343"/>
            <a:ext cx="2633837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  <a:ea typeface="+mn-lt"/>
                <a:cs typeface="+mn-lt"/>
              </a:rPr>
              <a:t>A GDPR védi a </a:t>
            </a:r>
            <a:r>
              <a:rPr lang="hu-HU" sz="2400" b="1" dirty="0">
                <a:solidFill>
                  <a:schemeClr val="bg1"/>
                </a:solidFill>
                <a:ea typeface="+mn-lt"/>
                <a:cs typeface="+mn-lt"/>
              </a:rPr>
              <a:t>személyes adatainkat</a:t>
            </a:r>
            <a:r>
              <a:rPr lang="hu-HU" sz="2400" dirty="0">
                <a:solidFill>
                  <a:schemeClr val="bg1"/>
                </a:solidFill>
                <a:ea typeface="+mn-lt"/>
                <a:cs typeface="+mn-lt"/>
              </a:rPr>
              <a:t> az interneten a céges felhasználástól.</a:t>
            </a:r>
            <a:endParaRPr lang="hu-H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85717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5BDE6-2EE4-FD75-5FFE-BCCF4688D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soportba foglalás 2">
            <a:extLst>
              <a:ext uri="{FF2B5EF4-FFF2-40B4-BE49-F238E27FC236}">
                <a16:creationId xmlns:a16="http://schemas.microsoft.com/office/drawing/2014/main" id="{1911D6FD-C997-12F5-2193-8D97FCD48951}"/>
              </a:ext>
            </a:extLst>
          </p:cNvPr>
          <p:cNvGrpSpPr/>
          <p:nvPr/>
        </p:nvGrpSpPr>
        <p:grpSpPr>
          <a:xfrm rot="-5400000">
            <a:off x="9159859" y="4045404"/>
            <a:ext cx="3247475" cy="2824141"/>
            <a:chOff x="-215050" y="4033858"/>
            <a:chExt cx="3247475" cy="2824141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6E9D8201-E554-506C-E1AA-D821730C939A}"/>
                </a:ext>
              </a:extLst>
            </p:cNvPr>
            <p:cNvSpPr/>
            <p:nvPr/>
          </p:nvSpPr>
          <p:spPr>
            <a:xfrm>
              <a:off x="-3383" y="6096668"/>
              <a:ext cx="761331" cy="761331"/>
            </a:xfrm>
            <a:custGeom>
              <a:avLst/>
              <a:gdLst>
                <a:gd name="connsiteX0" fmla="*/ 1143000 w 1143000"/>
                <a:gd name="connsiteY0" fmla="*/ 1143000 h 1143000"/>
                <a:gd name="connsiteX1" fmla="*/ 0 w 1143000"/>
                <a:gd name="connsiteY1" fmla="*/ 1143000 h 1143000"/>
                <a:gd name="connsiteX2" fmla="*/ 0 w 1143000"/>
                <a:gd name="connsiteY2" fmla="*/ 0 h 1143000"/>
                <a:gd name="connsiteX3" fmla="*/ 1143000 w 1143000"/>
                <a:gd name="connsiteY3" fmla="*/ 114300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00" h="1143000">
                  <a:moveTo>
                    <a:pt x="1143000" y="1143000"/>
                  </a:moveTo>
                  <a:lnTo>
                    <a:pt x="0" y="1143000"/>
                  </a:lnTo>
                  <a:lnTo>
                    <a:pt x="0" y="0"/>
                  </a:lnTo>
                  <a:lnTo>
                    <a:pt x="1143000" y="1143000"/>
                  </a:lnTo>
                  <a:close/>
                </a:path>
              </a:pathLst>
            </a:custGeom>
            <a:solidFill>
              <a:srgbClr val="C4D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8A6DE60-F02B-7F41-1723-374119585DBE}"/>
                </a:ext>
              </a:extLst>
            </p:cNvPr>
            <p:cNvSpPr/>
            <p:nvPr/>
          </p:nvSpPr>
          <p:spPr>
            <a:xfrm>
              <a:off x="757948" y="5720761"/>
              <a:ext cx="2274477" cy="1137238"/>
            </a:xfrm>
            <a:custGeom>
              <a:avLst/>
              <a:gdLst>
                <a:gd name="connsiteX0" fmla="*/ 0 w 3414712"/>
                <a:gd name="connsiteY0" fmla="*/ 1707356 h 1707356"/>
                <a:gd name="connsiteX1" fmla="*/ 1707356 w 3414712"/>
                <a:gd name="connsiteY1" fmla="*/ 0 h 1707356"/>
                <a:gd name="connsiteX2" fmla="*/ 3414713 w 3414712"/>
                <a:gd name="connsiteY2" fmla="*/ 1707356 h 1707356"/>
                <a:gd name="connsiteX3" fmla="*/ 0 w 3414712"/>
                <a:gd name="connsiteY3" fmla="*/ 1707356 h 1707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4712" h="1707356">
                  <a:moveTo>
                    <a:pt x="0" y="1707356"/>
                  </a:moveTo>
                  <a:lnTo>
                    <a:pt x="1707356" y="0"/>
                  </a:lnTo>
                  <a:lnTo>
                    <a:pt x="3414713" y="1707356"/>
                  </a:lnTo>
                  <a:lnTo>
                    <a:pt x="0" y="1707356"/>
                  </a:lnTo>
                  <a:close/>
                </a:path>
              </a:pathLst>
            </a:custGeom>
            <a:solidFill>
              <a:srgbClr val="009CD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A74BF52-E960-B90C-984D-2E01ABBD61DF}"/>
                </a:ext>
              </a:extLst>
            </p:cNvPr>
            <p:cNvSpPr/>
            <p:nvPr/>
          </p:nvSpPr>
          <p:spPr>
            <a:xfrm>
              <a:off x="-215050" y="4033858"/>
              <a:ext cx="1360244" cy="1898570"/>
            </a:xfrm>
            <a:custGeom>
              <a:avLst/>
              <a:gdLst>
                <a:gd name="connsiteX0" fmla="*/ 0 w 2042159"/>
                <a:gd name="connsiteY0" fmla="*/ 0 h 2850356"/>
                <a:gd name="connsiteX1" fmla="*/ 0 w 2042159"/>
                <a:gd name="connsiteY1" fmla="*/ 1616488 h 2850356"/>
                <a:gd name="connsiteX2" fmla="*/ 1233868 w 2042159"/>
                <a:gd name="connsiteY2" fmla="*/ 2850356 h 2850356"/>
                <a:gd name="connsiteX3" fmla="*/ 2042160 w 2042159"/>
                <a:gd name="connsiteY3" fmla="*/ 2042160 h 2850356"/>
                <a:gd name="connsiteX4" fmla="*/ 0 w 2042159"/>
                <a:gd name="connsiteY4" fmla="*/ 0 h 2850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2159" h="2850356">
                  <a:moveTo>
                    <a:pt x="0" y="0"/>
                  </a:moveTo>
                  <a:lnTo>
                    <a:pt x="0" y="1616488"/>
                  </a:lnTo>
                  <a:lnTo>
                    <a:pt x="1233868" y="2850356"/>
                  </a:lnTo>
                  <a:lnTo>
                    <a:pt x="2042160" y="2042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0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84FB7EC-A0B0-4644-AC12-3E049C89F74B}"/>
              </a:ext>
            </a:extLst>
          </p:cNvPr>
          <p:cNvSpPr txBox="1">
            <a:spLocks/>
          </p:cNvSpPr>
          <p:nvPr/>
        </p:nvSpPr>
        <p:spPr>
          <a:xfrm>
            <a:off x="6101479" y="655284"/>
            <a:ext cx="5739507" cy="778307"/>
          </a:xfrm>
          <a:prstGeom prst="rect">
            <a:avLst/>
          </a:prstGeom>
        </p:spPr>
        <p:txBody>
          <a:bodyPr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GB" sz="4500" b="1" dirty="0">
                <a:solidFill>
                  <a:srgbClr val="00426A"/>
                </a:solidFill>
                <a:ea typeface="+mj-lt"/>
                <a:cs typeface="+mj-lt"/>
              </a:rPr>
              <a:t>GDPR </a:t>
            </a:r>
            <a:r>
              <a:rPr lang="en-GB" sz="4500" b="1" err="1">
                <a:solidFill>
                  <a:srgbClr val="00426A"/>
                </a:solidFill>
                <a:ea typeface="+mj-lt"/>
                <a:cs typeface="+mj-lt"/>
              </a:rPr>
              <a:t>és</a:t>
            </a:r>
            <a:r>
              <a:rPr lang="en-GB" sz="4500" b="1" dirty="0">
                <a:solidFill>
                  <a:srgbClr val="00426A"/>
                </a:solidFill>
                <a:ea typeface="+mj-lt"/>
                <a:cs typeface="+mj-lt"/>
              </a:rPr>
              <a:t> MI </a:t>
            </a:r>
            <a:r>
              <a:rPr lang="en-GB" sz="4500" b="1" err="1">
                <a:solidFill>
                  <a:srgbClr val="00426A"/>
                </a:solidFill>
                <a:ea typeface="+mj-lt"/>
                <a:cs typeface="+mj-lt"/>
              </a:rPr>
              <a:t>kapcsolata</a:t>
            </a:r>
            <a:endParaRPr lang="hu-HU" b="1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4112C6F-EFB2-8A32-C322-AA1346180F8F}"/>
              </a:ext>
            </a:extLst>
          </p:cNvPr>
          <p:cNvSpPr/>
          <p:nvPr/>
        </p:nvSpPr>
        <p:spPr>
          <a:xfrm>
            <a:off x="6091197" y="1425054"/>
            <a:ext cx="5752166" cy="59830"/>
          </a:xfrm>
          <a:prstGeom prst="rect">
            <a:avLst/>
          </a:prstGeom>
          <a:solidFill>
            <a:srgbClr val="A50050"/>
          </a:solidFill>
          <a:ln>
            <a:solidFill>
              <a:srgbClr val="A50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BC2D5FEE-9ABC-6E23-E885-1C2F6E9B3765}"/>
              </a:ext>
            </a:extLst>
          </p:cNvPr>
          <p:cNvSpPr/>
          <p:nvPr/>
        </p:nvSpPr>
        <p:spPr>
          <a:xfrm>
            <a:off x="4103" y="-4491"/>
            <a:ext cx="5322003" cy="6850942"/>
          </a:xfrm>
          <a:prstGeom prst="rect">
            <a:avLst/>
          </a:prstGeom>
          <a:solidFill>
            <a:srgbClr val="00426A"/>
          </a:solidFill>
          <a:ln>
            <a:solidFill>
              <a:srgbClr val="0042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8" name="Kép 7" descr="A képen Betűtípus, Grafika, szimbólum, Grafikus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266F65DA-A740-F53F-4884-FD88CECF0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4364"/>
            <a:ext cx="5160819" cy="5160819"/>
          </a:xfrm>
          <a:prstGeom prst="rect">
            <a:avLst/>
          </a:prstGeom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7E449AF2-6AEA-FA7C-1F14-2CCA4CF69CC3}"/>
              </a:ext>
            </a:extLst>
          </p:cNvPr>
          <p:cNvSpPr txBox="1"/>
          <p:nvPr/>
        </p:nvSpPr>
        <p:spPr>
          <a:xfrm>
            <a:off x="6126971" y="2345146"/>
            <a:ext cx="519541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hu-HU" sz="2400" dirty="0">
                <a:solidFill>
                  <a:srgbClr val="00426A"/>
                </a:solidFill>
                <a:ea typeface="+mn-lt"/>
                <a:cs typeface="+mn-lt"/>
              </a:rPr>
              <a:t>MI rendszerek sok adatot gyűjtenek (fotók, üzenetek, helyadatok).</a:t>
            </a:r>
            <a:endParaRPr lang="hu-HU" sz="2400" dirty="0">
              <a:solidFill>
                <a:srgbClr val="00426A"/>
              </a:solidFill>
            </a:endParaRPr>
          </a:p>
        </p:txBody>
      </p:sp>
      <p:pic>
        <p:nvPicPr>
          <p:cNvPr id="10" name="Kép 9" descr="A képen lámpa látható&#10;&#10;Lehet, hogy az AI által létrehozott tartalom helytelen.">
            <a:extLst>
              <a:ext uri="{FF2B5EF4-FFF2-40B4-BE49-F238E27FC236}">
                <a16:creationId xmlns:a16="http://schemas.microsoft.com/office/drawing/2014/main" id="{2D20DB40-4BE2-7A26-ABE5-F90CECC5B0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42818" y="3417455"/>
            <a:ext cx="6858000" cy="6858000"/>
          </a:xfrm>
          <a:prstGeom prst="rect">
            <a:avLst/>
          </a:prstGeom>
        </p:spPr>
      </p:pic>
      <p:pic>
        <p:nvPicPr>
          <p:cNvPr id="12" name="Kép 11" descr="A képen lámpa látható&#10;&#10;Lehet, hogy az AI által létrehozott tartalom helytelen.">
            <a:extLst>
              <a:ext uri="{FF2B5EF4-FFF2-40B4-BE49-F238E27FC236}">
                <a16:creationId xmlns:a16="http://schemas.microsoft.com/office/drawing/2014/main" id="{BCBC1171-9B45-E172-D372-6BC720C480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42817" y="-2389909"/>
            <a:ext cx="6858000" cy="6858000"/>
          </a:xfrm>
          <a:prstGeom prst="rect">
            <a:avLst/>
          </a:prstGeom>
        </p:spPr>
      </p:pic>
      <p:sp>
        <p:nvSpPr>
          <p:cNvPr id="15" name="Szövegdoboz 14">
            <a:extLst>
              <a:ext uri="{FF2B5EF4-FFF2-40B4-BE49-F238E27FC236}">
                <a16:creationId xmlns:a16="http://schemas.microsoft.com/office/drawing/2014/main" id="{B09A778F-0612-A6ED-11C0-2CB37F947AA7}"/>
              </a:ext>
            </a:extLst>
          </p:cNvPr>
          <p:cNvSpPr txBox="1"/>
          <p:nvPr/>
        </p:nvSpPr>
        <p:spPr>
          <a:xfrm>
            <a:off x="6129492" y="3633851"/>
            <a:ext cx="516176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hu-HU" sz="2400" dirty="0">
                <a:solidFill>
                  <a:srgbClr val="00426A"/>
                </a:solidFill>
              </a:rPr>
              <a:t>GDPR meghatározza, hogyan lehet ezeket használni.</a:t>
            </a:r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4034829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26CB1-12E8-2D50-3179-BABF7EE78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Csoportba foglalás 6">
            <a:extLst>
              <a:ext uri="{FF2B5EF4-FFF2-40B4-BE49-F238E27FC236}">
                <a16:creationId xmlns:a16="http://schemas.microsoft.com/office/drawing/2014/main" id="{28E38122-7D08-B1B7-4DB3-286435014DB4}"/>
              </a:ext>
            </a:extLst>
          </p:cNvPr>
          <p:cNvGrpSpPr/>
          <p:nvPr/>
        </p:nvGrpSpPr>
        <p:grpSpPr>
          <a:xfrm>
            <a:off x="-220870" y="1565137"/>
            <a:ext cx="6076950" cy="6076950"/>
            <a:chOff x="0" y="781050"/>
            <a:chExt cx="6076950" cy="6076950"/>
          </a:xfrm>
        </p:grpSpPr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9B7F6C5A-F9BC-2C7A-081A-07D5D2C7618E}"/>
                </a:ext>
              </a:extLst>
            </p:cNvPr>
            <p:cNvSpPr/>
            <p:nvPr/>
          </p:nvSpPr>
          <p:spPr>
            <a:xfrm>
              <a:off x="0" y="5334000"/>
              <a:ext cx="1524000" cy="1524000"/>
            </a:xfrm>
            <a:custGeom>
              <a:avLst/>
              <a:gdLst>
                <a:gd name="connsiteX0" fmla="*/ 0 w 1524000"/>
                <a:gd name="connsiteY0" fmla="*/ 0 h 1524000"/>
                <a:gd name="connsiteX1" fmla="*/ 0 w 1524000"/>
                <a:gd name="connsiteY1" fmla="*/ 1524000 h 1524000"/>
                <a:gd name="connsiteX2" fmla="*/ 1524000 w 1524000"/>
                <a:gd name="connsiteY2" fmla="*/ 1524000 h 1524000"/>
                <a:gd name="connsiteX3" fmla="*/ 0 w 1524000"/>
                <a:gd name="connsiteY3" fmla="*/ 0 h 152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0" h="1524000">
                  <a:moveTo>
                    <a:pt x="0" y="0"/>
                  </a:moveTo>
                  <a:lnTo>
                    <a:pt x="0" y="1524000"/>
                  </a:lnTo>
                  <a:lnTo>
                    <a:pt x="1524000" y="152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D600"/>
            </a:solidFill>
            <a:ln w="6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04FC10-3FD2-72E2-D7DA-39540F66061E}"/>
                </a:ext>
              </a:extLst>
            </p:cNvPr>
            <p:cNvSpPr/>
            <p:nvPr/>
          </p:nvSpPr>
          <p:spPr>
            <a:xfrm>
              <a:off x="0" y="781050"/>
              <a:ext cx="2276475" cy="4552950"/>
            </a:xfrm>
            <a:custGeom>
              <a:avLst/>
              <a:gdLst>
                <a:gd name="connsiteX0" fmla="*/ 0 w 2276475"/>
                <a:gd name="connsiteY0" fmla="*/ 4552950 h 4552950"/>
                <a:gd name="connsiteX1" fmla="*/ 2276475 w 2276475"/>
                <a:gd name="connsiteY1" fmla="*/ 2276475 h 4552950"/>
                <a:gd name="connsiteX2" fmla="*/ 0 w 2276475"/>
                <a:gd name="connsiteY2" fmla="*/ 0 h 4552950"/>
                <a:gd name="connsiteX3" fmla="*/ 0 w 2276475"/>
                <a:gd name="connsiteY3" fmla="*/ 4552950 h 455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76475" h="4552950">
                  <a:moveTo>
                    <a:pt x="0" y="4552950"/>
                  </a:moveTo>
                  <a:lnTo>
                    <a:pt x="2276475" y="2276475"/>
                  </a:lnTo>
                  <a:lnTo>
                    <a:pt x="0" y="0"/>
                  </a:lnTo>
                  <a:lnTo>
                    <a:pt x="0" y="4552950"/>
                  </a:lnTo>
                  <a:close/>
                </a:path>
              </a:pathLst>
            </a:custGeom>
            <a:solidFill>
              <a:srgbClr val="009CDE"/>
            </a:solidFill>
            <a:ln w="6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6ADCAB3-1FE7-14F9-4894-AF4D2C930CCA}"/>
                </a:ext>
              </a:extLst>
            </p:cNvPr>
            <p:cNvSpPr/>
            <p:nvPr/>
          </p:nvSpPr>
          <p:spPr>
            <a:xfrm>
              <a:off x="2276475" y="4135183"/>
              <a:ext cx="3800475" cy="2722816"/>
            </a:xfrm>
            <a:custGeom>
              <a:avLst/>
              <a:gdLst>
                <a:gd name="connsiteX0" fmla="*/ 3800475 w 3800475"/>
                <a:gd name="connsiteY0" fmla="*/ 2722816 h 2722816"/>
                <a:gd name="connsiteX1" fmla="*/ 1645222 w 3800475"/>
                <a:gd name="connsiteY1" fmla="*/ 2722816 h 2722816"/>
                <a:gd name="connsiteX2" fmla="*/ 0 w 3800475"/>
                <a:gd name="connsiteY2" fmla="*/ 1077595 h 2722816"/>
                <a:gd name="connsiteX3" fmla="*/ 1077595 w 3800475"/>
                <a:gd name="connsiteY3" fmla="*/ 0 h 2722816"/>
                <a:gd name="connsiteX4" fmla="*/ 3800475 w 3800475"/>
                <a:gd name="connsiteY4" fmla="*/ 2722816 h 2722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0475" h="2722816">
                  <a:moveTo>
                    <a:pt x="3800475" y="2722816"/>
                  </a:moveTo>
                  <a:lnTo>
                    <a:pt x="1645222" y="2722816"/>
                  </a:lnTo>
                  <a:lnTo>
                    <a:pt x="0" y="1077595"/>
                  </a:lnTo>
                  <a:lnTo>
                    <a:pt x="1077595" y="0"/>
                  </a:lnTo>
                  <a:lnTo>
                    <a:pt x="3800475" y="2722816"/>
                  </a:lnTo>
                  <a:close/>
                </a:path>
              </a:pathLst>
            </a:custGeom>
            <a:solidFill>
              <a:srgbClr val="A50050"/>
            </a:solidFill>
            <a:ln w="6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Szövegdoboz 1">
            <a:extLst>
              <a:ext uri="{FF2B5EF4-FFF2-40B4-BE49-F238E27FC236}">
                <a16:creationId xmlns:a16="http://schemas.microsoft.com/office/drawing/2014/main" id="{3E6A5AB6-00BF-66CA-091C-7B69F8D75C28}"/>
              </a:ext>
            </a:extLst>
          </p:cNvPr>
          <p:cNvSpPr txBox="1"/>
          <p:nvPr/>
        </p:nvSpPr>
        <p:spPr>
          <a:xfrm>
            <a:off x="6226313" y="284922"/>
            <a:ext cx="5194852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GB" sz="4000" b="1" err="1">
                <a:solidFill>
                  <a:srgbClr val="00426A"/>
                </a:solidFill>
                <a:latin typeface="Arial"/>
                <a:cs typeface="Arial"/>
              </a:rPr>
              <a:t>Példák</a:t>
            </a:r>
            <a:r>
              <a:rPr lang="en-GB" sz="4000" b="1" dirty="0">
                <a:solidFill>
                  <a:srgbClr val="00426A"/>
                </a:solidFill>
                <a:latin typeface="Arial"/>
                <a:cs typeface="Arial"/>
              </a:rPr>
              <a:t> a </a:t>
            </a:r>
            <a:r>
              <a:rPr lang="en-GB" sz="4000" b="1" err="1">
                <a:solidFill>
                  <a:srgbClr val="00426A"/>
                </a:solidFill>
                <a:latin typeface="Arial"/>
                <a:cs typeface="Arial"/>
              </a:rPr>
              <a:t>mindennapi</a:t>
            </a:r>
            <a:r>
              <a:rPr lang="en-GB" sz="4000" b="1" dirty="0">
                <a:solidFill>
                  <a:srgbClr val="00426A"/>
                </a:solidFill>
                <a:latin typeface="Arial"/>
                <a:cs typeface="Arial"/>
              </a:rPr>
              <a:t> </a:t>
            </a:r>
            <a:r>
              <a:rPr lang="en-GB" sz="4000" b="1" err="1">
                <a:solidFill>
                  <a:srgbClr val="00426A"/>
                </a:solidFill>
                <a:latin typeface="Arial"/>
                <a:cs typeface="Arial"/>
              </a:rPr>
              <a:t>életből</a:t>
            </a:r>
            <a:endParaRPr lang="hu-HU" sz="4000"/>
          </a:p>
        </p:txBody>
      </p:sp>
      <p:sp>
        <p:nvSpPr>
          <p:cNvPr id="4" name="Rectangle 31">
            <a:extLst>
              <a:ext uri="{FF2B5EF4-FFF2-40B4-BE49-F238E27FC236}">
                <a16:creationId xmlns:a16="http://schemas.microsoft.com/office/drawing/2014/main" id="{AB7B9338-329E-EEC5-5E87-4FF505202CC6}"/>
              </a:ext>
            </a:extLst>
          </p:cNvPr>
          <p:cNvSpPr/>
          <p:nvPr/>
        </p:nvSpPr>
        <p:spPr>
          <a:xfrm>
            <a:off x="5854685" y="1566065"/>
            <a:ext cx="5560437" cy="45719"/>
          </a:xfrm>
          <a:prstGeom prst="rect">
            <a:avLst/>
          </a:prstGeom>
          <a:solidFill>
            <a:srgbClr val="A50050"/>
          </a:solidFill>
          <a:ln>
            <a:solidFill>
              <a:srgbClr val="A50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36417C03-850A-1EFE-C924-AAF7650B1D96}"/>
              </a:ext>
            </a:extLst>
          </p:cNvPr>
          <p:cNvSpPr txBox="1"/>
          <p:nvPr/>
        </p:nvSpPr>
        <p:spPr>
          <a:xfrm>
            <a:off x="4831728" y="2805126"/>
            <a:ext cx="67107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hu-HU" sz="2400" err="1">
                <a:solidFill>
                  <a:srgbClr val="00426A"/>
                </a:solidFill>
                <a:ea typeface="+mn-lt"/>
                <a:cs typeface="+mn-lt"/>
              </a:rPr>
              <a:t>TikTok</a:t>
            </a:r>
            <a:r>
              <a:rPr lang="hu-HU" sz="2400">
                <a:solidFill>
                  <a:srgbClr val="00426A"/>
                </a:solidFill>
                <a:ea typeface="+mn-lt"/>
                <a:cs typeface="+mn-lt"/>
              </a:rPr>
              <a:t>, Instagram ajánlások → adatok elemzése.</a:t>
            </a:r>
            <a:endParaRPr lang="hu-HU" sz="2400">
              <a:solidFill>
                <a:srgbClr val="00426A"/>
              </a:solidFill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DEA2788B-BD5C-B93A-4290-73B514A5CFB7}"/>
              </a:ext>
            </a:extLst>
          </p:cNvPr>
          <p:cNvSpPr txBox="1"/>
          <p:nvPr/>
        </p:nvSpPr>
        <p:spPr>
          <a:xfrm>
            <a:off x="4879771" y="4182580"/>
            <a:ext cx="666599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hu-HU" sz="2400" dirty="0">
                <a:solidFill>
                  <a:srgbClr val="00426A"/>
                </a:solidFill>
                <a:ea typeface="+mn-lt"/>
                <a:cs typeface="+mn-lt"/>
              </a:rPr>
              <a:t>Digitális nyom = minden online tevékenységed (poszt, keresés, weboldal).</a:t>
            </a:r>
            <a:endParaRPr lang="hu-HU" sz="2400">
              <a:solidFill>
                <a:srgbClr val="00426A"/>
              </a:solidFill>
            </a:endParaRP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6B66F6DA-23DA-9B2E-9EC9-378C0A4F5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" y="-618435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146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7553C-C57B-1CD7-05F7-5FDFCC8BE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soportba foglalás 2">
            <a:extLst>
              <a:ext uri="{FF2B5EF4-FFF2-40B4-BE49-F238E27FC236}">
                <a16:creationId xmlns:a16="http://schemas.microsoft.com/office/drawing/2014/main" id="{42079AC3-9F58-1FD5-52BF-65A8CEEBEC98}"/>
              </a:ext>
            </a:extLst>
          </p:cNvPr>
          <p:cNvGrpSpPr/>
          <p:nvPr/>
        </p:nvGrpSpPr>
        <p:grpSpPr>
          <a:xfrm rot="-5400000">
            <a:off x="9159859" y="4045404"/>
            <a:ext cx="3247475" cy="2824141"/>
            <a:chOff x="-215050" y="4033858"/>
            <a:chExt cx="3247475" cy="2824141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B3A51BB-1F84-D35E-66B4-A4997088522E}"/>
                </a:ext>
              </a:extLst>
            </p:cNvPr>
            <p:cNvSpPr/>
            <p:nvPr/>
          </p:nvSpPr>
          <p:spPr>
            <a:xfrm>
              <a:off x="-3383" y="6096668"/>
              <a:ext cx="761331" cy="761331"/>
            </a:xfrm>
            <a:custGeom>
              <a:avLst/>
              <a:gdLst>
                <a:gd name="connsiteX0" fmla="*/ 1143000 w 1143000"/>
                <a:gd name="connsiteY0" fmla="*/ 1143000 h 1143000"/>
                <a:gd name="connsiteX1" fmla="*/ 0 w 1143000"/>
                <a:gd name="connsiteY1" fmla="*/ 1143000 h 1143000"/>
                <a:gd name="connsiteX2" fmla="*/ 0 w 1143000"/>
                <a:gd name="connsiteY2" fmla="*/ 0 h 1143000"/>
                <a:gd name="connsiteX3" fmla="*/ 1143000 w 1143000"/>
                <a:gd name="connsiteY3" fmla="*/ 114300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00" h="1143000">
                  <a:moveTo>
                    <a:pt x="1143000" y="1143000"/>
                  </a:moveTo>
                  <a:lnTo>
                    <a:pt x="0" y="1143000"/>
                  </a:lnTo>
                  <a:lnTo>
                    <a:pt x="0" y="0"/>
                  </a:lnTo>
                  <a:lnTo>
                    <a:pt x="1143000" y="1143000"/>
                  </a:lnTo>
                  <a:close/>
                </a:path>
              </a:pathLst>
            </a:custGeom>
            <a:solidFill>
              <a:srgbClr val="C4D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F11C02F-A6BE-578D-ACDC-0F943B341113}"/>
                </a:ext>
              </a:extLst>
            </p:cNvPr>
            <p:cNvSpPr/>
            <p:nvPr/>
          </p:nvSpPr>
          <p:spPr>
            <a:xfrm>
              <a:off x="757948" y="5720761"/>
              <a:ext cx="2274477" cy="1137238"/>
            </a:xfrm>
            <a:custGeom>
              <a:avLst/>
              <a:gdLst>
                <a:gd name="connsiteX0" fmla="*/ 0 w 3414712"/>
                <a:gd name="connsiteY0" fmla="*/ 1707356 h 1707356"/>
                <a:gd name="connsiteX1" fmla="*/ 1707356 w 3414712"/>
                <a:gd name="connsiteY1" fmla="*/ 0 h 1707356"/>
                <a:gd name="connsiteX2" fmla="*/ 3414713 w 3414712"/>
                <a:gd name="connsiteY2" fmla="*/ 1707356 h 1707356"/>
                <a:gd name="connsiteX3" fmla="*/ 0 w 3414712"/>
                <a:gd name="connsiteY3" fmla="*/ 1707356 h 1707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4712" h="1707356">
                  <a:moveTo>
                    <a:pt x="0" y="1707356"/>
                  </a:moveTo>
                  <a:lnTo>
                    <a:pt x="1707356" y="0"/>
                  </a:lnTo>
                  <a:lnTo>
                    <a:pt x="3414713" y="1707356"/>
                  </a:lnTo>
                  <a:lnTo>
                    <a:pt x="0" y="1707356"/>
                  </a:lnTo>
                  <a:close/>
                </a:path>
              </a:pathLst>
            </a:custGeom>
            <a:solidFill>
              <a:srgbClr val="A50050"/>
            </a:solidFill>
            <a:ln w="9525" cap="flat">
              <a:solidFill>
                <a:srgbClr val="A5005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A63B9C8-740E-4E7F-AA4A-1226A6F88C8E}"/>
                </a:ext>
              </a:extLst>
            </p:cNvPr>
            <p:cNvSpPr/>
            <p:nvPr/>
          </p:nvSpPr>
          <p:spPr>
            <a:xfrm>
              <a:off x="-215050" y="4033858"/>
              <a:ext cx="1360244" cy="1898570"/>
            </a:xfrm>
            <a:custGeom>
              <a:avLst/>
              <a:gdLst>
                <a:gd name="connsiteX0" fmla="*/ 0 w 2042159"/>
                <a:gd name="connsiteY0" fmla="*/ 0 h 2850356"/>
                <a:gd name="connsiteX1" fmla="*/ 0 w 2042159"/>
                <a:gd name="connsiteY1" fmla="*/ 1616488 h 2850356"/>
                <a:gd name="connsiteX2" fmla="*/ 1233868 w 2042159"/>
                <a:gd name="connsiteY2" fmla="*/ 2850356 h 2850356"/>
                <a:gd name="connsiteX3" fmla="*/ 2042160 w 2042159"/>
                <a:gd name="connsiteY3" fmla="*/ 2042160 h 2850356"/>
                <a:gd name="connsiteX4" fmla="*/ 0 w 2042159"/>
                <a:gd name="connsiteY4" fmla="*/ 0 h 2850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2159" h="2850356">
                  <a:moveTo>
                    <a:pt x="0" y="0"/>
                  </a:moveTo>
                  <a:lnTo>
                    <a:pt x="0" y="1616488"/>
                  </a:lnTo>
                  <a:lnTo>
                    <a:pt x="1233868" y="2850356"/>
                  </a:lnTo>
                  <a:lnTo>
                    <a:pt x="2042160" y="2042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CD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F2B519D-1A08-0F2E-1D6C-D9B65AC1ED13}"/>
              </a:ext>
            </a:extLst>
          </p:cNvPr>
          <p:cNvSpPr txBox="1">
            <a:spLocks/>
          </p:cNvSpPr>
          <p:nvPr/>
        </p:nvSpPr>
        <p:spPr>
          <a:xfrm>
            <a:off x="526179" y="539913"/>
            <a:ext cx="5739507" cy="778307"/>
          </a:xfrm>
          <a:prstGeom prst="rect">
            <a:avLst/>
          </a:prstGeom>
        </p:spPr>
        <p:txBody>
          <a:bodyPr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GB" sz="4500" b="1" dirty="0">
                <a:solidFill>
                  <a:srgbClr val="00426A"/>
                </a:solidFill>
                <a:ea typeface="+mj-lt"/>
                <a:cs typeface="+mj-lt"/>
              </a:rPr>
              <a:t>YouTube </a:t>
            </a:r>
            <a:r>
              <a:rPr lang="en-GB" sz="4500" b="1" dirty="0" err="1">
                <a:solidFill>
                  <a:srgbClr val="00426A"/>
                </a:solidFill>
                <a:ea typeface="+mj-lt"/>
                <a:cs typeface="+mj-lt"/>
              </a:rPr>
              <a:t>és</a:t>
            </a:r>
            <a:r>
              <a:rPr lang="en-GB" sz="4500" b="1" dirty="0">
                <a:solidFill>
                  <a:srgbClr val="00426A"/>
                </a:solidFill>
                <a:ea typeface="+mj-lt"/>
                <a:cs typeface="+mj-lt"/>
              </a:rPr>
              <a:t> MI</a:t>
            </a:r>
            <a:endParaRPr lang="hu-HU" b="1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AA43B03-2418-74BB-4C71-8A5EC8AEB259}"/>
              </a:ext>
            </a:extLst>
          </p:cNvPr>
          <p:cNvSpPr/>
          <p:nvPr/>
        </p:nvSpPr>
        <p:spPr>
          <a:xfrm>
            <a:off x="515897" y="1309683"/>
            <a:ext cx="5752166" cy="59830"/>
          </a:xfrm>
          <a:prstGeom prst="rect">
            <a:avLst/>
          </a:prstGeom>
          <a:solidFill>
            <a:srgbClr val="A50050"/>
          </a:solidFill>
          <a:ln>
            <a:solidFill>
              <a:srgbClr val="A50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79D127CC-2D21-970E-1D84-BD1C7C4CF579}"/>
              </a:ext>
            </a:extLst>
          </p:cNvPr>
          <p:cNvSpPr txBox="1"/>
          <p:nvPr/>
        </p:nvSpPr>
        <p:spPr>
          <a:xfrm>
            <a:off x="515897" y="2345146"/>
            <a:ext cx="519541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dirty="0" err="1">
                <a:solidFill>
                  <a:srgbClr val="00426A"/>
                </a:solidFill>
                <a:ea typeface="+mn-lt"/>
                <a:cs typeface="+mn-lt"/>
              </a:rPr>
              <a:t>Segít</a:t>
            </a:r>
            <a:r>
              <a:rPr lang="en-GB" sz="2400" dirty="0">
                <a:solidFill>
                  <a:srgbClr val="00426A"/>
                </a:solidFill>
                <a:ea typeface="+mn-lt"/>
                <a:cs typeface="+mn-lt"/>
              </a:rPr>
              <a:t> </a:t>
            </a:r>
            <a:r>
              <a:rPr lang="en-GB" sz="2400" dirty="0" err="1">
                <a:solidFill>
                  <a:srgbClr val="00426A"/>
                </a:solidFill>
                <a:ea typeface="+mn-lt"/>
                <a:cs typeface="+mn-lt"/>
              </a:rPr>
              <a:t>vagy</a:t>
            </a:r>
            <a:r>
              <a:rPr lang="en-GB" sz="2400" dirty="0">
                <a:solidFill>
                  <a:srgbClr val="00426A"/>
                </a:solidFill>
                <a:ea typeface="+mn-lt"/>
                <a:cs typeface="+mn-lt"/>
              </a:rPr>
              <a:t> </a:t>
            </a:r>
            <a:r>
              <a:rPr lang="en-GB" sz="2400" dirty="0" err="1">
                <a:solidFill>
                  <a:srgbClr val="00426A"/>
                </a:solidFill>
                <a:ea typeface="+mn-lt"/>
                <a:cs typeface="+mn-lt"/>
              </a:rPr>
              <a:t>irányít</a:t>
            </a:r>
            <a:r>
              <a:rPr lang="en-GB" sz="2400" dirty="0">
                <a:solidFill>
                  <a:srgbClr val="00426A"/>
                </a:solidFill>
                <a:ea typeface="+mn-lt"/>
                <a:cs typeface="+mn-lt"/>
              </a:rPr>
              <a:t> a YouTube MI?</a:t>
            </a:r>
            <a:endParaRPr lang="hu-HU" sz="2400" dirty="0">
              <a:solidFill>
                <a:srgbClr val="00426A"/>
              </a:solidFill>
            </a:endParaRP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AE80D550-981A-C391-4BBC-8522BC9050E2}"/>
              </a:ext>
            </a:extLst>
          </p:cNvPr>
          <p:cNvSpPr txBox="1"/>
          <p:nvPr/>
        </p:nvSpPr>
        <p:spPr>
          <a:xfrm>
            <a:off x="515897" y="3429000"/>
            <a:ext cx="516176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dirty="0">
                <a:solidFill>
                  <a:srgbClr val="00426A"/>
                </a:solidFill>
              </a:rPr>
              <a:t>Mit </a:t>
            </a:r>
            <a:r>
              <a:rPr lang="en-GB" sz="2400" dirty="0" err="1">
                <a:solidFill>
                  <a:srgbClr val="00426A"/>
                </a:solidFill>
              </a:rPr>
              <a:t>tud</a:t>
            </a:r>
            <a:r>
              <a:rPr lang="en-GB" sz="2400" dirty="0">
                <a:solidFill>
                  <a:srgbClr val="00426A"/>
                </a:solidFill>
              </a:rPr>
              <a:t> </a:t>
            </a:r>
            <a:r>
              <a:rPr lang="en-GB" sz="2400" dirty="0" err="1">
                <a:solidFill>
                  <a:srgbClr val="00426A"/>
                </a:solidFill>
              </a:rPr>
              <a:t>rólunk</a:t>
            </a:r>
            <a:r>
              <a:rPr lang="en-GB" sz="2400" dirty="0">
                <a:solidFill>
                  <a:srgbClr val="00426A"/>
                </a:solidFill>
              </a:rPr>
              <a:t> a YouTube?</a:t>
            </a:r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241014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A8587-1253-EF91-ED95-BBAA22C45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soportba foglalás 2">
            <a:extLst>
              <a:ext uri="{FF2B5EF4-FFF2-40B4-BE49-F238E27FC236}">
                <a16:creationId xmlns:a16="http://schemas.microsoft.com/office/drawing/2014/main" id="{54002B94-2BFC-E1DD-AD3D-E8821AE51DB9}"/>
              </a:ext>
            </a:extLst>
          </p:cNvPr>
          <p:cNvGrpSpPr/>
          <p:nvPr/>
        </p:nvGrpSpPr>
        <p:grpSpPr>
          <a:xfrm rot="10800000">
            <a:off x="9197959" y="9313"/>
            <a:ext cx="3247475" cy="2824141"/>
            <a:chOff x="-215050" y="4033858"/>
            <a:chExt cx="3247475" cy="2824141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F6DBEC4-0AB0-79C4-E336-5E6FF272289E}"/>
                </a:ext>
              </a:extLst>
            </p:cNvPr>
            <p:cNvSpPr/>
            <p:nvPr/>
          </p:nvSpPr>
          <p:spPr>
            <a:xfrm>
              <a:off x="-3383" y="6096668"/>
              <a:ext cx="761331" cy="761331"/>
            </a:xfrm>
            <a:custGeom>
              <a:avLst/>
              <a:gdLst>
                <a:gd name="connsiteX0" fmla="*/ 1143000 w 1143000"/>
                <a:gd name="connsiteY0" fmla="*/ 1143000 h 1143000"/>
                <a:gd name="connsiteX1" fmla="*/ 0 w 1143000"/>
                <a:gd name="connsiteY1" fmla="*/ 1143000 h 1143000"/>
                <a:gd name="connsiteX2" fmla="*/ 0 w 1143000"/>
                <a:gd name="connsiteY2" fmla="*/ 0 h 1143000"/>
                <a:gd name="connsiteX3" fmla="*/ 1143000 w 1143000"/>
                <a:gd name="connsiteY3" fmla="*/ 114300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00" h="1143000">
                  <a:moveTo>
                    <a:pt x="1143000" y="1143000"/>
                  </a:moveTo>
                  <a:lnTo>
                    <a:pt x="0" y="1143000"/>
                  </a:lnTo>
                  <a:lnTo>
                    <a:pt x="0" y="0"/>
                  </a:lnTo>
                  <a:lnTo>
                    <a:pt x="1143000" y="1143000"/>
                  </a:lnTo>
                  <a:close/>
                </a:path>
              </a:pathLst>
            </a:custGeom>
            <a:solidFill>
              <a:srgbClr val="C4D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19F6B22-F446-1018-C00A-068B9ABDB32D}"/>
                </a:ext>
              </a:extLst>
            </p:cNvPr>
            <p:cNvSpPr/>
            <p:nvPr/>
          </p:nvSpPr>
          <p:spPr>
            <a:xfrm>
              <a:off x="757948" y="5720761"/>
              <a:ext cx="2274477" cy="1137238"/>
            </a:xfrm>
            <a:custGeom>
              <a:avLst/>
              <a:gdLst>
                <a:gd name="connsiteX0" fmla="*/ 0 w 3414712"/>
                <a:gd name="connsiteY0" fmla="*/ 1707356 h 1707356"/>
                <a:gd name="connsiteX1" fmla="*/ 1707356 w 3414712"/>
                <a:gd name="connsiteY1" fmla="*/ 0 h 1707356"/>
                <a:gd name="connsiteX2" fmla="*/ 3414713 w 3414712"/>
                <a:gd name="connsiteY2" fmla="*/ 1707356 h 1707356"/>
                <a:gd name="connsiteX3" fmla="*/ 0 w 3414712"/>
                <a:gd name="connsiteY3" fmla="*/ 1707356 h 1707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4712" h="1707356">
                  <a:moveTo>
                    <a:pt x="0" y="1707356"/>
                  </a:moveTo>
                  <a:lnTo>
                    <a:pt x="1707356" y="0"/>
                  </a:lnTo>
                  <a:lnTo>
                    <a:pt x="3414713" y="1707356"/>
                  </a:lnTo>
                  <a:lnTo>
                    <a:pt x="0" y="1707356"/>
                  </a:lnTo>
                  <a:close/>
                </a:path>
              </a:pathLst>
            </a:custGeom>
            <a:solidFill>
              <a:srgbClr val="009CD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3FC7E39-A153-3EF8-57C9-BC00E1C7EB5A}"/>
                </a:ext>
              </a:extLst>
            </p:cNvPr>
            <p:cNvSpPr/>
            <p:nvPr/>
          </p:nvSpPr>
          <p:spPr>
            <a:xfrm>
              <a:off x="-215050" y="4033858"/>
              <a:ext cx="1360244" cy="1898570"/>
            </a:xfrm>
            <a:custGeom>
              <a:avLst/>
              <a:gdLst>
                <a:gd name="connsiteX0" fmla="*/ 0 w 2042159"/>
                <a:gd name="connsiteY0" fmla="*/ 0 h 2850356"/>
                <a:gd name="connsiteX1" fmla="*/ 0 w 2042159"/>
                <a:gd name="connsiteY1" fmla="*/ 1616488 h 2850356"/>
                <a:gd name="connsiteX2" fmla="*/ 1233868 w 2042159"/>
                <a:gd name="connsiteY2" fmla="*/ 2850356 h 2850356"/>
                <a:gd name="connsiteX3" fmla="*/ 2042160 w 2042159"/>
                <a:gd name="connsiteY3" fmla="*/ 2042160 h 2850356"/>
                <a:gd name="connsiteX4" fmla="*/ 0 w 2042159"/>
                <a:gd name="connsiteY4" fmla="*/ 0 h 2850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2159" h="2850356">
                  <a:moveTo>
                    <a:pt x="0" y="0"/>
                  </a:moveTo>
                  <a:lnTo>
                    <a:pt x="0" y="1616488"/>
                  </a:lnTo>
                  <a:lnTo>
                    <a:pt x="1233868" y="2850356"/>
                  </a:lnTo>
                  <a:lnTo>
                    <a:pt x="2042160" y="2042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0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1B8D2C3-CD9F-1C35-9207-CEE49AC31F8B}"/>
              </a:ext>
            </a:extLst>
          </p:cNvPr>
          <p:cNvSpPr txBox="1">
            <a:spLocks/>
          </p:cNvSpPr>
          <p:nvPr/>
        </p:nvSpPr>
        <p:spPr>
          <a:xfrm>
            <a:off x="354116" y="591784"/>
            <a:ext cx="5739507" cy="778307"/>
          </a:xfrm>
          <a:prstGeom prst="rect">
            <a:avLst/>
          </a:prstGeom>
        </p:spPr>
        <p:txBody>
          <a:bodyPr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GB" sz="4500" b="1" dirty="0" err="1">
                <a:solidFill>
                  <a:srgbClr val="00426A"/>
                </a:solidFill>
                <a:ea typeface="+mj-lt"/>
                <a:cs typeface="+mj-lt"/>
              </a:rPr>
              <a:t>Etikai</a:t>
            </a:r>
            <a:r>
              <a:rPr lang="en-GB" sz="4500" b="1" dirty="0">
                <a:solidFill>
                  <a:srgbClr val="00426A"/>
                </a:solidFill>
                <a:ea typeface="+mj-lt"/>
                <a:cs typeface="+mj-lt"/>
              </a:rPr>
              <a:t> </a:t>
            </a:r>
            <a:r>
              <a:rPr lang="en-GB" sz="4500" b="1" dirty="0" err="1">
                <a:solidFill>
                  <a:srgbClr val="00426A"/>
                </a:solidFill>
                <a:ea typeface="+mj-lt"/>
                <a:cs typeface="+mj-lt"/>
              </a:rPr>
              <a:t>dilemmák</a:t>
            </a:r>
            <a:endParaRPr lang="hu-HU" b="1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8570C2D-CABC-4784-D95F-A8FEBA8FCB1C}"/>
              </a:ext>
            </a:extLst>
          </p:cNvPr>
          <p:cNvSpPr/>
          <p:nvPr/>
        </p:nvSpPr>
        <p:spPr>
          <a:xfrm>
            <a:off x="343834" y="1361554"/>
            <a:ext cx="5752166" cy="59830"/>
          </a:xfrm>
          <a:prstGeom prst="rect">
            <a:avLst/>
          </a:prstGeom>
          <a:solidFill>
            <a:srgbClr val="A50050"/>
          </a:solidFill>
          <a:ln>
            <a:solidFill>
              <a:srgbClr val="A50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727806DA-90FF-99BC-0B18-BE9A3DEFC8D4}"/>
              </a:ext>
            </a:extLst>
          </p:cNvPr>
          <p:cNvSpPr txBox="1"/>
          <p:nvPr/>
        </p:nvSpPr>
        <p:spPr>
          <a:xfrm>
            <a:off x="343834" y="3429000"/>
            <a:ext cx="967646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dirty="0">
                <a:solidFill>
                  <a:srgbClr val="00426A"/>
                </a:solidFill>
                <a:ea typeface="+mn-lt"/>
                <a:cs typeface="+mn-lt"/>
              </a:rPr>
              <a:t>Egy MI-</a:t>
            </a:r>
            <a:r>
              <a:rPr lang="en-GB" sz="2400" dirty="0" err="1">
                <a:solidFill>
                  <a:srgbClr val="00426A"/>
                </a:solidFill>
                <a:ea typeface="+mn-lt"/>
                <a:cs typeface="+mn-lt"/>
              </a:rPr>
              <a:t>orvos</a:t>
            </a:r>
            <a:r>
              <a:rPr lang="en-GB" sz="2400" dirty="0">
                <a:solidFill>
                  <a:srgbClr val="00426A"/>
                </a:solidFill>
                <a:ea typeface="+mn-lt"/>
                <a:cs typeface="+mn-lt"/>
              </a:rPr>
              <a:t> </a:t>
            </a:r>
            <a:r>
              <a:rPr lang="en-GB" sz="2400">
                <a:solidFill>
                  <a:srgbClr val="00426A"/>
                </a:solidFill>
                <a:ea typeface="+mn-lt"/>
                <a:cs typeface="+mn-lt"/>
              </a:rPr>
              <a:t>diagnosztizál </a:t>
            </a:r>
            <a:r>
              <a:rPr lang="en-GB" sz="2400" dirty="0" err="1">
                <a:solidFill>
                  <a:srgbClr val="00426A"/>
                </a:solidFill>
                <a:ea typeface="+mn-lt"/>
                <a:cs typeface="+mn-lt"/>
              </a:rPr>
              <a:t>és</a:t>
            </a:r>
            <a:r>
              <a:rPr lang="en-GB" sz="2400" dirty="0">
                <a:solidFill>
                  <a:srgbClr val="00426A"/>
                </a:solidFill>
                <a:ea typeface="+mn-lt"/>
                <a:cs typeface="+mn-lt"/>
              </a:rPr>
              <a:t> </a:t>
            </a:r>
            <a:r>
              <a:rPr lang="en-GB" sz="2400" dirty="0" err="1">
                <a:solidFill>
                  <a:srgbClr val="00426A"/>
                </a:solidFill>
                <a:ea typeface="+mn-lt"/>
                <a:cs typeface="+mn-lt"/>
              </a:rPr>
              <a:t>kezelést</a:t>
            </a:r>
            <a:r>
              <a:rPr lang="en-GB" sz="2400" dirty="0">
                <a:solidFill>
                  <a:srgbClr val="00426A"/>
                </a:solidFill>
                <a:ea typeface="+mn-lt"/>
                <a:cs typeface="+mn-lt"/>
              </a:rPr>
              <a:t> </a:t>
            </a:r>
            <a:r>
              <a:rPr lang="en-GB" sz="2400" dirty="0" err="1">
                <a:solidFill>
                  <a:srgbClr val="00426A"/>
                </a:solidFill>
                <a:ea typeface="+mn-lt"/>
                <a:cs typeface="+mn-lt"/>
              </a:rPr>
              <a:t>javasol</a:t>
            </a:r>
            <a:r>
              <a:rPr lang="en-GB" sz="2400" dirty="0">
                <a:solidFill>
                  <a:srgbClr val="00426A"/>
                </a:solidFill>
                <a:ea typeface="+mn-lt"/>
                <a:cs typeface="+mn-lt"/>
              </a:rPr>
              <a:t>. Ki a </a:t>
            </a:r>
            <a:r>
              <a:rPr lang="en-GB" sz="2400" dirty="0" err="1">
                <a:solidFill>
                  <a:srgbClr val="00426A"/>
                </a:solidFill>
                <a:ea typeface="+mn-lt"/>
                <a:cs typeface="+mn-lt"/>
              </a:rPr>
              <a:t>felelős</a:t>
            </a:r>
            <a:r>
              <a:rPr lang="en-GB" sz="2400" dirty="0">
                <a:solidFill>
                  <a:srgbClr val="00426A"/>
                </a:solidFill>
                <a:ea typeface="+mn-lt"/>
                <a:cs typeface="+mn-lt"/>
              </a:rPr>
              <a:t>, ha </a:t>
            </a:r>
            <a:r>
              <a:rPr lang="en-GB" sz="2400" dirty="0" err="1">
                <a:solidFill>
                  <a:srgbClr val="00426A"/>
                </a:solidFill>
                <a:ea typeface="+mn-lt"/>
                <a:cs typeface="+mn-lt"/>
              </a:rPr>
              <a:t>téved</a:t>
            </a:r>
            <a:r>
              <a:rPr lang="en-GB" sz="2400" dirty="0">
                <a:solidFill>
                  <a:srgbClr val="00426A"/>
                </a:solidFill>
                <a:ea typeface="+mn-lt"/>
                <a:cs typeface="+mn-lt"/>
              </a:rPr>
              <a:t>?</a:t>
            </a:r>
            <a:endParaRPr lang="hu-HU" sz="2400" dirty="0">
              <a:solidFill>
                <a:srgbClr val="00426A"/>
              </a:solidFill>
            </a:endParaRP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3411F501-9297-4A99-4420-34E717331CC3}"/>
              </a:ext>
            </a:extLst>
          </p:cNvPr>
          <p:cNvSpPr txBox="1"/>
          <p:nvPr/>
        </p:nvSpPr>
        <p:spPr>
          <a:xfrm>
            <a:off x="343834" y="2370694"/>
            <a:ext cx="788576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dirty="0">
                <a:solidFill>
                  <a:srgbClr val="00426A"/>
                </a:solidFill>
                <a:ea typeface="+mn-lt"/>
                <a:cs typeface="+mn-lt"/>
              </a:rPr>
              <a:t>Ki a </a:t>
            </a:r>
            <a:r>
              <a:rPr lang="en-GB" sz="2400" dirty="0" err="1">
                <a:solidFill>
                  <a:srgbClr val="00426A"/>
                </a:solidFill>
                <a:ea typeface="+mn-lt"/>
                <a:cs typeface="+mn-lt"/>
              </a:rPr>
              <a:t>felelős</a:t>
            </a:r>
            <a:r>
              <a:rPr lang="en-GB" sz="2400" dirty="0">
                <a:solidFill>
                  <a:srgbClr val="00426A"/>
                </a:solidFill>
                <a:ea typeface="+mn-lt"/>
                <a:cs typeface="+mn-lt"/>
              </a:rPr>
              <a:t>, ha </a:t>
            </a:r>
            <a:r>
              <a:rPr lang="en-GB" sz="2400" dirty="0" err="1">
                <a:solidFill>
                  <a:srgbClr val="00426A"/>
                </a:solidFill>
                <a:ea typeface="+mn-lt"/>
                <a:cs typeface="+mn-lt"/>
              </a:rPr>
              <a:t>egy</a:t>
            </a:r>
            <a:r>
              <a:rPr lang="en-GB" sz="2400" dirty="0">
                <a:solidFill>
                  <a:srgbClr val="00426A"/>
                </a:solidFill>
                <a:ea typeface="+mn-lt"/>
                <a:cs typeface="+mn-lt"/>
              </a:rPr>
              <a:t> </a:t>
            </a:r>
            <a:r>
              <a:rPr lang="en-GB" sz="2400" dirty="0" err="1">
                <a:solidFill>
                  <a:srgbClr val="00426A"/>
                </a:solidFill>
                <a:ea typeface="+mn-lt"/>
                <a:cs typeface="+mn-lt"/>
              </a:rPr>
              <a:t>önvezető</a:t>
            </a:r>
            <a:r>
              <a:rPr lang="en-GB" sz="2400" dirty="0">
                <a:solidFill>
                  <a:srgbClr val="00426A"/>
                </a:solidFill>
                <a:ea typeface="+mn-lt"/>
                <a:cs typeface="+mn-lt"/>
              </a:rPr>
              <a:t> </a:t>
            </a:r>
            <a:r>
              <a:rPr lang="en-GB" sz="2400" dirty="0" err="1">
                <a:solidFill>
                  <a:srgbClr val="00426A"/>
                </a:solidFill>
                <a:ea typeface="+mn-lt"/>
                <a:cs typeface="+mn-lt"/>
              </a:rPr>
              <a:t>aut</a:t>
            </a:r>
            <a:r>
              <a:rPr lang="hu-HU" sz="2400" dirty="0">
                <a:solidFill>
                  <a:srgbClr val="00426A"/>
                </a:solidFill>
                <a:ea typeface="+mn-lt"/>
                <a:cs typeface="+mn-lt"/>
              </a:rPr>
              <a:t>ó</a:t>
            </a:r>
            <a:r>
              <a:rPr lang="en-GB" sz="2400" dirty="0">
                <a:solidFill>
                  <a:srgbClr val="00426A"/>
                </a:solidFill>
                <a:ea typeface="+mn-lt"/>
                <a:cs typeface="+mn-lt"/>
              </a:rPr>
              <a:t> </a:t>
            </a:r>
            <a:r>
              <a:rPr lang="en-GB" sz="2400" dirty="0" err="1">
                <a:solidFill>
                  <a:srgbClr val="00426A"/>
                </a:solidFill>
                <a:ea typeface="+mn-lt"/>
                <a:cs typeface="+mn-lt"/>
              </a:rPr>
              <a:t>balesetet</a:t>
            </a:r>
            <a:r>
              <a:rPr lang="en-GB" sz="2400" dirty="0">
                <a:solidFill>
                  <a:srgbClr val="00426A"/>
                </a:solidFill>
                <a:ea typeface="+mn-lt"/>
                <a:cs typeface="+mn-lt"/>
              </a:rPr>
              <a:t> </a:t>
            </a:r>
            <a:r>
              <a:rPr lang="en-GB" sz="2400" dirty="0" err="1">
                <a:solidFill>
                  <a:srgbClr val="00426A"/>
                </a:solidFill>
                <a:ea typeface="+mn-lt"/>
                <a:cs typeface="+mn-lt"/>
              </a:rPr>
              <a:t>okoz</a:t>
            </a:r>
            <a:r>
              <a:rPr lang="en-GB" sz="2400" dirty="0">
                <a:solidFill>
                  <a:srgbClr val="00426A"/>
                </a:solidFill>
                <a:ea typeface="+mn-lt"/>
                <a:cs typeface="+mn-lt"/>
              </a:rPr>
              <a:t>?</a:t>
            </a:r>
            <a:endParaRPr lang="hu-HU" sz="2400" dirty="0">
              <a:solidFill>
                <a:srgbClr val="00426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73281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F47FBF2852E6E0498702774C9D65A85D" ma:contentTypeVersion="18" ma:contentTypeDescription="Új dokumentum létrehozása." ma:contentTypeScope="" ma:versionID="81e44fe24455c136cdccb148cb9961e3">
  <xsd:schema xmlns:xsd="http://www.w3.org/2001/XMLSchema" xmlns:xs="http://www.w3.org/2001/XMLSchema" xmlns:p="http://schemas.microsoft.com/office/2006/metadata/properties" xmlns:ns2="bbcbf1ea-ed88-45c3-83e9-1db5d619e850" xmlns:ns3="01727954-54e4-4ec2-a063-211cb0a80a18" targetNamespace="http://schemas.microsoft.com/office/2006/metadata/properties" ma:root="true" ma:fieldsID="8711f3050401bbe220f8d18ccd31f2be" ns2:_="" ns3:_="">
    <xsd:import namespace="bbcbf1ea-ed88-45c3-83e9-1db5d619e850"/>
    <xsd:import namespace="01727954-54e4-4ec2-a063-211cb0a80a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cbf1ea-ed88-45c3-83e9-1db5d619e8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Képcímkék" ma:readOnly="false" ma:fieldId="{5cf76f15-5ced-4ddc-b409-7134ff3c332f}" ma:taxonomyMulti="true" ma:sspId="115b5293-c845-4727-b97b-ea55abce833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727954-54e4-4ec2-a063-211cb0a80a18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Résztvevők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Megosztva részletekkel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cc1122b-bf76-4aab-8e09-b074c7469966}" ma:internalName="TaxCatchAll" ma:showField="CatchAllData" ma:web="01727954-54e4-4ec2-a063-211cb0a80a1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bcbf1ea-ed88-45c3-83e9-1db5d619e850">
      <Terms xmlns="http://schemas.microsoft.com/office/infopath/2007/PartnerControls"/>
    </lcf76f155ced4ddcb4097134ff3c332f>
    <TaxCatchAll xmlns="01727954-54e4-4ec2-a063-211cb0a80a18" xsi:nil="true"/>
  </documentManagement>
</p:properties>
</file>

<file path=customXml/itemProps1.xml><?xml version="1.0" encoding="utf-8"?>
<ds:datastoreItem xmlns:ds="http://schemas.openxmlformats.org/officeDocument/2006/customXml" ds:itemID="{C36B6371-F7E6-42FE-A5A7-A0F11D0694D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627FB0D-CA9B-4F31-9D81-E5A26222B3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bcbf1ea-ed88-45c3-83e9-1db5d619e850"/>
    <ds:schemaRef ds:uri="01727954-54e4-4ec2-a063-211cb0a80a1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CD73E3-CA9E-4EF5-BDEB-6F0CAC7E3581}">
  <ds:schemaRefs>
    <ds:schemaRef ds:uri="http://www.w3.org/XML/1998/namespace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bbcbf1ea-ed88-45c3-83e9-1db5d619e850"/>
    <ds:schemaRef ds:uri="http://purl.org/dc/dcmitype/"/>
    <ds:schemaRef ds:uri="http://schemas.microsoft.com/office/infopath/2007/PartnerControls"/>
    <ds:schemaRef ds:uri="01727954-54e4-4ec2-a063-211cb0a80a18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504</Words>
  <Application>Microsoft Office PowerPoint</Application>
  <PresentationFormat>Szélesvásznú</PresentationFormat>
  <Paragraphs>41</Paragraphs>
  <Slides>6</Slides>
  <Notes>6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Arial,Sans-Serif</vt:lpstr>
      <vt:lpstr>Poppins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Dóczi Melinda</dc:creator>
  <cp:lastModifiedBy>Stumphauser Nóra</cp:lastModifiedBy>
  <cp:revision>693</cp:revision>
  <dcterms:created xsi:type="dcterms:W3CDTF">2025-09-16T15:00:16Z</dcterms:created>
  <dcterms:modified xsi:type="dcterms:W3CDTF">2026-02-11T09:36:38Z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0x010100F47FBF2852E6E0498702774C9D65A85D</vt:lpwstr>
  </property>
</Properties>
</file>